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Default Extension="jpg" ContentType="image/jpg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Default Extension="png" ContentType="image/png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8" r:id="rId88"/>
    <p:sldId id="339" r:id="rId89"/>
    <p:sldId id="340" r:id="rId90"/>
    <p:sldId id="341" r:id="rId91"/>
    <p:sldId id="342" r:id="rId92"/>
    <p:sldId id="343" r:id="rId93"/>
    <p:sldId id="344" r:id="rId94"/>
    <p:sldId id="345" r:id="rId95"/>
    <p:sldId id="346" r:id="rId96"/>
    <p:sldId id="347" r:id="rId97"/>
    <p:sldId id="348" r:id="rId98"/>
    <p:sldId id="349" r:id="rId99"/>
  </p:sldIdLst>
  <p:sldSz cx="9144000" cy="5143500"/>
  <p:notesSz cx="9144000" cy="51435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0" Type="http://schemas.openxmlformats.org/officeDocument/2006/relationships/slide" Target="slides/slide55.xml"/><Relationship Id="rId61" Type="http://schemas.openxmlformats.org/officeDocument/2006/relationships/slide" Target="slides/slide56.xml"/><Relationship Id="rId62" Type="http://schemas.openxmlformats.org/officeDocument/2006/relationships/slide" Target="slides/slide57.xml"/><Relationship Id="rId63" Type="http://schemas.openxmlformats.org/officeDocument/2006/relationships/slide" Target="slides/slide58.xml"/><Relationship Id="rId64" Type="http://schemas.openxmlformats.org/officeDocument/2006/relationships/slide" Target="slides/slide59.xml"/><Relationship Id="rId65" Type="http://schemas.openxmlformats.org/officeDocument/2006/relationships/slide" Target="slides/slide60.xml"/><Relationship Id="rId66" Type="http://schemas.openxmlformats.org/officeDocument/2006/relationships/slide" Target="slides/slide61.xml"/><Relationship Id="rId67" Type="http://schemas.openxmlformats.org/officeDocument/2006/relationships/slide" Target="slides/slide62.xml"/><Relationship Id="rId68" Type="http://schemas.openxmlformats.org/officeDocument/2006/relationships/slide" Target="slides/slide63.xml"/><Relationship Id="rId69" Type="http://schemas.openxmlformats.org/officeDocument/2006/relationships/slide" Target="slides/slide64.xml"/><Relationship Id="rId70" Type="http://schemas.openxmlformats.org/officeDocument/2006/relationships/slide" Target="slides/slide65.xml"/><Relationship Id="rId71" Type="http://schemas.openxmlformats.org/officeDocument/2006/relationships/slide" Target="slides/slide66.xml"/><Relationship Id="rId72" Type="http://schemas.openxmlformats.org/officeDocument/2006/relationships/slide" Target="slides/slide67.xml"/><Relationship Id="rId73" Type="http://schemas.openxmlformats.org/officeDocument/2006/relationships/slide" Target="slides/slide68.xml"/><Relationship Id="rId74" Type="http://schemas.openxmlformats.org/officeDocument/2006/relationships/slide" Target="slides/slide69.xml"/><Relationship Id="rId75" Type="http://schemas.openxmlformats.org/officeDocument/2006/relationships/slide" Target="slides/slide70.xml"/><Relationship Id="rId76" Type="http://schemas.openxmlformats.org/officeDocument/2006/relationships/slide" Target="slides/slide71.xml"/><Relationship Id="rId77" Type="http://schemas.openxmlformats.org/officeDocument/2006/relationships/slide" Target="slides/slide72.xml"/><Relationship Id="rId78" Type="http://schemas.openxmlformats.org/officeDocument/2006/relationships/slide" Target="slides/slide73.xml"/><Relationship Id="rId79" Type="http://schemas.openxmlformats.org/officeDocument/2006/relationships/slide" Target="slides/slide74.xml"/><Relationship Id="rId80" Type="http://schemas.openxmlformats.org/officeDocument/2006/relationships/slide" Target="slides/slide75.xml"/><Relationship Id="rId81" Type="http://schemas.openxmlformats.org/officeDocument/2006/relationships/slide" Target="slides/slide76.xml"/><Relationship Id="rId82" Type="http://schemas.openxmlformats.org/officeDocument/2006/relationships/slide" Target="slides/slide77.xml"/><Relationship Id="rId83" Type="http://schemas.openxmlformats.org/officeDocument/2006/relationships/slide" Target="slides/slide78.xml"/><Relationship Id="rId84" Type="http://schemas.openxmlformats.org/officeDocument/2006/relationships/slide" Target="slides/slide79.xml"/><Relationship Id="rId85" Type="http://schemas.openxmlformats.org/officeDocument/2006/relationships/slide" Target="slides/slide80.xml"/><Relationship Id="rId86" Type="http://schemas.openxmlformats.org/officeDocument/2006/relationships/slide" Target="slides/slide81.xml"/><Relationship Id="rId87" Type="http://schemas.openxmlformats.org/officeDocument/2006/relationships/slide" Target="slides/slide82.xml"/><Relationship Id="rId88" Type="http://schemas.openxmlformats.org/officeDocument/2006/relationships/slide" Target="slides/slide83.xml"/><Relationship Id="rId89" Type="http://schemas.openxmlformats.org/officeDocument/2006/relationships/slide" Target="slides/slide84.xml"/><Relationship Id="rId90" Type="http://schemas.openxmlformats.org/officeDocument/2006/relationships/slide" Target="slides/slide85.xml"/><Relationship Id="rId91" Type="http://schemas.openxmlformats.org/officeDocument/2006/relationships/slide" Target="slides/slide86.xml"/><Relationship Id="rId92" Type="http://schemas.openxmlformats.org/officeDocument/2006/relationships/slide" Target="slides/slide87.xml"/><Relationship Id="rId93" Type="http://schemas.openxmlformats.org/officeDocument/2006/relationships/slide" Target="slides/slide88.xml"/><Relationship Id="rId94" Type="http://schemas.openxmlformats.org/officeDocument/2006/relationships/slide" Target="slides/slide89.xml"/><Relationship Id="rId95" Type="http://schemas.openxmlformats.org/officeDocument/2006/relationships/slide" Target="slides/slide90.xml"/><Relationship Id="rId96" Type="http://schemas.openxmlformats.org/officeDocument/2006/relationships/slide" Target="slides/slide91.xml"/><Relationship Id="rId97" Type="http://schemas.openxmlformats.org/officeDocument/2006/relationships/slide" Target="slides/slide92.xml"/><Relationship Id="rId98" Type="http://schemas.openxmlformats.org/officeDocument/2006/relationships/slide" Target="slides/slide93.xml"/><Relationship Id="rId99" Type="http://schemas.openxmlformats.org/officeDocument/2006/relationships/slide" Target="slides/slide94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1" i="0">
                <a:solidFill>
                  <a:srgbClr val="1A1A1A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0" i="0">
                <a:solidFill>
                  <a:srgbClr val="595959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1A1A1A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900" b="0" i="0">
                <a:solidFill>
                  <a:srgbClr val="595959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20049" y="894149"/>
            <a:ext cx="8606790" cy="1462405"/>
          </a:xfrm>
          <a:custGeom>
            <a:avLst/>
            <a:gdLst/>
            <a:ahLst/>
            <a:cxnLst/>
            <a:rect l="l" t="t" r="r" b="b"/>
            <a:pathLst>
              <a:path w="8606790" h="1462405">
                <a:moveTo>
                  <a:pt x="8606699" y="1462199"/>
                </a:moveTo>
                <a:lnTo>
                  <a:pt x="0" y="1462199"/>
                </a:lnTo>
                <a:lnTo>
                  <a:pt x="0" y="0"/>
                </a:lnTo>
                <a:lnTo>
                  <a:pt x="8606699" y="0"/>
                </a:lnTo>
                <a:lnTo>
                  <a:pt x="8606699" y="1462199"/>
                </a:lnTo>
                <a:close/>
              </a:path>
            </a:pathLst>
          </a:custGeom>
          <a:solidFill>
            <a:srgbClr val="E9EDE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320049" y="894149"/>
            <a:ext cx="8606790" cy="1462405"/>
          </a:xfrm>
          <a:custGeom>
            <a:avLst/>
            <a:gdLst/>
            <a:ahLst/>
            <a:cxnLst/>
            <a:rect l="l" t="t" r="r" b="b"/>
            <a:pathLst>
              <a:path w="8606790" h="1462405">
                <a:moveTo>
                  <a:pt x="0" y="0"/>
                </a:moveTo>
                <a:lnTo>
                  <a:pt x="8606699" y="0"/>
                </a:lnTo>
                <a:lnTo>
                  <a:pt x="8606699" y="1462199"/>
                </a:lnTo>
                <a:lnTo>
                  <a:pt x="0" y="1462199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1A1A1A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487800"/>
            <a:ext cx="9144000" cy="4655820"/>
          </a:xfrm>
          <a:custGeom>
            <a:avLst/>
            <a:gdLst/>
            <a:ahLst/>
            <a:cxnLst/>
            <a:rect l="l" t="t" r="r" b="b"/>
            <a:pathLst>
              <a:path w="9144000" h="4655820">
                <a:moveTo>
                  <a:pt x="0" y="4655699"/>
                </a:moveTo>
                <a:lnTo>
                  <a:pt x="9143999" y="4655699"/>
                </a:lnTo>
                <a:lnTo>
                  <a:pt x="9143999" y="0"/>
                </a:lnTo>
                <a:lnTo>
                  <a:pt x="0" y="0"/>
                </a:lnTo>
                <a:lnTo>
                  <a:pt x="0" y="4655699"/>
                </a:lnTo>
                <a:close/>
              </a:path>
            </a:pathLst>
          </a:custGeom>
          <a:solidFill>
            <a:srgbClr val="E9EDE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0" y="0"/>
            <a:ext cx="9144000" cy="488315"/>
          </a:xfrm>
          <a:custGeom>
            <a:avLst/>
            <a:gdLst/>
            <a:ahLst/>
            <a:cxnLst/>
            <a:rect l="l" t="t" r="r" b="b"/>
            <a:pathLst>
              <a:path w="9144000" h="488315">
                <a:moveTo>
                  <a:pt x="9143999" y="487799"/>
                </a:moveTo>
                <a:lnTo>
                  <a:pt x="0" y="4877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4877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1203295" y="1191255"/>
            <a:ext cx="373380" cy="46355"/>
          </a:xfrm>
          <a:custGeom>
            <a:avLst/>
            <a:gdLst/>
            <a:ahLst/>
            <a:cxnLst/>
            <a:rect l="l" t="t" r="r" b="b"/>
            <a:pathLst>
              <a:path w="373380" h="46355">
                <a:moveTo>
                  <a:pt x="372859" y="45826"/>
                </a:moveTo>
                <a:lnTo>
                  <a:pt x="0" y="45826"/>
                </a:lnTo>
                <a:lnTo>
                  <a:pt x="0" y="0"/>
                </a:lnTo>
                <a:lnTo>
                  <a:pt x="372859" y="0"/>
                </a:lnTo>
                <a:lnTo>
                  <a:pt x="372859" y="45826"/>
                </a:lnTo>
                <a:close/>
              </a:path>
            </a:pathLst>
          </a:custGeom>
          <a:solidFill>
            <a:srgbClr val="EB55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830391" y="1191255"/>
            <a:ext cx="376555" cy="46355"/>
          </a:xfrm>
          <a:custGeom>
            <a:avLst/>
            <a:gdLst/>
            <a:ahLst/>
            <a:cxnLst/>
            <a:rect l="l" t="t" r="r" b="b"/>
            <a:pathLst>
              <a:path w="376555" h="46355">
                <a:moveTo>
                  <a:pt x="376012" y="45826"/>
                </a:moveTo>
                <a:lnTo>
                  <a:pt x="0" y="45826"/>
                </a:lnTo>
                <a:lnTo>
                  <a:pt x="0" y="0"/>
                </a:lnTo>
                <a:lnTo>
                  <a:pt x="376012" y="0"/>
                </a:lnTo>
                <a:lnTo>
                  <a:pt x="376012" y="45826"/>
                </a:lnTo>
                <a:close/>
              </a:path>
            </a:pathLst>
          </a:custGeom>
          <a:solidFill>
            <a:srgbClr val="1A998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1A1A1A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488315"/>
          </a:xfrm>
          <a:custGeom>
            <a:avLst/>
            <a:gdLst/>
            <a:ahLst/>
            <a:cxnLst/>
            <a:rect l="l" t="t" r="r" b="b"/>
            <a:pathLst>
              <a:path w="9144000" h="488315">
                <a:moveTo>
                  <a:pt x="9143999" y="487799"/>
                </a:moveTo>
                <a:lnTo>
                  <a:pt x="0" y="4877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487799"/>
                </a:lnTo>
                <a:close/>
              </a:path>
            </a:pathLst>
          </a:custGeom>
          <a:solidFill>
            <a:srgbClr val="E9EDE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1203295" y="1191255"/>
            <a:ext cx="373380" cy="46355"/>
          </a:xfrm>
          <a:custGeom>
            <a:avLst/>
            <a:gdLst/>
            <a:ahLst/>
            <a:cxnLst/>
            <a:rect l="l" t="t" r="r" b="b"/>
            <a:pathLst>
              <a:path w="373380" h="46355">
                <a:moveTo>
                  <a:pt x="372859" y="45826"/>
                </a:moveTo>
                <a:lnTo>
                  <a:pt x="0" y="45826"/>
                </a:lnTo>
                <a:lnTo>
                  <a:pt x="0" y="0"/>
                </a:lnTo>
                <a:lnTo>
                  <a:pt x="372859" y="0"/>
                </a:lnTo>
                <a:lnTo>
                  <a:pt x="372859" y="45826"/>
                </a:lnTo>
                <a:close/>
              </a:path>
            </a:pathLst>
          </a:custGeom>
          <a:solidFill>
            <a:srgbClr val="EB55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830391" y="1191255"/>
            <a:ext cx="376555" cy="46355"/>
          </a:xfrm>
          <a:custGeom>
            <a:avLst/>
            <a:gdLst/>
            <a:ahLst/>
            <a:cxnLst/>
            <a:rect l="l" t="t" r="r" b="b"/>
            <a:pathLst>
              <a:path w="376555" h="46355">
                <a:moveTo>
                  <a:pt x="376012" y="45826"/>
                </a:moveTo>
                <a:lnTo>
                  <a:pt x="0" y="45826"/>
                </a:lnTo>
                <a:lnTo>
                  <a:pt x="0" y="0"/>
                </a:lnTo>
                <a:lnTo>
                  <a:pt x="376012" y="0"/>
                </a:lnTo>
                <a:lnTo>
                  <a:pt x="376012" y="45826"/>
                </a:lnTo>
                <a:close/>
              </a:path>
            </a:pathLst>
          </a:custGeom>
          <a:solidFill>
            <a:srgbClr val="1A998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94050" y="1343662"/>
            <a:ext cx="7755899" cy="38226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1" i="0">
                <a:solidFill>
                  <a:srgbClr val="1A1A1A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02475" y="2103898"/>
            <a:ext cx="7612380" cy="25253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0" i="0">
                <a:solidFill>
                  <a:srgbClr val="595959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jp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Relationship Id="rId3" Type="http://schemas.openxmlformats.org/officeDocument/2006/relationships/image" Target="../media/image5.jpg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jpg"/><Relationship Id="rId3" Type="http://schemas.openxmlformats.org/officeDocument/2006/relationships/image" Target="../media/image5.jpg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g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jpg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jpg"/></Relationships>
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jpg"/></Relationships>
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en.cppreference.com/w/c/io/fprintf" TargetMode="External"/><Relationship Id="rId3" Type="http://schemas.openxmlformats.org/officeDocument/2006/relationships/hyperlink" Target="http://en.cppreference.com/w/c/memory/free" TargetMode="External"/></Relationships>
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5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5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5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5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dashdash.io/2/mmap" TargetMode="External"/></Relationships>

</file>

<file path=ppt/slides/_rels/slide5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dashdash.io/2/mmap#MAP_ANONYMOUS" TargetMode="External"/></Relationships>

</file>

<file path=ppt/slides/_rels/slide5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s://dashdash.io/2/mmap#MAP_ANONYMOUS" TargetMode="External"/></Relationships>

</file>

<file path=ppt/slides/_rels/slide5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5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image" Target="../media/image12.jpg"/></Relationships>

</file>

<file path=ppt/slides/_rels/slide6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jpg"/></Relationships>

</file>

<file path=ppt/slides/_rels/slide7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jpg"/></Relationships>

</file>

<file path=ppt/slides/_rels/slide7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jpg"/></Relationships>

</file>

<file path=ppt/slides/_rels/slide7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gcc.gnu.org/onlinedocs/gcc-4.5.3/gcc/Atomic-Builtins.html" TargetMode="External"/></Relationships>

</file>

<file path=ppt/slides/_rels/slide8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gcc.gnu.org/onlinedocs/gcc-4.5.3/gcc/Atomic-Builtins.html" TargetMode="External"/></Relationships>

</file>

<file path=ppt/slides/_rels/slide8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5.jpg"/></Relationships>

</file>

<file path=ppt/slides/_rels/slide9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02475" y="1374138"/>
            <a:ext cx="5246370" cy="13055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4200" spc="145"/>
              <a:t>Sistemas</a:t>
            </a:r>
            <a:r>
              <a:rPr dirty="0" sz="4200" spc="-235"/>
              <a:t> </a:t>
            </a:r>
            <a:r>
              <a:rPr dirty="0" sz="4200" spc="50"/>
              <a:t>Operativos </a:t>
            </a:r>
            <a:r>
              <a:rPr dirty="0" sz="4200" spc="105"/>
              <a:t>Memoria</a:t>
            </a:r>
            <a:r>
              <a:rPr dirty="0" sz="4200" spc="-260"/>
              <a:t> </a:t>
            </a:r>
            <a:r>
              <a:rPr dirty="0" sz="4200" spc="-25"/>
              <a:t>II</a:t>
            </a:r>
            <a:endParaRPr sz="4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1A998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830389" y="1191259"/>
            <a:ext cx="746125" cy="46355"/>
          </a:xfrm>
          <a:custGeom>
            <a:avLst/>
            <a:gdLst/>
            <a:ahLst/>
            <a:cxnLst/>
            <a:rect l="l" t="t" r="r" b="b"/>
            <a:pathLst>
              <a:path w="746125" h="46355">
                <a:moveTo>
                  <a:pt x="745756" y="0"/>
                </a:moveTo>
                <a:lnTo>
                  <a:pt x="376008" y="0"/>
                </a:lnTo>
                <a:lnTo>
                  <a:pt x="372897" y="0"/>
                </a:lnTo>
                <a:lnTo>
                  <a:pt x="0" y="0"/>
                </a:lnTo>
                <a:lnTo>
                  <a:pt x="0" y="45834"/>
                </a:lnTo>
                <a:lnTo>
                  <a:pt x="372897" y="45834"/>
                </a:lnTo>
                <a:lnTo>
                  <a:pt x="376008" y="45834"/>
                </a:lnTo>
                <a:lnTo>
                  <a:pt x="745756" y="45834"/>
                </a:lnTo>
                <a:lnTo>
                  <a:pt x="74575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02475" y="1377186"/>
            <a:ext cx="6034405" cy="11226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3600" spc="45">
                <a:solidFill>
                  <a:srgbClr val="FFFFFF"/>
                </a:solidFill>
              </a:rPr>
              <a:t>Administración</a:t>
            </a:r>
            <a:r>
              <a:rPr dirty="0" sz="3600" spc="-215">
                <a:solidFill>
                  <a:srgbClr val="FFFFFF"/>
                </a:solidFill>
              </a:rPr>
              <a:t> </a:t>
            </a:r>
            <a:r>
              <a:rPr dirty="0" sz="3600" spc="145">
                <a:solidFill>
                  <a:srgbClr val="FFFFFF"/>
                </a:solidFill>
              </a:rPr>
              <a:t>de</a:t>
            </a:r>
            <a:r>
              <a:rPr dirty="0" sz="3600" spc="-210">
                <a:solidFill>
                  <a:srgbClr val="FFFFFF"/>
                </a:solidFill>
              </a:rPr>
              <a:t> </a:t>
            </a:r>
            <a:r>
              <a:rPr dirty="0" sz="3600" spc="75">
                <a:solidFill>
                  <a:srgbClr val="FFFFFF"/>
                </a:solidFill>
              </a:rPr>
              <a:t>Memoria </a:t>
            </a:r>
            <a:r>
              <a:rPr dirty="0" sz="3600" spc="-10">
                <a:solidFill>
                  <a:srgbClr val="FFFFFF"/>
                </a:solidFill>
              </a:rPr>
              <a:t>Kernel</a:t>
            </a:r>
            <a:endParaRPr sz="3600"/>
          </a:p>
        </p:txBody>
      </p:sp>
      <p:sp>
        <p:nvSpPr>
          <p:cNvPr id="5" name="object 5" descr=""/>
          <p:cNvSpPr txBox="1"/>
          <p:nvPr/>
        </p:nvSpPr>
        <p:spPr>
          <a:xfrm>
            <a:off x="913550" y="3201581"/>
            <a:ext cx="3167380" cy="1122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60" b="1">
                <a:solidFill>
                  <a:srgbClr val="FFFFFF"/>
                </a:solidFill>
                <a:latin typeface="Trebuchet MS"/>
                <a:cs typeface="Trebuchet MS"/>
              </a:rPr>
              <a:t>Conceptos</a:t>
            </a:r>
            <a:r>
              <a:rPr dirty="0" sz="1800" spc="-11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10" b="1">
                <a:solidFill>
                  <a:srgbClr val="FFFFFF"/>
                </a:solidFill>
                <a:latin typeface="Trebuchet MS"/>
                <a:cs typeface="Trebuchet MS"/>
              </a:rPr>
              <a:t>clave:</a:t>
            </a:r>
            <a:endParaRPr sz="1800">
              <a:latin typeface="Trebuchet MS"/>
              <a:cs typeface="Trebuchet MS"/>
            </a:endParaRPr>
          </a:p>
          <a:p>
            <a:pPr marL="469265" indent="-366395">
              <a:lnSpc>
                <a:spcPct val="100000"/>
              </a:lnSpc>
              <a:buFont typeface="Arial MT"/>
              <a:buChar char="●"/>
              <a:tabLst>
                <a:tab pos="469265" algn="l"/>
              </a:tabLst>
            </a:pPr>
            <a:r>
              <a:rPr dirty="0" sz="1800" spc="114">
                <a:solidFill>
                  <a:srgbClr val="FFFFFF"/>
                </a:solidFill>
                <a:latin typeface="Trebuchet MS"/>
                <a:cs typeface="Trebuchet MS"/>
              </a:rPr>
              <a:t>Mapeo</a:t>
            </a:r>
            <a:r>
              <a:rPr dirty="0" sz="1800" spc="-6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Trebuchet MS"/>
                <a:cs typeface="Trebuchet MS"/>
              </a:rPr>
              <a:t>directo</a:t>
            </a:r>
            <a:endParaRPr sz="1800">
              <a:latin typeface="Trebuchet MS"/>
              <a:cs typeface="Trebuchet MS"/>
            </a:endParaRPr>
          </a:p>
          <a:p>
            <a:pPr marL="469265" indent="-366395">
              <a:lnSpc>
                <a:spcPct val="100000"/>
              </a:lnSpc>
              <a:buFont typeface="Arial MT"/>
              <a:buChar char="●"/>
              <a:tabLst>
                <a:tab pos="469265" algn="l"/>
              </a:tabLst>
            </a:pPr>
            <a:r>
              <a:rPr dirty="0" sz="1800" spc="-10">
                <a:solidFill>
                  <a:srgbClr val="FFFFFF"/>
                </a:solidFill>
                <a:latin typeface="Trebuchet MS"/>
                <a:cs typeface="Trebuchet MS"/>
              </a:rPr>
              <a:t>kalloc</a:t>
            </a:r>
            <a:endParaRPr sz="1800">
              <a:latin typeface="Trebuchet MS"/>
              <a:cs typeface="Trebuchet MS"/>
            </a:endParaRPr>
          </a:p>
          <a:p>
            <a:pPr marL="469265" indent="-366395">
              <a:lnSpc>
                <a:spcPct val="100000"/>
              </a:lnSpc>
              <a:buFont typeface="Arial MT"/>
              <a:buChar char="●"/>
              <a:tabLst>
                <a:tab pos="469265" algn="l"/>
              </a:tabLst>
            </a:pPr>
            <a:r>
              <a:rPr dirty="0" sz="1800">
                <a:solidFill>
                  <a:srgbClr val="FFFFFF"/>
                </a:solidFill>
                <a:latin typeface="Trebuchet MS"/>
                <a:cs typeface="Trebuchet MS"/>
              </a:rPr>
              <a:t>Configuración</a:t>
            </a:r>
            <a:r>
              <a:rPr dirty="0" sz="1800" spc="1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85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dirty="0" sz="1800" spc="1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50">
                <a:solidFill>
                  <a:srgbClr val="FFFFFF"/>
                </a:solidFill>
                <a:latin typeface="Trebuchet MS"/>
                <a:cs typeface="Trebuchet MS"/>
              </a:rPr>
              <a:t>páginas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73623" y="1237610"/>
            <a:ext cx="4274343" cy="348541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96423" y="1195217"/>
            <a:ext cx="5140352" cy="345568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140"/>
              <a:t>Mapeo</a:t>
            </a:r>
            <a:r>
              <a:rPr dirty="0" spc="-45"/>
              <a:t> </a:t>
            </a:r>
            <a:r>
              <a:rPr dirty="0"/>
              <a:t>directo</a:t>
            </a:r>
            <a:r>
              <a:rPr dirty="0" spc="-45"/>
              <a:t> </a:t>
            </a:r>
            <a:r>
              <a:rPr dirty="0" spc="50"/>
              <a:t>en</a:t>
            </a:r>
            <a:r>
              <a:rPr dirty="0" spc="-40"/>
              <a:t> </a:t>
            </a:r>
            <a:r>
              <a:rPr dirty="0" spc="-25"/>
              <a:t>xv6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792825" y="1887795"/>
            <a:ext cx="8166734" cy="1930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20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kernel</a:t>
            </a:r>
            <a:r>
              <a:rPr dirty="0" sz="20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 spc="-20">
                <a:solidFill>
                  <a:srgbClr val="595959"/>
                </a:solidFill>
                <a:latin typeface="Tahoma"/>
                <a:cs typeface="Tahoma"/>
              </a:rPr>
              <a:t>accede</a:t>
            </a:r>
            <a:r>
              <a:rPr dirty="0" sz="20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 spc="-50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20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20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 spc="155">
                <a:solidFill>
                  <a:srgbClr val="595959"/>
                </a:solidFill>
                <a:latin typeface="Tahoma"/>
                <a:cs typeface="Tahoma"/>
              </a:rPr>
              <a:t>RAM</a:t>
            </a:r>
            <a:r>
              <a:rPr dirty="0" sz="20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y</a:t>
            </a:r>
            <a:r>
              <a:rPr dirty="0" sz="20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 spc="-50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20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los</a:t>
            </a:r>
            <a:r>
              <a:rPr dirty="0" sz="20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registros</a:t>
            </a:r>
            <a:r>
              <a:rPr dirty="0" sz="20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20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los</a:t>
            </a:r>
            <a:r>
              <a:rPr dirty="0" sz="20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dispositivos</a:t>
            </a:r>
            <a:r>
              <a:rPr dirty="0" sz="20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 spc="-20">
                <a:solidFill>
                  <a:srgbClr val="595959"/>
                </a:solidFill>
                <a:latin typeface="Tahoma"/>
                <a:cs typeface="Tahoma"/>
              </a:rPr>
              <a:t>mapeados</a:t>
            </a:r>
            <a:r>
              <a:rPr dirty="0" sz="20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 spc="-25">
                <a:solidFill>
                  <a:srgbClr val="595959"/>
                </a:solidFill>
                <a:latin typeface="Tahoma"/>
                <a:cs typeface="Tahoma"/>
              </a:rPr>
              <a:t>en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memoria</a:t>
            </a:r>
            <a:r>
              <a:rPr dirty="0" sz="20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utilizando</a:t>
            </a:r>
            <a:r>
              <a:rPr dirty="0" sz="20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 spc="-20">
                <a:solidFill>
                  <a:srgbClr val="595959"/>
                </a:solidFill>
                <a:latin typeface="Tahoma"/>
                <a:cs typeface="Tahoma"/>
              </a:rPr>
              <a:t>"mapeo</a:t>
            </a:r>
            <a:r>
              <a:rPr dirty="0" sz="20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 spc="-10">
                <a:solidFill>
                  <a:srgbClr val="595959"/>
                </a:solidFill>
                <a:latin typeface="Tahoma"/>
                <a:cs typeface="Tahoma"/>
              </a:rPr>
              <a:t>directo";</a:t>
            </a:r>
            <a:r>
              <a:rPr dirty="0" sz="20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 spc="-25">
                <a:solidFill>
                  <a:srgbClr val="595959"/>
                </a:solidFill>
                <a:latin typeface="Tahoma"/>
                <a:cs typeface="Tahoma"/>
              </a:rPr>
              <a:t>es</a:t>
            </a:r>
            <a:r>
              <a:rPr dirty="0" sz="20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 spc="-35">
                <a:solidFill>
                  <a:srgbClr val="595959"/>
                </a:solidFill>
                <a:latin typeface="Tahoma"/>
                <a:cs typeface="Tahoma"/>
              </a:rPr>
              <a:t>decir,</a:t>
            </a:r>
            <a:r>
              <a:rPr dirty="0" sz="20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 spc="-10">
                <a:solidFill>
                  <a:srgbClr val="595959"/>
                </a:solidFill>
                <a:latin typeface="Tahoma"/>
                <a:cs typeface="Tahoma"/>
              </a:rPr>
              <a:t>asignando</a:t>
            </a:r>
            <a:r>
              <a:rPr dirty="0" sz="20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los</a:t>
            </a:r>
            <a:r>
              <a:rPr dirty="0" sz="20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recursos</a:t>
            </a:r>
            <a:r>
              <a:rPr dirty="0" sz="20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 spc="-50">
                <a:solidFill>
                  <a:srgbClr val="595959"/>
                </a:solidFill>
                <a:latin typeface="Tahoma"/>
                <a:cs typeface="Tahoma"/>
              </a:rPr>
              <a:t>a </a:t>
            </a:r>
            <a:r>
              <a:rPr dirty="0" sz="2000" spc="-110" b="1">
                <a:solidFill>
                  <a:srgbClr val="595959"/>
                </a:solidFill>
                <a:latin typeface="Tahoma"/>
                <a:cs typeface="Tahoma"/>
              </a:rPr>
              <a:t>direcciones</a:t>
            </a:r>
            <a:r>
              <a:rPr dirty="0" sz="2000" spc="-16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 spc="-105" b="1">
                <a:solidFill>
                  <a:srgbClr val="595959"/>
                </a:solidFill>
                <a:latin typeface="Tahoma"/>
                <a:cs typeface="Tahoma"/>
              </a:rPr>
              <a:t>virtuales</a:t>
            </a:r>
            <a:r>
              <a:rPr dirty="0" sz="2000" spc="-16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 spc="-145" b="1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2000" spc="-16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 spc="-150" b="1">
                <a:solidFill>
                  <a:srgbClr val="595959"/>
                </a:solidFill>
                <a:latin typeface="Tahoma"/>
                <a:cs typeface="Tahoma"/>
              </a:rPr>
              <a:t>son</a:t>
            </a:r>
            <a:r>
              <a:rPr dirty="0" sz="2000" spc="-16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 spc="-140" b="1">
                <a:solidFill>
                  <a:srgbClr val="595959"/>
                </a:solidFill>
                <a:latin typeface="Tahoma"/>
                <a:cs typeface="Tahoma"/>
              </a:rPr>
              <a:t>iguales</a:t>
            </a:r>
            <a:r>
              <a:rPr dirty="0" sz="2000" spc="-15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 spc="-165" b="1">
                <a:solidFill>
                  <a:srgbClr val="595959"/>
                </a:solidFill>
                <a:latin typeface="Tahoma"/>
                <a:cs typeface="Tahoma"/>
              </a:rPr>
              <a:t>a </a:t>
            </a:r>
            <a:r>
              <a:rPr dirty="0" sz="2000" spc="-130" b="1">
                <a:solidFill>
                  <a:srgbClr val="595959"/>
                </a:solidFill>
                <a:latin typeface="Tahoma"/>
                <a:cs typeface="Tahoma"/>
              </a:rPr>
              <a:t>las</a:t>
            </a:r>
            <a:r>
              <a:rPr dirty="0" sz="2000" spc="-16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 spc="-110" b="1">
                <a:solidFill>
                  <a:srgbClr val="595959"/>
                </a:solidFill>
                <a:latin typeface="Tahoma"/>
                <a:cs typeface="Tahoma"/>
              </a:rPr>
              <a:t>direcciones</a:t>
            </a:r>
            <a:r>
              <a:rPr dirty="0" sz="2000" spc="-15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 spc="-10" b="1">
                <a:solidFill>
                  <a:srgbClr val="595959"/>
                </a:solidFill>
                <a:latin typeface="Tahoma"/>
                <a:cs typeface="Tahoma"/>
              </a:rPr>
              <a:t>físicas</a:t>
            </a:r>
            <a:r>
              <a:rPr dirty="0" sz="2000" spc="-10">
                <a:solidFill>
                  <a:srgbClr val="595959"/>
                </a:solidFill>
                <a:latin typeface="Tahoma"/>
                <a:cs typeface="Tahoma"/>
              </a:rPr>
              <a:t>.</a:t>
            </a:r>
            <a:endParaRPr sz="2000">
              <a:latin typeface="Tahoma"/>
              <a:cs typeface="Tahoma"/>
            </a:endParaRPr>
          </a:p>
          <a:p>
            <a:pPr marL="12700" marR="273685">
              <a:lnSpc>
                <a:spcPct val="114999"/>
              </a:lnSpc>
              <a:spcBef>
                <a:spcPts val="1200"/>
              </a:spcBef>
            </a:pPr>
            <a:r>
              <a:rPr dirty="0" sz="2000" spc="60">
                <a:solidFill>
                  <a:srgbClr val="595959"/>
                </a:solidFill>
                <a:latin typeface="Tahoma"/>
                <a:cs typeface="Tahoma"/>
              </a:rPr>
              <a:t>Por</a:t>
            </a:r>
            <a:r>
              <a:rPr dirty="0" sz="20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 spc="-35">
                <a:solidFill>
                  <a:srgbClr val="595959"/>
                </a:solidFill>
                <a:latin typeface="Tahoma"/>
                <a:cs typeface="Tahoma"/>
              </a:rPr>
              <a:t>ejemplo,</a:t>
            </a:r>
            <a:r>
              <a:rPr dirty="0" sz="20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20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propio</a:t>
            </a:r>
            <a:r>
              <a:rPr dirty="0" sz="20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kernel</a:t>
            </a:r>
            <a:r>
              <a:rPr dirty="0" sz="20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está</a:t>
            </a:r>
            <a:r>
              <a:rPr dirty="0" sz="20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ubicado</a:t>
            </a:r>
            <a:r>
              <a:rPr dirty="0" sz="20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 spc="-2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20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 spc="45">
                <a:solidFill>
                  <a:srgbClr val="595959"/>
                </a:solidFill>
                <a:latin typeface="Tahoma"/>
                <a:cs typeface="Tahoma"/>
              </a:rPr>
              <a:t>KERNBASE=0x80000000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tanto</a:t>
            </a:r>
            <a:r>
              <a:rPr dirty="0" sz="20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 spc="-2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20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20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espacio</a:t>
            </a:r>
            <a:r>
              <a:rPr dirty="0" sz="20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20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direcciones</a:t>
            </a:r>
            <a:r>
              <a:rPr dirty="0" sz="20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virtuales</a:t>
            </a:r>
            <a:r>
              <a:rPr dirty="0" sz="20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como</a:t>
            </a:r>
            <a:r>
              <a:rPr dirty="0" sz="20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 spc="-2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20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20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memoria</a:t>
            </a:r>
            <a:r>
              <a:rPr dirty="0" sz="20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 spc="-10">
                <a:solidFill>
                  <a:srgbClr val="595959"/>
                </a:solidFill>
                <a:latin typeface="Tahoma"/>
                <a:cs typeface="Tahoma"/>
              </a:rPr>
              <a:t>física.</a:t>
            </a:r>
            <a:endParaRPr sz="2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02475" y="2096020"/>
            <a:ext cx="7503159" cy="2280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142240">
              <a:lnSpc>
                <a:spcPct val="114999"/>
              </a:lnSpc>
              <a:spcBef>
                <a:spcPts val="100"/>
              </a:spcBef>
            </a:pP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20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 spc="-20">
                <a:solidFill>
                  <a:srgbClr val="595959"/>
                </a:solidFill>
                <a:latin typeface="Tahoma"/>
                <a:cs typeface="Tahoma"/>
              </a:rPr>
              <a:t>mapeo</a:t>
            </a:r>
            <a:r>
              <a:rPr dirty="0" sz="20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directo</a:t>
            </a:r>
            <a:r>
              <a:rPr dirty="0" sz="20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simplifica</a:t>
            </a:r>
            <a:r>
              <a:rPr dirty="0" sz="20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20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código</a:t>
            </a:r>
            <a:r>
              <a:rPr dirty="0" sz="20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del</a:t>
            </a:r>
            <a:r>
              <a:rPr dirty="0" sz="20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kernel</a:t>
            </a:r>
            <a:r>
              <a:rPr dirty="0" sz="20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20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lee</a:t>
            </a:r>
            <a:r>
              <a:rPr dirty="0" sz="20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o</a:t>
            </a:r>
            <a:r>
              <a:rPr dirty="0" sz="20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escribe</a:t>
            </a:r>
            <a:r>
              <a:rPr dirty="0" sz="20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 spc="-25">
                <a:solidFill>
                  <a:srgbClr val="595959"/>
                </a:solidFill>
                <a:latin typeface="Tahoma"/>
                <a:cs typeface="Tahoma"/>
              </a:rPr>
              <a:t>en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2000" spc="-2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memoria</a:t>
            </a:r>
            <a:r>
              <a:rPr dirty="0" sz="2000" spc="-2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 spc="-10">
                <a:solidFill>
                  <a:srgbClr val="595959"/>
                </a:solidFill>
                <a:latin typeface="Tahoma"/>
                <a:cs typeface="Tahoma"/>
              </a:rPr>
              <a:t>física.</a:t>
            </a:r>
            <a:endParaRPr sz="2000">
              <a:latin typeface="Tahoma"/>
              <a:cs typeface="Tahoma"/>
            </a:endParaRPr>
          </a:p>
          <a:p>
            <a:pPr marL="12700" marR="5080">
              <a:lnSpc>
                <a:spcPct val="114999"/>
              </a:lnSpc>
              <a:spcBef>
                <a:spcPts val="1200"/>
              </a:spcBef>
            </a:pPr>
            <a:r>
              <a:rPr dirty="0" sz="2000" spc="60">
                <a:solidFill>
                  <a:srgbClr val="595959"/>
                </a:solidFill>
                <a:latin typeface="Tahoma"/>
                <a:cs typeface="Tahoma"/>
              </a:rPr>
              <a:t>Por</a:t>
            </a:r>
            <a:r>
              <a:rPr dirty="0" sz="2000" spc="-2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 spc="-35">
                <a:solidFill>
                  <a:srgbClr val="595959"/>
                </a:solidFill>
                <a:latin typeface="Tahoma"/>
                <a:cs typeface="Tahoma"/>
              </a:rPr>
              <a:t>ejemplo,</a:t>
            </a:r>
            <a:r>
              <a:rPr dirty="0" sz="2000" spc="-2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cuando</a:t>
            </a:r>
            <a:r>
              <a:rPr dirty="0" sz="2000" spc="-2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fork</a:t>
            </a:r>
            <a:r>
              <a:rPr dirty="0" sz="2000" spc="-2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 spc="-35">
                <a:solidFill>
                  <a:srgbClr val="595959"/>
                </a:solidFill>
                <a:latin typeface="Tahoma"/>
                <a:cs typeface="Tahoma"/>
              </a:rPr>
              <a:t>asigna</a:t>
            </a:r>
            <a:r>
              <a:rPr dirty="0" sz="2000" spc="-2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memoria</a:t>
            </a:r>
            <a:r>
              <a:rPr dirty="0" sz="2000" spc="-2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2000" spc="-2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usuario</a:t>
            </a:r>
            <a:r>
              <a:rPr dirty="0" sz="2000" spc="-2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 spc="-20">
                <a:solidFill>
                  <a:srgbClr val="595959"/>
                </a:solidFill>
                <a:latin typeface="Tahoma"/>
                <a:cs typeface="Tahoma"/>
              </a:rPr>
              <a:t>para</a:t>
            </a:r>
            <a:r>
              <a:rPr dirty="0" sz="2000" spc="-2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2000" spc="-2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 spc="-10">
                <a:solidFill>
                  <a:srgbClr val="595959"/>
                </a:solidFill>
                <a:latin typeface="Tahoma"/>
                <a:cs typeface="Tahoma"/>
              </a:rPr>
              <a:t>proceso </a:t>
            </a:r>
            <a:r>
              <a:rPr dirty="0" sz="2000" spc="-45">
                <a:solidFill>
                  <a:srgbClr val="595959"/>
                </a:solidFill>
                <a:latin typeface="Tahoma"/>
                <a:cs typeface="Tahoma"/>
              </a:rPr>
              <a:t>hijo,</a:t>
            </a:r>
            <a:r>
              <a:rPr dirty="0" sz="20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20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asignador</a:t>
            </a:r>
            <a:r>
              <a:rPr dirty="0" sz="20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devuelve</a:t>
            </a:r>
            <a:r>
              <a:rPr dirty="0" sz="20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20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dirección</a:t>
            </a:r>
            <a:r>
              <a:rPr dirty="0" sz="20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física</a:t>
            </a:r>
            <a:r>
              <a:rPr dirty="0" sz="20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20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 spc="-25">
                <a:solidFill>
                  <a:srgbClr val="595959"/>
                </a:solidFill>
                <a:latin typeface="Tahoma"/>
                <a:cs typeface="Tahoma"/>
              </a:rPr>
              <a:t>esa</a:t>
            </a:r>
            <a:r>
              <a:rPr dirty="0" sz="20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 spc="-30">
                <a:solidFill>
                  <a:srgbClr val="595959"/>
                </a:solidFill>
                <a:latin typeface="Tahoma"/>
                <a:cs typeface="Tahoma"/>
              </a:rPr>
              <a:t>memoria;</a:t>
            </a:r>
            <a:r>
              <a:rPr dirty="0" sz="20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 spc="-20">
                <a:solidFill>
                  <a:srgbClr val="595959"/>
                </a:solidFill>
                <a:latin typeface="Tahoma"/>
                <a:cs typeface="Tahoma"/>
              </a:rPr>
              <a:t>fork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utiliza</a:t>
            </a:r>
            <a:r>
              <a:rPr dirty="0" sz="20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 spc="-25">
                <a:solidFill>
                  <a:srgbClr val="595959"/>
                </a:solidFill>
                <a:latin typeface="Tahoma"/>
                <a:cs typeface="Tahoma"/>
              </a:rPr>
              <a:t>esa</a:t>
            </a:r>
            <a:r>
              <a:rPr dirty="0" sz="20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dirección</a:t>
            </a:r>
            <a:r>
              <a:rPr dirty="0" sz="20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directamente</a:t>
            </a:r>
            <a:r>
              <a:rPr dirty="0" sz="20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como</a:t>
            </a:r>
            <a:r>
              <a:rPr dirty="0" sz="20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 spc="-30">
                <a:solidFill>
                  <a:srgbClr val="595959"/>
                </a:solidFill>
                <a:latin typeface="Tahoma"/>
                <a:cs typeface="Tahoma"/>
              </a:rPr>
              <a:t>una</a:t>
            </a:r>
            <a:r>
              <a:rPr dirty="0" sz="20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dirección</a:t>
            </a:r>
            <a:r>
              <a:rPr dirty="0" sz="20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 spc="-10">
                <a:solidFill>
                  <a:srgbClr val="595959"/>
                </a:solidFill>
                <a:latin typeface="Tahoma"/>
                <a:cs typeface="Tahoma"/>
              </a:rPr>
              <a:t>virtual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cuando</a:t>
            </a:r>
            <a:r>
              <a:rPr dirty="0" sz="2000" spc="-2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copia</a:t>
            </a:r>
            <a:r>
              <a:rPr dirty="0" sz="2000" spc="-21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2000" spc="-21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memoria</a:t>
            </a:r>
            <a:r>
              <a:rPr dirty="0" sz="2000" spc="-2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2000" spc="-21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usuario</a:t>
            </a:r>
            <a:r>
              <a:rPr dirty="0" sz="2000" spc="-21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del</a:t>
            </a:r>
            <a:r>
              <a:rPr dirty="0" sz="2000" spc="-21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padre</a:t>
            </a:r>
            <a:r>
              <a:rPr dirty="0" sz="2000" spc="-2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al</a:t>
            </a:r>
            <a:r>
              <a:rPr dirty="0" sz="2000" spc="-21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 spc="-10">
                <a:solidFill>
                  <a:srgbClr val="595959"/>
                </a:solidFill>
                <a:latin typeface="Tahoma"/>
                <a:cs typeface="Tahoma"/>
              </a:rPr>
              <a:t>hijo.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140"/>
              <a:t>Mapeo</a:t>
            </a:r>
            <a:r>
              <a:rPr dirty="0" spc="-45"/>
              <a:t> </a:t>
            </a:r>
            <a:r>
              <a:rPr dirty="0"/>
              <a:t>directo</a:t>
            </a:r>
            <a:r>
              <a:rPr dirty="0" spc="-45"/>
              <a:t> </a:t>
            </a:r>
            <a:r>
              <a:rPr dirty="0" spc="50"/>
              <a:t>en</a:t>
            </a:r>
            <a:r>
              <a:rPr dirty="0" spc="-40"/>
              <a:t> </a:t>
            </a:r>
            <a:r>
              <a:rPr dirty="0" spc="-25"/>
              <a:t>xv6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56349" y="477174"/>
            <a:ext cx="4787650" cy="466632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78850" y="538312"/>
            <a:ext cx="2088514" cy="382270"/>
          </a:xfrm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140"/>
              <a:t>Mapeo</a:t>
            </a:r>
            <a:r>
              <a:rPr dirty="0" spc="-130"/>
              <a:t> </a:t>
            </a:r>
            <a:r>
              <a:rPr dirty="0" spc="-10"/>
              <a:t>directo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490875" y="1313838"/>
            <a:ext cx="3792854" cy="2799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175895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latin typeface="Arial MT"/>
                <a:cs typeface="Arial MT"/>
              </a:rPr>
              <a:t>Hay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un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par</a:t>
            </a:r>
            <a:r>
              <a:rPr dirty="0" sz="1400" spc="-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de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direcciones</a:t>
            </a:r>
            <a:r>
              <a:rPr dirty="0" sz="1400" spc="-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virtuales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del</a:t>
            </a:r>
            <a:r>
              <a:rPr dirty="0" sz="1400" spc="-5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kernel </a:t>
            </a:r>
            <a:r>
              <a:rPr dirty="0" sz="1400">
                <a:latin typeface="Arial MT"/>
                <a:cs typeface="Arial MT"/>
              </a:rPr>
              <a:t>que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no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están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mapeadas</a:t>
            </a:r>
            <a:r>
              <a:rPr dirty="0" sz="1400" spc="-10">
                <a:latin typeface="Arial MT"/>
                <a:cs typeface="Arial MT"/>
              </a:rPr>
              <a:t> directamente:</a:t>
            </a:r>
            <a:endParaRPr sz="1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1400">
              <a:latin typeface="Arial MT"/>
              <a:cs typeface="Arial MT"/>
            </a:endParaRPr>
          </a:p>
          <a:p>
            <a:pPr marL="469900" marR="5080" indent="-336550">
              <a:lnSpc>
                <a:spcPct val="100000"/>
              </a:lnSpc>
              <a:buFont typeface="Arial MT"/>
              <a:buChar char="●"/>
              <a:tabLst>
                <a:tab pos="469900" algn="l"/>
              </a:tabLst>
            </a:pPr>
            <a:r>
              <a:rPr dirty="0" sz="1400" b="1">
                <a:latin typeface="Arial"/>
                <a:cs typeface="Arial"/>
              </a:rPr>
              <a:t>La</a:t>
            </a:r>
            <a:r>
              <a:rPr dirty="0" sz="1400" spc="-3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página</a:t>
            </a:r>
            <a:r>
              <a:rPr dirty="0" sz="1400" spc="-3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trampolín.</a:t>
            </a:r>
            <a:r>
              <a:rPr dirty="0" sz="1400" spc="-20" b="1">
                <a:latin typeface="Arial"/>
                <a:cs typeface="Arial"/>
              </a:rPr>
              <a:t> </a:t>
            </a:r>
            <a:r>
              <a:rPr dirty="0" sz="1400">
                <a:latin typeface="Arial MT"/>
                <a:cs typeface="Arial MT"/>
              </a:rPr>
              <a:t>Está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mapeada</a:t>
            </a:r>
            <a:r>
              <a:rPr dirty="0" sz="1400" spc="-25">
                <a:latin typeface="Arial MT"/>
                <a:cs typeface="Arial MT"/>
              </a:rPr>
              <a:t> en</a:t>
            </a:r>
            <a:r>
              <a:rPr dirty="0" sz="1400" spc="50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la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parte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superior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del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espacio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 spc="-25">
                <a:latin typeface="Arial MT"/>
                <a:cs typeface="Arial MT"/>
              </a:rPr>
              <a:t>de </a:t>
            </a:r>
            <a:r>
              <a:rPr dirty="0" sz="1400">
                <a:latin typeface="Arial MT"/>
                <a:cs typeface="Arial MT"/>
              </a:rPr>
              <a:t>direcciones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virtuales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tanto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para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el</a:t>
            </a:r>
            <a:r>
              <a:rPr dirty="0" sz="1400" spc="-10">
                <a:latin typeface="Arial MT"/>
                <a:cs typeface="Arial MT"/>
              </a:rPr>
              <a:t> espacio </a:t>
            </a:r>
            <a:r>
              <a:rPr dirty="0" sz="1400">
                <a:latin typeface="Arial MT"/>
                <a:cs typeface="Arial MT"/>
              </a:rPr>
              <a:t>de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kernel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como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usuario.</a:t>
            </a:r>
            <a:endParaRPr sz="1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70"/>
              </a:spcBef>
              <a:buFont typeface="Arial MT"/>
              <a:buChar char="●"/>
            </a:pPr>
            <a:endParaRPr sz="1400">
              <a:latin typeface="Arial MT"/>
              <a:cs typeface="Arial MT"/>
            </a:endParaRPr>
          </a:p>
          <a:p>
            <a:pPr marL="469900" marR="142875" indent="-336550">
              <a:lnSpc>
                <a:spcPct val="100000"/>
              </a:lnSpc>
              <a:buFont typeface="Arial MT"/>
              <a:buChar char="●"/>
              <a:tabLst>
                <a:tab pos="469900" algn="l"/>
              </a:tabLst>
            </a:pPr>
            <a:r>
              <a:rPr dirty="0" sz="1400" b="1">
                <a:latin typeface="Arial"/>
                <a:cs typeface="Arial"/>
              </a:rPr>
              <a:t>Las</a:t>
            </a:r>
            <a:r>
              <a:rPr dirty="0" sz="1400" spc="-2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páginas</a:t>
            </a:r>
            <a:r>
              <a:rPr dirty="0" sz="1400" spc="-2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de</a:t>
            </a:r>
            <a:r>
              <a:rPr dirty="0" sz="1400" spc="-2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pila</a:t>
            </a:r>
            <a:r>
              <a:rPr dirty="0" sz="1400" spc="-2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del</a:t>
            </a:r>
            <a:r>
              <a:rPr dirty="0" sz="1400" spc="-2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kernel.</a:t>
            </a:r>
            <a:r>
              <a:rPr dirty="0" sz="1400" spc="-10" b="1">
                <a:latin typeface="Arial"/>
                <a:cs typeface="Arial"/>
              </a:rPr>
              <a:t> </a:t>
            </a:r>
            <a:r>
              <a:rPr dirty="0" sz="1400" spc="-20">
                <a:latin typeface="Arial MT"/>
                <a:cs typeface="Arial MT"/>
              </a:rPr>
              <a:t>Cada </a:t>
            </a:r>
            <a:r>
              <a:rPr dirty="0" sz="1400">
                <a:latin typeface="Arial MT"/>
                <a:cs typeface="Arial MT"/>
              </a:rPr>
              <a:t>proceso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tiene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su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propia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pila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del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kernel, </a:t>
            </a:r>
            <a:r>
              <a:rPr dirty="0" sz="1400">
                <a:latin typeface="Arial MT"/>
                <a:cs typeface="Arial MT"/>
              </a:rPr>
              <a:t>que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está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mapeada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en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una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dirección</a:t>
            </a:r>
            <a:r>
              <a:rPr dirty="0" sz="1400" spc="-20">
                <a:latin typeface="Arial MT"/>
                <a:cs typeface="Arial MT"/>
              </a:rPr>
              <a:t> alta </a:t>
            </a:r>
            <a:r>
              <a:rPr dirty="0" sz="1400">
                <a:latin typeface="Arial MT"/>
                <a:cs typeface="Arial MT"/>
              </a:rPr>
              <a:t>para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que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debajo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de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ella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xv6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pueda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dejar </a:t>
            </a:r>
            <a:r>
              <a:rPr dirty="0" sz="1400">
                <a:latin typeface="Arial MT"/>
                <a:cs typeface="Arial MT"/>
              </a:rPr>
              <a:t>una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página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de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protección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sin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mapear.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0650">
              <a:lnSpc>
                <a:spcPct val="100000"/>
              </a:lnSpc>
              <a:spcBef>
                <a:spcPts val="140"/>
              </a:spcBef>
            </a:pPr>
            <a:r>
              <a:rPr dirty="0" spc="50"/>
              <a:t>Kalloc:</a:t>
            </a:r>
            <a:r>
              <a:rPr dirty="0" spc="-125"/>
              <a:t> </a:t>
            </a:r>
            <a:r>
              <a:rPr dirty="0" spc="90"/>
              <a:t>alocador</a:t>
            </a:r>
            <a:r>
              <a:rPr dirty="0" spc="-175"/>
              <a:t> </a:t>
            </a:r>
            <a:r>
              <a:rPr dirty="0" spc="114"/>
              <a:t>de</a:t>
            </a:r>
            <a:r>
              <a:rPr dirty="0" spc="-120"/>
              <a:t> </a:t>
            </a:r>
            <a:r>
              <a:rPr dirty="0" spc="65"/>
              <a:t>memoria</a:t>
            </a:r>
            <a:r>
              <a:rPr dirty="0" spc="-120"/>
              <a:t> </a:t>
            </a:r>
            <a:r>
              <a:rPr dirty="0" spc="-10"/>
              <a:t>fisica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16012" y="2109990"/>
            <a:ext cx="5006975" cy="23914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6235" marR="5080" indent="-344170">
              <a:lnSpc>
                <a:spcPct val="114999"/>
              </a:lnSpc>
              <a:spcBef>
                <a:spcPts val="100"/>
              </a:spcBef>
              <a:buChar char="●"/>
              <a:tabLst>
                <a:tab pos="356235" algn="l"/>
                <a:tab pos="393065" algn="l"/>
              </a:tabLst>
            </a:pPr>
            <a:r>
              <a:rPr dirty="0" sz="1500">
                <a:solidFill>
                  <a:srgbClr val="595959"/>
                </a:solidFill>
                <a:latin typeface="Arial MT"/>
                <a:cs typeface="Arial MT"/>
              </a:rPr>
              <a:t>	</a:t>
            </a:r>
            <a:r>
              <a:rPr dirty="0" sz="1500" spc="-1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5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estructura</a:t>
            </a:r>
            <a:r>
              <a:rPr dirty="0" sz="15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5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datos</a:t>
            </a:r>
            <a:r>
              <a:rPr dirty="0" sz="15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del</a:t>
            </a:r>
            <a:r>
              <a:rPr dirty="0" sz="15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asignador</a:t>
            </a:r>
            <a:r>
              <a:rPr dirty="0" sz="15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20">
                <a:solidFill>
                  <a:srgbClr val="595959"/>
                </a:solidFill>
                <a:latin typeface="Tahoma"/>
                <a:cs typeface="Tahoma"/>
              </a:rPr>
              <a:t>es</a:t>
            </a:r>
            <a:r>
              <a:rPr dirty="0" sz="15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25">
                <a:solidFill>
                  <a:srgbClr val="595959"/>
                </a:solidFill>
                <a:latin typeface="Tahoma"/>
                <a:cs typeface="Tahoma"/>
              </a:rPr>
              <a:t>una</a:t>
            </a:r>
            <a:r>
              <a:rPr dirty="0" sz="15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lista</a:t>
            </a:r>
            <a:r>
              <a:rPr dirty="0" sz="15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libre</a:t>
            </a:r>
            <a:r>
              <a:rPr dirty="0" sz="15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25">
                <a:solidFill>
                  <a:srgbClr val="595959"/>
                </a:solidFill>
                <a:latin typeface="Tahoma"/>
                <a:cs typeface="Tahoma"/>
              </a:rPr>
              <a:t>de </a:t>
            </a:r>
            <a:r>
              <a:rPr dirty="0" sz="1500" spc="-20">
                <a:solidFill>
                  <a:srgbClr val="595959"/>
                </a:solidFill>
                <a:latin typeface="Tahoma"/>
                <a:cs typeface="Tahoma"/>
              </a:rPr>
              <a:t>páginas</a:t>
            </a:r>
            <a:r>
              <a:rPr dirty="0" sz="15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5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memoria</a:t>
            </a:r>
            <a:r>
              <a:rPr dirty="0" sz="15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física</a:t>
            </a:r>
            <a:r>
              <a:rPr dirty="0" sz="15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5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están</a:t>
            </a:r>
            <a:r>
              <a:rPr dirty="0" sz="15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disponibles</a:t>
            </a:r>
            <a:r>
              <a:rPr dirty="0" sz="15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20">
                <a:solidFill>
                  <a:srgbClr val="595959"/>
                </a:solidFill>
                <a:latin typeface="Tahoma"/>
                <a:cs typeface="Tahoma"/>
              </a:rPr>
              <a:t>para </a:t>
            </a:r>
            <a:r>
              <a:rPr dirty="0" sz="1500" spc="-10">
                <a:solidFill>
                  <a:srgbClr val="595959"/>
                </a:solidFill>
                <a:latin typeface="Tahoma"/>
                <a:cs typeface="Tahoma"/>
              </a:rPr>
              <a:t>asignación.</a:t>
            </a:r>
            <a:endParaRPr sz="1500">
              <a:latin typeface="Tahoma"/>
              <a:cs typeface="Tahoma"/>
            </a:endParaRPr>
          </a:p>
          <a:p>
            <a:pPr marL="356235" marR="164465" indent="-344170">
              <a:lnSpc>
                <a:spcPct val="114999"/>
              </a:lnSpc>
              <a:buFont typeface="Arial MT"/>
              <a:buChar char="●"/>
              <a:tabLst>
                <a:tab pos="356235" algn="l"/>
              </a:tabLst>
            </a:pP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Cada</a:t>
            </a:r>
            <a:r>
              <a:rPr dirty="0" sz="15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elemento</a:t>
            </a:r>
            <a:r>
              <a:rPr dirty="0" sz="15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5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5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lista</a:t>
            </a:r>
            <a:r>
              <a:rPr dirty="0" sz="15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5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20">
                <a:solidFill>
                  <a:srgbClr val="595959"/>
                </a:solidFill>
                <a:latin typeface="Tahoma"/>
                <a:cs typeface="Tahoma"/>
              </a:rPr>
              <a:t>páginas</a:t>
            </a:r>
            <a:r>
              <a:rPr dirty="0" sz="15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libres</a:t>
            </a:r>
            <a:r>
              <a:rPr dirty="0" sz="15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20">
                <a:solidFill>
                  <a:srgbClr val="595959"/>
                </a:solidFill>
                <a:latin typeface="Tahoma"/>
                <a:cs typeface="Tahoma"/>
              </a:rPr>
              <a:t>es</a:t>
            </a:r>
            <a:r>
              <a:rPr dirty="0" sz="15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5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595959"/>
                </a:solidFill>
                <a:latin typeface="Tahoma"/>
                <a:cs typeface="Tahoma"/>
              </a:rPr>
              <a:t>struct </a:t>
            </a:r>
            <a:r>
              <a:rPr dirty="0" sz="1500" spc="-20">
                <a:solidFill>
                  <a:srgbClr val="595959"/>
                </a:solidFill>
                <a:latin typeface="Tahoma"/>
                <a:cs typeface="Tahoma"/>
              </a:rPr>
              <a:t>run.</a:t>
            </a:r>
            <a:endParaRPr sz="1500">
              <a:latin typeface="Tahoma"/>
              <a:cs typeface="Tahoma"/>
            </a:endParaRPr>
          </a:p>
          <a:p>
            <a:pPr marL="356235" marR="185420" indent="-344170">
              <a:lnSpc>
                <a:spcPct val="114999"/>
              </a:lnSpc>
              <a:buFont typeface="Arial MT"/>
              <a:buChar char="●"/>
              <a:tabLst>
                <a:tab pos="356235" algn="l"/>
              </a:tabLst>
            </a:pP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¿De</a:t>
            </a:r>
            <a:r>
              <a:rPr dirty="0" sz="15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dónde</a:t>
            </a:r>
            <a:r>
              <a:rPr dirty="0" sz="15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obtiene</a:t>
            </a:r>
            <a:r>
              <a:rPr dirty="0" sz="15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5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asignador</a:t>
            </a:r>
            <a:r>
              <a:rPr dirty="0" sz="15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5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memoria</a:t>
            </a:r>
            <a:r>
              <a:rPr dirty="0" sz="15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20">
                <a:solidFill>
                  <a:srgbClr val="595959"/>
                </a:solidFill>
                <a:latin typeface="Tahoma"/>
                <a:cs typeface="Tahoma"/>
              </a:rPr>
              <a:t>para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almacenar</a:t>
            </a:r>
            <a:r>
              <a:rPr dirty="0" sz="15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30">
                <a:solidFill>
                  <a:srgbClr val="595959"/>
                </a:solidFill>
                <a:latin typeface="Tahoma"/>
                <a:cs typeface="Tahoma"/>
              </a:rPr>
              <a:t>esa</a:t>
            </a:r>
            <a:r>
              <a:rPr dirty="0" sz="15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estructura</a:t>
            </a:r>
            <a:r>
              <a:rPr dirty="0" sz="15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5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20">
                <a:solidFill>
                  <a:srgbClr val="595959"/>
                </a:solidFill>
                <a:latin typeface="Tahoma"/>
                <a:cs typeface="Tahoma"/>
              </a:rPr>
              <a:t>datos?</a:t>
            </a:r>
            <a:r>
              <a:rPr dirty="0" sz="15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Almacena</a:t>
            </a:r>
            <a:r>
              <a:rPr dirty="0" sz="15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25">
                <a:solidFill>
                  <a:srgbClr val="595959"/>
                </a:solidFill>
                <a:latin typeface="Tahoma"/>
                <a:cs typeface="Tahoma"/>
              </a:rPr>
              <a:t>la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estructura</a:t>
            </a:r>
            <a:r>
              <a:rPr dirty="0" sz="15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run</a:t>
            </a:r>
            <a:r>
              <a:rPr dirty="0" sz="15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5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595959"/>
                </a:solidFill>
                <a:latin typeface="Tahoma"/>
                <a:cs typeface="Tahoma"/>
              </a:rPr>
              <a:t>cada</a:t>
            </a:r>
            <a:r>
              <a:rPr dirty="0" sz="15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20">
                <a:solidFill>
                  <a:srgbClr val="595959"/>
                </a:solidFill>
                <a:latin typeface="Tahoma"/>
                <a:cs typeface="Tahoma"/>
              </a:rPr>
              <a:t>página</a:t>
            </a:r>
            <a:r>
              <a:rPr dirty="0" sz="15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libre</a:t>
            </a:r>
            <a:r>
              <a:rPr dirty="0" sz="15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5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5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propia</a:t>
            </a:r>
            <a:r>
              <a:rPr dirty="0" sz="15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595959"/>
                </a:solidFill>
                <a:latin typeface="Tahoma"/>
                <a:cs typeface="Tahoma"/>
              </a:rPr>
              <a:t>página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libre,</a:t>
            </a:r>
            <a:r>
              <a:rPr dirty="0" sz="15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595959"/>
                </a:solidFill>
                <a:latin typeface="Tahoma"/>
                <a:cs typeface="Tahoma"/>
              </a:rPr>
              <a:t>ya</a:t>
            </a:r>
            <a:r>
              <a:rPr dirty="0" sz="15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5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no</a:t>
            </a:r>
            <a:r>
              <a:rPr dirty="0" sz="15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20">
                <a:solidFill>
                  <a:srgbClr val="595959"/>
                </a:solidFill>
                <a:latin typeface="Tahoma"/>
                <a:cs typeface="Tahoma"/>
              </a:rPr>
              <a:t>hay</a:t>
            </a:r>
            <a:r>
              <a:rPr dirty="0" sz="15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25">
                <a:solidFill>
                  <a:srgbClr val="595959"/>
                </a:solidFill>
                <a:latin typeface="Tahoma"/>
                <a:cs typeface="Tahoma"/>
              </a:rPr>
              <a:t>nada</a:t>
            </a:r>
            <a:r>
              <a:rPr dirty="0" sz="15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45">
                <a:solidFill>
                  <a:srgbClr val="595959"/>
                </a:solidFill>
                <a:latin typeface="Tahoma"/>
                <a:cs typeface="Tahoma"/>
              </a:rPr>
              <a:t>más</a:t>
            </a:r>
            <a:r>
              <a:rPr dirty="0" sz="15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595959"/>
                </a:solidFill>
                <a:latin typeface="Tahoma"/>
                <a:cs typeface="Tahoma"/>
              </a:rPr>
              <a:t>almacenado</a:t>
            </a:r>
            <a:r>
              <a:rPr dirty="0" sz="15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595959"/>
                </a:solidFill>
                <a:latin typeface="Tahoma"/>
                <a:cs typeface="Tahoma"/>
              </a:rPr>
              <a:t>allí.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6457974" y="2604674"/>
            <a:ext cx="2195830" cy="923925"/>
          </a:xfrm>
          <a:prstGeom prst="rect">
            <a:avLst/>
          </a:prstGeom>
          <a:solidFill>
            <a:srgbClr val="1A1A1A"/>
          </a:solidFill>
        </p:spPr>
        <p:txBody>
          <a:bodyPr wrap="square" lIns="0" tIns="77470" rIns="0" bIns="0" rtlCol="0" vert="horz">
            <a:spAutoFit/>
          </a:bodyPr>
          <a:lstStyle/>
          <a:p>
            <a:pPr marL="163830" marR="583565" indent="-78740">
              <a:lnSpc>
                <a:spcPct val="100000"/>
              </a:lnSpc>
              <a:spcBef>
                <a:spcPts val="610"/>
              </a:spcBef>
            </a:pPr>
            <a:r>
              <a:rPr dirty="0" sz="1600">
                <a:solidFill>
                  <a:srgbClr val="FFFFFF"/>
                </a:solidFill>
                <a:latin typeface="Tahoma"/>
                <a:cs typeface="Tahoma"/>
              </a:rPr>
              <a:t>struct</a:t>
            </a:r>
            <a:r>
              <a:rPr dirty="0" sz="1600" spc="-9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FFFFFF"/>
                </a:solidFill>
                <a:latin typeface="Tahoma"/>
                <a:cs typeface="Tahoma"/>
              </a:rPr>
              <a:t>run</a:t>
            </a:r>
            <a:r>
              <a:rPr dirty="0" sz="1600" spc="-8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600" spc="-355">
                <a:solidFill>
                  <a:srgbClr val="FFFFFF"/>
                </a:solidFill>
                <a:latin typeface="Tahoma"/>
                <a:cs typeface="Tahoma"/>
              </a:rPr>
              <a:t>{</a:t>
            </a:r>
            <a:r>
              <a:rPr dirty="0" sz="1600" spc="50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FFFFFF"/>
                </a:solidFill>
                <a:latin typeface="Tahoma"/>
                <a:cs typeface="Tahoma"/>
              </a:rPr>
              <a:t>struct</a:t>
            </a:r>
            <a:r>
              <a:rPr dirty="0" sz="1600" spc="-9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FFFFFF"/>
                </a:solidFill>
                <a:latin typeface="Tahoma"/>
                <a:cs typeface="Tahoma"/>
              </a:rPr>
              <a:t>run</a:t>
            </a:r>
            <a:r>
              <a:rPr dirty="0" sz="1600" spc="-8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600" spc="-60">
                <a:solidFill>
                  <a:srgbClr val="FFFFFF"/>
                </a:solidFill>
                <a:latin typeface="Tahoma"/>
                <a:cs typeface="Tahoma"/>
              </a:rPr>
              <a:t>*next;</a:t>
            </a:r>
            <a:endParaRPr sz="1600">
              <a:latin typeface="Tahoma"/>
              <a:cs typeface="Tahoma"/>
            </a:endParaRPr>
          </a:p>
          <a:p>
            <a:pPr marL="85090">
              <a:lnSpc>
                <a:spcPct val="100000"/>
              </a:lnSpc>
            </a:pPr>
            <a:r>
              <a:rPr dirty="0" sz="1600" spc="-25">
                <a:solidFill>
                  <a:srgbClr val="FFFFFF"/>
                </a:solidFill>
                <a:latin typeface="Tahoma"/>
                <a:cs typeface="Tahoma"/>
              </a:rPr>
              <a:t>};</a:t>
            </a:r>
            <a:endParaRPr sz="16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0650">
              <a:lnSpc>
                <a:spcPct val="100000"/>
              </a:lnSpc>
              <a:spcBef>
                <a:spcPts val="140"/>
              </a:spcBef>
            </a:pPr>
            <a:r>
              <a:rPr dirty="0"/>
              <a:t>kalloc:</a:t>
            </a:r>
            <a:r>
              <a:rPr dirty="0" spc="-60"/>
              <a:t> </a:t>
            </a:r>
            <a:r>
              <a:rPr dirty="0" spc="90"/>
              <a:t>alocador</a:t>
            </a:r>
            <a:r>
              <a:rPr dirty="0" spc="-114"/>
              <a:t> </a:t>
            </a:r>
            <a:r>
              <a:rPr dirty="0" spc="114"/>
              <a:t>de</a:t>
            </a:r>
            <a:r>
              <a:rPr dirty="0" spc="-55"/>
              <a:t> </a:t>
            </a:r>
            <a:r>
              <a:rPr dirty="0" spc="65"/>
              <a:t>memoria</a:t>
            </a:r>
            <a:r>
              <a:rPr dirty="0" spc="-55"/>
              <a:t> </a:t>
            </a:r>
            <a:r>
              <a:rPr dirty="0" spc="-10"/>
              <a:t>fisica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6691149" y="3889924"/>
            <a:ext cx="1717039" cy="327025"/>
          </a:xfrm>
          <a:prstGeom prst="rect">
            <a:avLst/>
          </a:prstGeom>
          <a:solidFill>
            <a:srgbClr val="E9EDEE"/>
          </a:solidFill>
          <a:ln w="9524">
            <a:solidFill>
              <a:srgbClr val="1A1A1A"/>
            </a:solidFill>
          </a:ln>
        </p:spPr>
        <p:txBody>
          <a:bodyPr wrap="square" lIns="0" tIns="71755" rIns="0" bIns="0" rtlCol="0" vert="horz">
            <a:spAutoFit/>
          </a:bodyPr>
          <a:lstStyle/>
          <a:p>
            <a:pPr marL="676910">
              <a:lnSpc>
                <a:spcPct val="100000"/>
              </a:lnSpc>
              <a:spcBef>
                <a:spcPts val="565"/>
              </a:spcBef>
            </a:pPr>
            <a:r>
              <a:rPr dirty="0" sz="1100">
                <a:solidFill>
                  <a:srgbClr val="1A1A1A"/>
                </a:solidFill>
                <a:latin typeface="Tahoma"/>
                <a:cs typeface="Tahoma"/>
              </a:rPr>
              <a:t>struct</a:t>
            </a:r>
            <a:r>
              <a:rPr dirty="0" sz="1100" spc="-65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1A1A1A"/>
                </a:solidFill>
                <a:latin typeface="Tahoma"/>
                <a:cs typeface="Tahoma"/>
              </a:rPr>
              <a:t>run</a:t>
            </a:r>
            <a:r>
              <a:rPr dirty="0" sz="1100" spc="-65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100" spc="-20">
                <a:solidFill>
                  <a:srgbClr val="1A1A1A"/>
                </a:solidFill>
                <a:latin typeface="Tahoma"/>
                <a:cs typeface="Tahoma"/>
              </a:rPr>
              <a:t>*next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6691149" y="3396524"/>
            <a:ext cx="1717039" cy="327025"/>
          </a:xfrm>
          <a:prstGeom prst="rect">
            <a:avLst/>
          </a:prstGeom>
          <a:solidFill>
            <a:srgbClr val="E9EDEE"/>
          </a:solidFill>
          <a:ln w="9524">
            <a:solidFill>
              <a:srgbClr val="1A1A1A"/>
            </a:solidFill>
          </a:ln>
        </p:spPr>
        <p:txBody>
          <a:bodyPr wrap="square" lIns="0" tIns="71755" rIns="0" bIns="0" rtlCol="0" vert="horz">
            <a:spAutoFit/>
          </a:bodyPr>
          <a:lstStyle/>
          <a:p>
            <a:pPr marL="676910">
              <a:lnSpc>
                <a:spcPct val="100000"/>
              </a:lnSpc>
              <a:spcBef>
                <a:spcPts val="565"/>
              </a:spcBef>
            </a:pPr>
            <a:r>
              <a:rPr dirty="0" sz="1100">
                <a:solidFill>
                  <a:srgbClr val="1A1A1A"/>
                </a:solidFill>
                <a:latin typeface="Tahoma"/>
                <a:cs typeface="Tahoma"/>
              </a:rPr>
              <a:t>struct</a:t>
            </a:r>
            <a:r>
              <a:rPr dirty="0" sz="1100" spc="-65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1A1A1A"/>
                </a:solidFill>
                <a:latin typeface="Tahoma"/>
                <a:cs typeface="Tahoma"/>
              </a:rPr>
              <a:t>run</a:t>
            </a:r>
            <a:r>
              <a:rPr dirty="0" sz="1100" spc="-65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100" spc="-20">
                <a:solidFill>
                  <a:srgbClr val="1A1A1A"/>
                </a:solidFill>
                <a:latin typeface="Tahoma"/>
                <a:cs typeface="Tahoma"/>
              </a:rPr>
              <a:t>*next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6691149" y="2849950"/>
            <a:ext cx="1717039" cy="327025"/>
          </a:xfrm>
          <a:prstGeom prst="rect">
            <a:avLst/>
          </a:prstGeom>
          <a:solidFill>
            <a:srgbClr val="E9EDEE"/>
          </a:solidFill>
          <a:ln w="9524">
            <a:solidFill>
              <a:srgbClr val="1A1A1A"/>
            </a:solidFill>
          </a:ln>
        </p:spPr>
        <p:txBody>
          <a:bodyPr wrap="square" lIns="0" tIns="71755" rIns="0" bIns="0" rtlCol="0" vert="horz">
            <a:spAutoFit/>
          </a:bodyPr>
          <a:lstStyle/>
          <a:p>
            <a:pPr marL="676910">
              <a:lnSpc>
                <a:spcPct val="100000"/>
              </a:lnSpc>
              <a:spcBef>
                <a:spcPts val="565"/>
              </a:spcBef>
            </a:pPr>
            <a:r>
              <a:rPr dirty="0" sz="1100">
                <a:solidFill>
                  <a:srgbClr val="1A1A1A"/>
                </a:solidFill>
                <a:latin typeface="Tahoma"/>
                <a:cs typeface="Tahoma"/>
              </a:rPr>
              <a:t>struct</a:t>
            </a:r>
            <a:r>
              <a:rPr dirty="0" sz="1100" spc="-65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1A1A1A"/>
                </a:solidFill>
                <a:latin typeface="Tahoma"/>
                <a:cs typeface="Tahoma"/>
              </a:rPr>
              <a:t>run</a:t>
            </a:r>
            <a:r>
              <a:rPr dirty="0" sz="1100" spc="-65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100" spc="-20">
                <a:solidFill>
                  <a:srgbClr val="1A1A1A"/>
                </a:solidFill>
                <a:latin typeface="Tahoma"/>
                <a:cs typeface="Tahoma"/>
              </a:rPr>
              <a:t>*next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6691149" y="2303374"/>
            <a:ext cx="1717039" cy="327025"/>
          </a:xfrm>
          <a:prstGeom prst="rect">
            <a:avLst/>
          </a:prstGeom>
          <a:solidFill>
            <a:srgbClr val="E9EDEE"/>
          </a:solidFill>
          <a:ln w="9524">
            <a:solidFill>
              <a:srgbClr val="1A1A1A"/>
            </a:solidFill>
          </a:ln>
        </p:spPr>
        <p:txBody>
          <a:bodyPr wrap="square" lIns="0" tIns="71755" rIns="0" bIns="0" rtlCol="0" vert="horz">
            <a:spAutoFit/>
          </a:bodyPr>
          <a:lstStyle/>
          <a:p>
            <a:pPr marL="676910">
              <a:lnSpc>
                <a:spcPct val="100000"/>
              </a:lnSpc>
              <a:spcBef>
                <a:spcPts val="565"/>
              </a:spcBef>
            </a:pPr>
            <a:r>
              <a:rPr dirty="0" sz="1100">
                <a:solidFill>
                  <a:srgbClr val="1A1A1A"/>
                </a:solidFill>
                <a:latin typeface="Tahoma"/>
                <a:cs typeface="Tahoma"/>
              </a:rPr>
              <a:t>struct</a:t>
            </a:r>
            <a:r>
              <a:rPr dirty="0" sz="1100" spc="-65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1A1A1A"/>
                </a:solidFill>
                <a:latin typeface="Tahoma"/>
                <a:cs typeface="Tahoma"/>
              </a:rPr>
              <a:t>run</a:t>
            </a:r>
            <a:r>
              <a:rPr dirty="0" sz="1100" spc="-65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100" spc="-20">
                <a:solidFill>
                  <a:srgbClr val="1A1A1A"/>
                </a:solidFill>
                <a:latin typeface="Tahoma"/>
                <a:cs typeface="Tahoma"/>
              </a:rPr>
              <a:t>*next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8403287" y="2455697"/>
            <a:ext cx="247650" cy="1602740"/>
            <a:chOff x="8403287" y="2455697"/>
            <a:chExt cx="247650" cy="1602740"/>
          </a:xfrm>
        </p:grpSpPr>
        <p:sp>
          <p:nvSpPr>
            <p:cNvPr id="8" name="object 8" descr=""/>
            <p:cNvSpPr/>
            <p:nvPr/>
          </p:nvSpPr>
          <p:spPr>
            <a:xfrm>
              <a:off x="8408050" y="3562782"/>
              <a:ext cx="238125" cy="490855"/>
            </a:xfrm>
            <a:custGeom>
              <a:avLst/>
              <a:gdLst/>
              <a:ahLst/>
              <a:cxnLst/>
              <a:rect l="l" t="t" r="r" b="b"/>
              <a:pathLst>
                <a:path w="238125" h="490854">
                  <a:moveTo>
                    <a:pt x="0" y="490492"/>
                  </a:moveTo>
                  <a:lnTo>
                    <a:pt x="44412" y="484950"/>
                  </a:lnTo>
                  <a:lnTo>
                    <a:pt x="87425" y="469287"/>
                  </a:lnTo>
                  <a:lnTo>
                    <a:pt x="127646" y="444949"/>
                  </a:lnTo>
                  <a:lnTo>
                    <a:pt x="163682" y="413383"/>
                  </a:lnTo>
                  <a:lnTo>
                    <a:pt x="194141" y="376033"/>
                  </a:lnTo>
                  <a:lnTo>
                    <a:pt x="217629" y="334346"/>
                  </a:lnTo>
                  <a:lnTo>
                    <a:pt x="232754" y="289767"/>
                  </a:lnTo>
                  <a:lnTo>
                    <a:pt x="238124" y="243742"/>
                  </a:lnTo>
                  <a:lnTo>
                    <a:pt x="232811" y="197717"/>
                  </a:lnTo>
                  <a:lnTo>
                    <a:pt x="217744" y="153138"/>
                  </a:lnTo>
                  <a:lnTo>
                    <a:pt x="194317" y="111451"/>
                  </a:lnTo>
                  <a:lnTo>
                    <a:pt x="163926" y="74101"/>
                  </a:lnTo>
                  <a:lnTo>
                    <a:pt x="127964" y="42535"/>
                  </a:lnTo>
                  <a:lnTo>
                    <a:pt x="87826" y="18197"/>
                  </a:lnTo>
                  <a:lnTo>
                    <a:pt x="44906" y="2534"/>
                  </a:lnTo>
                  <a:lnTo>
                    <a:pt x="33906" y="143"/>
                  </a:lnTo>
                  <a:lnTo>
                    <a:pt x="33103" y="0"/>
                  </a:lnTo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8422515" y="3553102"/>
              <a:ext cx="30480" cy="21590"/>
            </a:xfrm>
            <a:custGeom>
              <a:avLst/>
              <a:gdLst/>
              <a:ahLst/>
              <a:cxnLst/>
              <a:rect l="l" t="t" r="r" b="b"/>
              <a:pathLst>
                <a:path w="30479" h="21589">
                  <a:moveTo>
                    <a:pt x="28317" y="21331"/>
                  </a:moveTo>
                  <a:lnTo>
                    <a:pt x="0" y="7954"/>
                  </a:lnTo>
                  <a:lnTo>
                    <a:pt x="30291" y="0"/>
                  </a:lnTo>
                  <a:lnTo>
                    <a:pt x="18638" y="9679"/>
                  </a:lnTo>
                  <a:lnTo>
                    <a:pt x="28317" y="21331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8422515" y="3553102"/>
              <a:ext cx="30480" cy="21590"/>
            </a:xfrm>
            <a:custGeom>
              <a:avLst/>
              <a:gdLst/>
              <a:ahLst/>
              <a:cxnLst/>
              <a:rect l="l" t="t" r="r" b="b"/>
              <a:pathLst>
                <a:path w="30479" h="21589">
                  <a:moveTo>
                    <a:pt x="18638" y="9679"/>
                  </a:moveTo>
                  <a:lnTo>
                    <a:pt x="30291" y="0"/>
                  </a:lnTo>
                  <a:lnTo>
                    <a:pt x="0" y="7954"/>
                  </a:lnTo>
                  <a:lnTo>
                    <a:pt x="28317" y="21331"/>
                  </a:lnTo>
                  <a:lnTo>
                    <a:pt x="18638" y="9679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8408050" y="3016599"/>
              <a:ext cx="238125" cy="543560"/>
            </a:xfrm>
            <a:custGeom>
              <a:avLst/>
              <a:gdLst/>
              <a:ahLst/>
              <a:cxnLst/>
              <a:rect l="l" t="t" r="r" b="b"/>
              <a:pathLst>
                <a:path w="238125" h="543560">
                  <a:moveTo>
                    <a:pt x="0" y="543275"/>
                  </a:moveTo>
                  <a:lnTo>
                    <a:pt x="39521" y="538401"/>
                  </a:lnTo>
                  <a:lnTo>
                    <a:pt x="78059" y="524530"/>
                  </a:lnTo>
                  <a:lnTo>
                    <a:pt x="114636" y="502786"/>
                  </a:lnTo>
                  <a:lnTo>
                    <a:pt x="148272" y="474294"/>
                  </a:lnTo>
                  <a:lnTo>
                    <a:pt x="177991" y="440178"/>
                  </a:lnTo>
                  <a:lnTo>
                    <a:pt x="202813" y="401564"/>
                  </a:lnTo>
                  <a:lnTo>
                    <a:pt x="221762" y="359575"/>
                  </a:lnTo>
                  <a:lnTo>
                    <a:pt x="233858" y="315337"/>
                  </a:lnTo>
                  <a:lnTo>
                    <a:pt x="238124" y="269975"/>
                  </a:lnTo>
                  <a:lnTo>
                    <a:pt x="232811" y="218998"/>
                  </a:lnTo>
                  <a:lnTo>
                    <a:pt x="217744" y="169622"/>
                  </a:lnTo>
                  <a:lnTo>
                    <a:pt x="194317" y="123450"/>
                  </a:lnTo>
                  <a:lnTo>
                    <a:pt x="163926" y="82081"/>
                  </a:lnTo>
                  <a:lnTo>
                    <a:pt x="127964" y="47118"/>
                  </a:lnTo>
                  <a:lnTo>
                    <a:pt x="87826" y="20161"/>
                  </a:lnTo>
                  <a:lnTo>
                    <a:pt x="44906" y="2813"/>
                  </a:lnTo>
                  <a:lnTo>
                    <a:pt x="33906" y="165"/>
                  </a:lnTo>
                  <a:lnTo>
                    <a:pt x="33073" y="0"/>
                  </a:lnTo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8422502" y="3007034"/>
              <a:ext cx="30480" cy="21590"/>
            </a:xfrm>
            <a:custGeom>
              <a:avLst/>
              <a:gdLst/>
              <a:ahLst/>
              <a:cxnLst/>
              <a:rect l="l" t="t" r="r" b="b"/>
              <a:pathLst>
                <a:path w="30479" h="21589">
                  <a:moveTo>
                    <a:pt x="28185" y="21311"/>
                  </a:moveTo>
                  <a:lnTo>
                    <a:pt x="0" y="7658"/>
                  </a:lnTo>
                  <a:lnTo>
                    <a:pt x="30367" y="0"/>
                  </a:lnTo>
                  <a:lnTo>
                    <a:pt x="18620" y="9564"/>
                  </a:lnTo>
                  <a:lnTo>
                    <a:pt x="28185" y="21311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8422502" y="3007034"/>
              <a:ext cx="30480" cy="21590"/>
            </a:xfrm>
            <a:custGeom>
              <a:avLst/>
              <a:gdLst/>
              <a:ahLst/>
              <a:cxnLst/>
              <a:rect l="l" t="t" r="r" b="b"/>
              <a:pathLst>
                <a:path w="30479" h="21589">
                  <a:moveTo>
                    <a:pt x="18620" y="9564"/>
                  </a:moveTo>
                  <a:lnTo>
                    <a:pt x="30367" y="0"/>
                  </a:lnTo>
                  <a:lnTo>
                    <a:pt x="0" y="7658"/>
                  </a:lnTo>
                  <a:lnTo>
                    <a:pt x="28185" y="21311"/>
                  </a:lnTo>
                  <a:lnTo>
                    <a:pt x="18620" y="9564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8408050" y="2470024"/>
              <a:ext cx="238125" cy="543560"/>
            </a:xfrm>
            <a:custGeom>
              <a:avLst/>
              <a:gdLst/>
              <a:ahLst/>
              <a:cxnLst/>
              <a:rect l="l" t="t" r="r" b="b"/>
              <a:pathLst>
                <a:path w="238125" h="543560">
                  <a:moveTo>
                    <a:pt x="0" y="543275"/>
                  </a:moveTo>
                  <a:lnTo>
                    <a:pt x="39521" y="538401"/>
                  </a:lnTo>
                  <a:lnTo>
                    <a:pt x="78059" y="524530"/>
                  </a:lnTo>
                  <a:lnTo>
                    <a:pt x="114636" y="502786"/>
                  </a:lnTo>
                  <a:lnTo>
                    <a:pt x="148272" y="474294"/>
                  </a:lnTo>
                  <a:lnTo>
                    <a:pt x="177991" y="440178"/>
                  </a:lnTo>
                  <a:lnTo>
                    <a:pt x="202813" y="401564"/>
                  </a:lnTo>
                  <a:lnTo>
                    <a:pt x="221762" y="359575"/>
                  </a:lnTo>
                  <a:lnTo>
                    <a:pt x="233858" y="315337"/>
                  </a:lnTo>
                  <a:lnTo>
                    <a:pt x="238124" y="269975"/>
                  </a:lnTo>
                  <a:lnTo>
                    <a:pt x="232811" y="218998"/>
                  </a:lnTo>
                  <a:lnTo>
                    <a:pt x="217744" y="169622"/>
                  </a:lnTo>
                  <a:lnTo>
                    <a:pt x="194317" y="123450"/>
                  </a:lnTo>
                  <a:lnTo>
                    <a:pt x="163926" y="82081"/>
                  </a:lnTo>
                  <a:lnTo>
                    <a:pt x="127964" y="47118"/>
                  </a:lnTo>
                  <a:lnTo>
                    <a:pt x="87826" y="20161"/>
                  </a:lnTo>
                  <a:lnTo>
                    <a:pt x="44906" y="2813"/>
                  </a:lnTo>
                  <a:lnTo>
                    <a:pt x="33906" y="165"/>
                  </a:lnTo>
                  <a:lnTo>
                    <a:pt x="33073" y="0"/>
                  </a:lnTo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8422502" y="2460459"/>
              <a:ext cx="30480" cy="21590"/>
            </a:xfrm>
            <a:custGeom>
              <a:avLst/>
              <a:gdLst/>
              <a:ahLst/>
              <a:cxnLst/>
              <a:rect l="l" t="t" r="r" b="b"/>
              <a:pathLst>
                <a:path w="30479" h="21589">
                  <a:moveTo>
                    <a:pt x="28185" y="21311"/>
                  </a:moveTo>
                  <a:lnTo>
                    <a:pt x="0" y="7658"/>
                  </a:lnTo>
                  <a:lnTo>
                    <a:pt x="30367" y="0"/>
                  </a:lnTo>
                  <a:lnTo>
                    <a:pt x="18620" y="9564"/>
                  </a:lnTo>
                  <a:lnTo>
                    <a:pt x="28185" y="21311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8422502" y="2460459"/>
              <a:ext cx="30480" cy="21590"/>
            </a:xfrm>
            <a:custGeom>
              <a:avLst/>
              <a:gdLst/>
              <a:ahLst/>
              <a:cxnLst/>
              <a:rect l="l" t="t" r="r" b="b"/>
              <a:pathLst>
                <a:path w="30479" h="21589">
                  <a:moveTo>
                    <a:pt x="18620" y="9564"/>
                  </a:moveTo>
                  <a:lnTo>
                    <a:pt x="30367" y="0"/>
                  </a:lnTo>
                  <a:lnTo>
                    <a:pt x="0" y="7658"/>
                  </a:lnTo>
                  <a:lnTo>
                    <a:pt x="28185" y="21311"/>
                  </a:lnTo>
                  <a:lnTo>
                    <a:pt x="18620" y="9564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 descr=""/>
          <p:cNvSpPr txBox="1"/>
          <p:nvPr/>
        </p:nvSpPr>
        <p:spPr>
          <a:xfrm>
            <a:off x="5011474" y="3927246"/>
            <a:ext cx="1017905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kmem.freelist</a:t>
            </a:r>
            <a:endParaRPr sz="1300">
              <a:latin typeface="Tahoma"/>
              <a:cs typeface="Tahoma"/>
            </a:endParaRPr>
          </a:p>
        </p:txBody>
      </p:sp>
      <p:grpSp>
        <p:nvGrpSpPr>
          <p:cNvPr id="18" name="object 18" descr=""/>
          <p:cNvGrpSpPr/>
          <p:nvPr/>
        </p:nvGrpSpPr>
        <p:grpSpPr>
          <a:xfrm>
            <a:off x="6115949" y="4032779"/>
            <a:ext cx="566420" cy="41275"/>
            <a:chOff x="6115949" y="4032779"/>
            <a:chExt cx="566420" cy="41275"/>
          </a:xfrm>
        </p:grpSpPr>
        <p:sp>
          <p:nvSpPr>
            <p:cNvPr id="19" name="object 19" descr=""/>
            <p:cNvSpPr/>
            <p:nvPr/>
          </p:nvSpPr>
          <p:spPr>
            <a:xfrm>
              <a:off x="6115949" y="4053275"/>
              <a:ext cx="518159" cy="0"/>
            </a:xfrm>
            <a:custGeom>
              <a:avLst/>
              <a:gdLst/>
              <a:ahLst/>
              <a:cxnLst/>
              <a:rect l="l" t="t" r="r" b="b"/>
              <a:pathLst>
                <a:path w="518159" h="0">
                  <a:moveTo>
                    <a:pt x="0" y="0"/>
                  </a:moveTo>
                  <a:lnTo>
                    <a:pt x="517949" y="0"/>
                  </a:lnTo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6633899" y="403754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0" y="31465"/>
                  </a:moveTo>
                  <a:lnTo>
                    <a:pt x="0" y="0"/>
                  </a:lnTo>
                  <a:lnTo>
                    <a:pt x="43224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6633899" y="403754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0" y="31465"/>
                  </a:moveTo>
                  <a:lnTo>
                    <a:pt x="43224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 descr=""/>
          <p:cNvSpPr txBox="1"/>
          <p:nvPr/>
        </p:nvSpPr>
        <p:spPr>
          <a:xfrm>
            <a:off x="729450" y="1998149"/>
            <a:ext cx="4209415" cy="2986405"/>
          </a:xfrm>
          <a:prstGeom prst="rect">
            <a:avLst/>
          </a:prstGeom>
          <a:solidFill>
            <a:srgbClr val="1A1A1A"/>
          </a:solidFill>
        </p:spPr>
        <p:txBody>
          <a:bodyPr wrap="square" lIns="0" tIns="78740" rIns="0" bIns="0" rtlCol="0" vert="horz">
            <a:spAutoFit/>
          </a:bodyPr>
          <a:lstStyle/>
          <a:p>
            <a:pPr marL="283845" marR="2134235" indent="-198120">
              <a:lnSpc>
                <a:spcPct val="100000"/>
              </a:lnSpc>
              <a:spcBef>
                <a:spcPts val="620"/>
              </a:spcBef>
            </a:pP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void</a:t>
            </a:r>
            <a:r>
              <a:rPr dirty="0" sz="1300" spc="-15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*</a:t>
            </a:r>
            <a:r>
              <a:rPr dirty="0" sz="1300" spc="-10" b="1">
                <a:solidFill>
                  <a:srgbClr val="FFFFFF"/>
                </a:solidFill>
                <a:latin typeface="Courier New"/>
                <a:cs typeface="Courier New"/>
              </a:rPr>
              <a:t> kalloc(void){ </a:t>
            </a: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struct</a:t>
            </a:r>
            <a:r>
              <a:rPr dirty="0" sz="1300" spc="-25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run</a:t>
            </a:r>
            <a:r>
              <a:rPr dirty="0" sz="1300" spc="-20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spc="-25" b="1">
                <a:solidFill>
                  <a:srgbClr val="FFFFFF"/>
                </a:solidFill>
                <a:latin typeface="Courier New"/>
                <a:cs typeface="Courier New"/>
              </a:rPr>
              <a:t>*r;</a:t>
            </a:r>
            <a:endParaRPr sz="13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300">
              <a:latin typeface="Courier New"/>
              <a:cs typeface="Courier New"/>
            </a:endParaRPr>
          </a:p>
          <a:p>
            <a:pPr marL="283845" marR="1936114">
              <a:lnSpc>
                <a:spcPct val="100000"/>
              </a:lnSpc>
            </a:pPr>
            <a:r>
              <a:rPr dirty="0" sz="1300" spc="-10" b="1">
                <a:solidFill>
                  <a:srgbClr val="FFFFFF"/>
                </a:solidFill>
                <a:latin typeface="Courier New"/>
                <a:cs typeface="Courier New"/>
              </a:rPr>
              <a:t>acquire(&amp;kmem.lock); </a:t>
            </a: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r</a:t>
            </a:r>
            <a:r>
              <a:rPr dirty="0" sz="1300" spc="-15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=</a:t>
            </a:r>
            <a:r>
              <a:rPr dirty="0" sz="1300" spc="-5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spc="-10" b="1">
                <a:solidFill>
                  <a:srgbClr val="FFFFFF"/>
                </a:solidFill>
                <a:latin typeface="Courier New"/>
                <a:cs typeface="Courier New"/>
              </a:rPr>
              <a:t>kmem.freelist; if(r)</a:t>
            </a:r>
            <a:endParaRPr sz="1300">
              <a:latin typeface="Courier New"/>
              <a:cs typeface="Courier New"/>
            </a:endParaRPr>
          </a:p>
          <a:p>
            <a:pPr marL="283845" marR="1341755" indent="198120">
              <a:lnSpc>
                <a:spcPct val="100000"/>
              </a:lnSpc>
            </a:pP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kmem.freelist</a:t>
            </a:r>
            <a:r>
              <a:rPr dirty="0" sz="1300" spc="-40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=</a:t>
            </a:r>
            <a:r>
              <a:rPr dirty="0" sz="1300" spc="-30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spc="-10" b="1">
                <a:solidFill>
                  <a:srgbClr val="FFFFFF"/>
                </a:solidFill>
                <a:latin typeface="Courier New"/>
                <a:cs typeface="Courier New"/>
              </a:rPr>
              <a:t>r-&gt;next; release(&amp;kmem.lock);</a:t>
            </a:r>
            <a:endParaRPr sz="13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1300">
              <a:latin typeface="Courier New"/>
              <a:cs typeface="Courier New"/>
            </a:endParaRPr>
          </a:p>
          <a:p>
            <a:pPr marL="283845">
              <a:lnSpc>
                <a:spcPct val="100000"/>
              </a:lnSpc>
            </a:pPr>
            <a:r>
              <a:rPr dirty="0" sz="1300" spc="-10" b="1">
                <a:solidFill>
                  <a:srgbClr val="FFFFFF"/>
                </a:solidFill>
                <a:latin typeface="Courier New"/>
                <a:cs typeface="Courier New"/>
              </a:rPr>
              <a:t>if(r)</a:t>
            </a:r>
            <a:endParaRPr sz="1300">
              <a:latin typeface="Courier New"/>
              <a:cs typeface="Courier New"/>
            </a:endParaRPr>
          </a:p>
          <a:p>
            <a:pPr marL="283845" marR="945515" indent="198120">
              <a:lnSpc>
                <a:spcPct val="100000"/>
              </a:lnSpc>
            </a:pP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memset((char*)r,</a:t>
            </a:r>
            <a:r>
              <a:rPr dirty="0" sz="1300" spc="-55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5,</a:t>
            </a:r>
            <a:r>
              <a:rPr dirty="0" sz="1300" spc="-45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spc="-10" b="1">
                <a:solidFill>
                  <a:srgbClr val="FFFFFF"/>
                </a:solidFill>
                <a:latin typeface="Courier New"/>
                <a:cs typeface="Courier New"/>
              </a:rPr>
              <a:t>PGSIZE); </a:t>
            </a: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return</a:t>
            </a:r>
            <a:r>
              <a:rPr dirty="0" sz="1300" spc="-30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spc="-10" b="1">
                <a:solidFill>
                  <a:srgbClr val="FFFFFF"/>
                </a:solidFill>
                <a:latin typeface="Courier New"/>
                <a:cs typeface="Courier New"/>
              </a:rPr>
              <a:t>(void*)r;</a:t>
            </a:r>
            <a:endParaRPr sz="1300">
              <a:latin typeface="Courier New"/>
              <a:cs typeface="Courier New"/>
            </a:endParaRPr>
          </a:p>
          <a:p>
            <a:pPr marL="85725">
              <a:lnSpc>
                <a:spcPct val="100000"/>
              </a:lnSpc>
            </a:pPr>
            <a:r>
              <a:rPr dirty="0" sz="1300" spc="-50" b="1">
                <a:solidFill>
                  <a:srgbClr val="FFFFFF"/>
                </a:solidFill>
                <a:latin typeface="Courier New"/>
                <a:cs typeface="Courier New"/>
              </a:rPr>
              <a:t>}</a:t>
            </a:r>
            <a:endParaRPr sz="13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0650">
              <a:lnSpc>
                <a:spcPct val="100000"/>
              </a:lnSpc>
              <a:spcBef>
                <a:spcPts val="140"/>
              </a:spcBef>
            </a:pPr>
            <a:r>
              <a:rPr dirty="0" spc="-10"/>
              <a:t>kfree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6691149" y="3889924"/>
            <a:ext cx="1717039" cy="327025"/>
          </a:xfrm>
          <a:prstGeom prst="rect">
            <a:avLst/>
          </a:prstGeom>
          <a:solidFill>
            <a:srgbClr val="E9EDEE"/>
          </a:solidFill>
          <a:ln w="9524">
            <a:solidFill>
              <a:srgbClr val="1A1A1A"/>
            </a:solidFill>
          </a:ln>
        </p:spPr>
        <p:txBody>
          <a:bodyPr wrap="square" lIns="0" tIns="71755" rIns="0" bIns="0" rtlCol="0" vert="horz">
            <a:spAutoFit/>
          </a:bodyPr>
          <a:lstStyle/>
          <a:p>
            <a:pPr marL="676910">
              <a:lnSpc>
                <a:spcPct val="100000"/>
              </a:lnSpc>
              <a:spcBef>
                <a:spcPts val="565"/>
              </a:spcBef>
            </a:pPr>
            <a:r>
              <a:rPr dirty="0" sz="1100">
                <a:solidFill>
                  <a:srgbClr val="1A1A1A"/>
                </a:solidFill>
                <a:latin typeface="Tahoma"/>
                <a:cs typeface="Tahoma"/>
              </a:rPr>
              <a:t>struct</a:t>
            </a:r>
            <a:r>
              <a:rPr dirty="0" sz="1100" spc="-65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1A1A1A"/>
                </a:solidFill>
                <a:latin typeface="Tahoma"/>
                <a:cs typeface="Tahoma"/>
              </a:rPr>
              <a:t>run</a:t>
            </a:r>
            <a:r>
              <a:rPr dirty="0" sz="1100" spc="-65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100" spc="-20">
                <a:solidFill>
                  <a:srgbClr val="1A1A1A"/>
                </a:solidFill>
                <a:latin typeface="Tahoma"/>
                <a:cs typeface="Tahoma"/>
              </a:rPr>
              <a:t>*next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6691149" y="3396524"/>
            <a:ext cx="1717039" cy="327025"/>
          </a:xfrm>
          <a:prstGeom prst="rect">
            <a:avLst/>
          </a:prstGeom>
          <a:solidFill>
            <a:srgbClr val="E9EDEE"/>
          </a:solidFill>
          <a:ln w="9524">
            <a:solidFill>
              <a:srgbClr val="1A1A1A"/>
            </a:solidFill>
          </a:ln>
        </p:spPr>
        <p:txBody>
          <a:bodyPr wrap="square" lIns="0" tIns="71755" rIns="0" bIns="0" rtlCol="0" vert="horz">
            <a:spAutoFit/>
          </a:bodyPr>
          <a:lstStyle/>
          <a:p>
            <a:pPr marL="676910">
              <a:lnSpc>
                <a:spcPct val="100000"/>
              </a:lnSpc>
              <a:spcBef>
                <a:spcPts val="565"/>
              </a:spcBef>
            </a:pPr>
            <a:r>
              <a:rPr dirty="0" sz="1100">
                <a:solidFill>
                  <a:srgbClr val="1A1A1A"/>
                </a:solidFill>
                <a:latin typeface="Tahoma"/>
                <a:cs typeface="Tahoma"/>
              </a:rPr>
              <a:t>struct</a:t>
            </a:r>
            <a:r>
              <a:rPr dirty="0" sz="1100" spc="-65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1A1A1A"/>
                </a:solidFill>
                <a:latin typeface="Tahoma"/>
                <a:cs typeface="Tahoma"/>
              </a:rPr>
              <a:t>run</a:t>
            </a:r>
            <a:r>
              <a:rPr dirty="0" sz="1100" spc="-65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100" spc="-20">
                <a:solidFill>
                  <a:srgbClr val="1A1A1A"/>
                </a:solidFill>
                <a:latin typeface="Tahoma"/>
                <a:cs typeface="Tahoma"/>
              </a:rPr>
              <a:t>*next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6691149" y="2849950"/>
            <a:ext cx="1717039" cy="327025"/>
          </a:xfrm>
          <a:prstGeom prst="rect">
            <a:avLst/>
          </a:prstGeom>
          <a:solidFill>
            <a:srgbClr val="E9EDEE"/>
          </a:solidFill>
          <a:ln w="9524">
            <a:solidFill>
              <a:srgbClr val="1A1A1A"/>
            </a:solidFill>
          </a:ln>
        </p:spPr>
        <p:txBody>
          <a:bodyPr wrap="square" lIns="0" tIns="71755" rIns="0" bIns="0" rtlCol="0" vert="horz">
            <a:spAutoFit/>
          </a:bodyPr>
          <a:lstStyle/>
          <a:p>
            <a:pPr marL="676910">
              <a:lnSpc>
                <a:spcPct val="100000"/>
              </a:lnSpc>
              <a:spcBef>
                <a:spcPts val="565"/>
              </a:spcBef>
            </a:pPr>
            <a:r>
              <a:rPr dirty="0" sz="1100">
                <a:solidFill>
                  <a:srgbClr val="1A1A1A"/>
                </a:solidFill>
                <a:latin typeface="Tahoma"/>
                <a:cs typeface="Tahoma"/>
              </a:rPr>
              <a:t>struct</a:t>
            </a:r>
            <a:r>
              <a:rPr dirty="0" sz="1100" spc="-65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1A1A1A"/>
                </a:solidFill>
                <a:latin typeface="Tahoma"/>
                <a:cs typeface="Tahoma"/>
              </a:rPr>
              <a:t>run</a:t>
            </a:r>
            <a:r>
              <a:rPr dirty="0" sz="1100" spc="-65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100" spc="-20">
                <a:solidFill>
                  <a:srgbClr val="1A1A1A"/>
                </a:solidFill>
                <a:latin typeface="Tahoma"/>
                <a:cs typeface="Tahoma"/>
              </a:rPr>
              <a:t>*next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6691149" y="2303374"/>
            <a:ext cx="1717039" cy="327025"/>
          </a:xfrm>
          <a:prstGeom prst="rect">
            <a:avLst/>
          </a:prstGeom>
          <a:solidFill>
            <a:srgbClr val="E9EDEE"/>
          </a:solidFill>
          <a:ln w="9524">
            <a:solidFill>
              <a:srgbClr val="1A1A1A"/>
            </a:solidFill>
          </a:ln>
        </p:spPr>
        <p:txBody>
          <a:bodyPr wrap="square" lIns="0" tIns="71755" rIns="0" bIns="0" rtlCol="0" vert="horz">
            <a:spAutoFit/>
          </a:bodyPr>
          <a:lstStyle/>
          <a:p>
            <a:pPr marL="676910">
              <a:lnSpc>
                <a:spcPct val="100000"/>
              </a:lnSpc>
              <a:spcBef>
                <a:spcPts val="565"/>
              </a:spcBef>
            </a:pPr>
            <a:r>
              <a:rPr dirty="0" sz="1100">
                <a:solidFill>
                  <a:srgbClr val="1A1A1A"/>
                </a:solidFill>
                <a:latin typeface="Tahoma"/>
                <a:cs typeface="Tahoma"/>
              </a:rPr>
              <a:t>struct</a:t>
            </a:r>
            <a:r>
              <a:rPr dirty="0" sz="1100" spc="-65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1A1A1A"/>
                </a:solidFill>
                <a:latin typeface="Tahoma"/>
                <a:cs typeface="Tahoma"/>
              </a:rPr>
              <a:t>run</a:t>
            </a:r>
            <a:r>
              <a:rPr dirty="0" sz="1100" spc="-65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 sz="1100" spc="-20">
                <a:solidFill>
                  <a:srgbClr val="1A1A1A"/>
                </a:solidFill>
                <a:latin typeface="Tahoma"/>
                <a:cs typeface="Tahoma"/>
              </a:rPr>
              <a:t>*next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8403287" y="2455697"/>
            <a:ext cx="247650" cy="1602740"/>
            <a:chOff x="8403287" y="2455697"/>
            <a:chExt cx="247650" cy="1602740"/>
          </a:xfrm>
        </p:grpSpPr>
        <p:sp>
          <p:nvSpPr>
            <p:cNvPr id="8" name="object 8" descr=""/>
            <p:cNvSpPr/>
            <p:nvPr/>
          </p:nvSpPr>
          <p:spPr>
            <a:xfrm>
              <a:off x="8408050" y="3562782"/>
              <a:ext cx="238125" cy="490855"/>
            </a:xfrm>
            <a:custGeom>
              <a:avLst/>
              <a:gdLst/>
              <a:ahLst/>
              <a:cxnLst/>
              <a:rect l="l" t="t" r="r" b="b"/>
              <a:pathLst>
                <a:path w="238125" h="490854">
                  <a:moveTo>
                    <a:pt x="0" y="490492"/>
                  </a:moveTo>
                  <a:lnTo>
                    <a:pt x="44412" y="484950"/>
                  </a:lnTo>
                  <a:lnTo>
                    <a:pt x="87425" y="469287"/>
                  </a:lnTo>
                  <a:lnTo>
                    <a:pt x="127646" y="444949"/>
                  </a:lnTo>
                  <a:lnTo>
                    <a:pt x="163682" y="413383"/>
                  </a:lnTo>
                  <a:lnTo>
                    <a:pt x="194141" y="376033"/>
                  </a:lnTo>
                  <a:lnTo>
                    <a:pt x="217629" y="334346"/>
                  </a:lnTo>
                  <a:lnTo>
                    <a:pt x="232754" y="289767"/>
                  </a:lnTo>
                  <a:lnTo>
                    <a:pt x="238124" y="243742"/>
                  </a:lnTo>
                  <a:lnTo>
                    <a:pt x="232811" y="197717"/>
                  </a:lnTo>
                  <a:lnTo>
                    <a:pt x="217744" y="153138"/>
                  </a:lnTo>
                  <a:lnTo>
                    <a:pt x="194317" y="111451"/>
                  </a:lnTo>
                  <a:lnTo>
                    <a:pt x="163926" y="74101"/>
                  </a:lnTo>
                  <a:lnTo>
                    <a:pt x="127964" y="42535"/>
                  </a:lnTo>
                  <a:lnTo>
                    <a:pt x="87826" y="18197"/>
                  </a:lnTo>
                  <a:lnTo>
                    <a:pt x="44906" y="2534"/>
                  </a:lnTo>
                  <a:lnTo>
                    <a:pt x="33906" y="143"/>
                  </a:lnTo>
                  <a:lnTo>
                    <a:pt x="33103" y="0"/>
                  </a:lnTo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8422515" y="3553102"/>
              <a:ext cx="30480" cy="21590"/>
            </a:xfrm>
            <a:custGeom>
              <a:avLst/>
              <a:gdLst/>
              <a:ahLst/>
              <a:cxnLst/>
              <a:rect l="l" t="t" r="r" b="b"/>
              <a:pathLst>
                <a:path w="30479" h="21589">
                  <a:moveTo>
                    <a:pt x="28317" y="21331"/>
                  </a:moveTo>
                  <a:lnTo>
                    <a:pt x="0" y="7954"/>
                  </a:lnTo>
                  <a:lnTo>
                    <a:pt x="30291" y="0"/>
                  </a:lnTo>
                  <a:lnTo>
                    <a:pt x="18638" y="9679"/>
                  </a:lnTo>
                  <a:lnTo>
                    <a:pt x="28317" y="21331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8422515" y="3553102"/>
              <a:ext cx="30480" cy="21590"/>
            </a:xfrm>
            <a:custGeom>
              <a:avLst/>
              <a:gdLst/>
              <a:ahLst/>
              <a:cxnLst/>
              <a:rect l="l" t="t" r="r" b="b"/>
              <a:pathLst>
                <a:path w="30479" h="21589">
                  <a:moveTo>
                    <a:pt x="18638" y="9679"/>
                  </a:moveTo>
                  <a:lnTo>
                    <a:pt x="30291" y="0"/>
                  </a:lnTo>
                  <a:lnTo>
                    <a:pt x="0" y="7954"/>
                  </a:lnTo>
                  <a:lnTo>
                    <a:pt x="28317" y="21331"/>
                  </a:lnTo>
                  <a:lnTo>
                    <a:pt x="18638" y="9679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8408050" y="3016599"/>
              <a:ext cx="238125" cy="543560"/>
            </a:xfrm>
            <a:custGeom>
              <a:avLst/>
              <a:gdLst/>
              <a:ahLst/>
              <a:cxnLst/>
              <a:rect l="l" t="t" r="r" b="b"/>
              <a:pathLst>
                <a:path w="238125" h="543560">
                  <a:moveTo>
                    <a:pt x="0" y="543275"/>
                  </a:moveTo>
                  <a:lnTo>
                    <a:pt x="39521" y="538401"/>
                  </a:lnTo>
                  <a:lnTo>
                    <a:pt x="78059" y="524530"/>
                  </a:lnTo>
                  <a:lnTo>
                    <a:pt x="114636" y="502786"/>
                  </a:lnTo>
                  <a:lnTo>
                    <a:pt x="148272" y="474294"/>
                  </a:lnTo>
                  <a:lnTo>
                    <a:pt x="177991" y="440178"/>
                  </a:lnTo>
                  <a:lnTo>
                    <a:pt x="202813" y="401564"/>
                  </a:lnTo>
                  <a:lnTo>
                    <a:pt x="221762" y="359575"/>
                  </a:lnTo>
                  <a:lnTo>
                    <a:pt x="233858" y="315337"/>
                  </a:lnTo>
                  <a:lnTo>
                    <a:pt x="238124" y="269975"/>
                  </a:lnTo>
                  <a:lnTo>
                    <a:pt x="232811" y="218998"/>
                  </a:lnTo>
                  <a:lnTo>
                    <a:pt x="217744" y="169622"/>
                  </a:lnTo>
                  <a:lnTo>
                    <a:pt x="194317" y="123450"/>
                  </a:lnTo>
                  <a:lnTo>
                    <a:pt x="163926" y="82081"/>
                  </a:lnTo>
                  <a:lnTo>
                    <a:pt x="127964" y="47118"/>
                  </a:lnTo>
                  <a:lnTo>
                    <a:pt x="87826" y="20161"/>
                  </a:lnTo>
                  <a:lnTo>
                    <a:pt x="44906" y="2813"/>
                  </a:lnTo>
                  <a:lnTo>
                    <a:pt x="33906" y="165"/>
                  </a:lnTo>
                  <a:lnTo>
                    <a:pt x="33073" y="0"/>
                  </a:lnTo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8422502" y="3007034"/>
              <a:ext cx="30480" cy="21590"/>
            </a:xfrm>
            <a:custGeom>
              <a:avLst/>
              <a:gdLst/>
              <a:ahLst/>
              <a:cxnLst/>
              <a:rect l="l" t="t" r="r" b="b"/>
              <a:pathLst>
                <a:path w="30479" h="21589">
                  <a:moveTo>
                    <a:pt x="28185" y="21311"/>
                  </a:moveTo>
                  <a:lnTo>
                    <a:pt x="0" y="7658"/>
                  </a:lnTo>
                  <a:lnTo>
                    <a:pt x="30367" y="0"/>
                  </a:lnTo>
                  <a:lnTo>
                    <a:pt x="18620" y="9564"/>
                  </a:lnTo>
                  <a:lnTo>
                    <a:pt x="28185" y="21311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8422502" y="3007034"/>
              <a:ext cx="30480" cy="21590"/>
            </a:xfrm>
            <a:custGeom>
              <a:avLst/>
              <a:gdLst/>
              <a:ahLst/>
              <a:cxnLst/>
              <a:rect l="l" t="t" r="r" b="b"/>
              <a:pathLst>
                <a:path w="30479" h="21589">
                  <a:moveTo>
                    <a:pt x="18620" y="9564"/>
                  </a:moveTo>
                  <a:lnTo>
                    <a:pt x="30367" y="0"/>
                  </a:lnTo>
                  <a:lnTo>
                    <a:pt x="0" y="7658"/>
                  </a:lnTo>
                  <a:lnTo>
                    <a:pt x="28185" y="21311"/>
                  </a:lnTo>
                  <a:lnTo>
                    <a:pt x="18620" y="9564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8408050" y="2470024"/>
              <a:ext cx="238125" cy="543560"/>
            </a:xfrm>
            <a:custGeom>
              <a:avLst/>
              <a:gdLst/>
              <a:ahLst/>
              <a:cxnLst/>
              <a:rect l="l" t="t" r="r" b="b"/>
              <a:pathLst>
                <a:path w="238125" h="543560">
                  <a:moveTo>
                    <a:pt x="0" y="543275"/>
                  </a:moveTo>
                  <a:lnTo>
                    <a:pt x="39521" y="538401"/>
                  </a:lnTo>
                  <a:lnTo>
                    <a:pt x="78059" y="524530"/>
                  </a:lnTo>
                  <a:lnTo>
                    <a:pt x="114636" y="502786"/>
                  </a:lnTo>
                  <a:lnTo>
                    <a:pt x="148272" y="474294"/>
                  </a:lnTo>
                  <a:lnTo>
                    <a:pt x="177991" y="440178"/>
                  </a:lnTo>
                  <a:lnTo>
                    <a:pt x="202813" y="401564"/>
                  </a:lnTo>
                  <a:lnTo>
                    <a:pt x="221762" y="359575"/>
                  </a:lnTo>
                  <a:lnTo>
                    <a:pt x="233858" y="315337"/>
                  </a:lnTo>
                  <a:lnTo>
                    <a:pt x="238124" y="269975"/>
                  </a:lnTo>
                  <a:lnTo>
                    <a:pt x="232811" y="218998"/>
                  </a:lnTo>
                  <a:lnTo>
                    <a:pt x="217744" y="169622"/>
                  </a:lnTo>
                  <a:lnTo>
                    <a:pt x="194317" y="123450"/>
                  </a:lnTo>
                  <a:lnTo>
                    <a:pt x="163926" y="82081"/>
                  </a:lnTo>
                  <a:lnTo>
                    <a:pt x="127964" y="47118"/>
                  </a:lnTo>
                  <a:lnTo>
                    <a:pt x="87826" y="20161"/>
                  </a:lnTo>
                  <a:lnTo>
                    <a:pt x="44906" y="2813"/>
                  </a:lnTo>
                  <a:lnTo>
                    <a:pt x="33906" y="165"/>
                  </a:lnTo>
                  <a:lnTo>
                    <a:pt x="33073" y="0"/>
                  </a:lnTo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8422502" y="2460459"/>
              <a:ext cx="30480" cy="21590"/>
            </a:xfrm>
            <a:custGeom>
              <a:avLst/>
              <a:gdLst/>
              <a:ahLst/>
              <a:cxnLst/>
              <a:rect l="l" t="t" r="r" b="b"/>
              <a:pathLst>
                <a:path w="30479" h="21589">
                  <a:moveTo>
                    <a:pt x="28185" y="21311"/>
                  </a:moveTo>
                  <a:lnTo>
                    <a:pt x="0" y="7658"/>
                  </a:lnTo>
                  <a:lnTo>
                    <a:pt x="30367" y="0"/>
                  </a:lnTo>
                  <a:lnTo>
                    <a:pt x="18620" y="9564"/>
                  </a:lnTo>
                  <a:lnTo>
                    <a:pt x="28185" y="21311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8422502" y="2460459"/>
              <a:ext cx="30480" cy="21590"/>
            </a:xfrm>
            <a:custGeom>
              <a:avLst/>
              <a:gdLst/>
              <a:ahLst/>
              <a:cxnLst/>
              <a:rect l="l" t="t" r="r" b="b"/>
              <a:pathLst>
                <a:path w="30479" h="21589">
                  <a:moveTo>
                    <a:pt x="18620" y="9564"/>
                  </a:moveTo>
                  <a:lnTo>
                    <a:pt x="30367" y="0"/>
                  </a:lnTo>
                  <a:lnTo>
                    <a:pt x="0" y="7658"/>
                  </a:lnTo>
                  <a:lnTo>
                    <a:pt x="28185" y="21311"/>
                  </a:lnTo>
                  <a:lnTo>
                    <a:pt x="18620" y="9564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 descr=""/>
          <p:cNvSpPr txBox="1"/>
          <p:nvPr/>
        </p:nvSpPr>
        <p:spPr>
          <a:xfrm>
            <a:off x="5011474" y="3927246"/>
            <a:ext cx="1017905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kmem.freelist</a:t>
            </a:r>
            <a:endParaRPr sz="1300">
              <a:latin typeface="Tahoma"/>
              <a:cs typeface="Tahoma"/>
            </a:endParaRPr>
          </a:p>
        </p:txBody>
      </p:sp>
      <p:grpSp>
        <p:nvGrpSpPr>
          <p:cNvPr id="18" name="object 18" descr=""/>
          <p:cNvGrpSpPr/>
          <p:nvPr/>
        </p:nvGrpSpPr>
        <p:grpSpPr>
          <a:xfrm>
            <a:off x="6115949" y="4032779"/>
            <a:ext cx="566420" cy="41275"/>
            <a:chOff x="6115949" y="4032779"/>
            <a:chExt cx="566420" cy="41275"/>
          </a:xfrm>
        </p:grpSpPr>
        <p:sp>
          <p:nvSpPr>
            <p:cNvPr id="19" name="object 19" descr=""/>
            <p:cNvSpPr/>
            <p:nvPr/>
          </p:nvSpPr>
          <p:spPr>
            <a:xfrm>
              <a:off x="6115949" y="4053275"/>
              <a:ext cx="518159" cy="0"/>
            </a:xfrm>
            <a:custGeom>
              <a:avLst/>
              <a:gdLst/>
              <a:ahLst/>
              <a:cxnLst/>
              <a:rect l="l" t="t" r="r" b="b"/>
              <a:pathLst>
                <a:path w="518159" h="0">
                  <a:moveTo>
                    <a:pt x="0" y="0"/>
                  </a:moveTo>
                  <a:lnTo>
                    <a:pt x="517949" y="0"/>
                  </a:lnTo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6633899" y="403754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0" y="31465"/>
                  </a:moveTo>
                  <a:lnTo>
                    <a:pt x="0" y="0"/>
                  </a:lnTo>
                  <a:lnTo>
                    <a:pt x="43224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6633899" y="403754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0" y="31465"/>
                  </a:moveTo>
                  <a:lnTo>
                    <a:pt x="43224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 descr=""/>
          <p:cNvSpPr txBox="1"/>
          <p:nvPr/>
        </p:nvSpPr>
        <p:spPr>
          <a:xfrm>
            <a:off x="729450" y="1998149"/>
            <a:ext cx="4209415" cy="2786380"/>
          </a:xfrm>
          <a:prstGeom prst="rect">
            <a:avLst/>
          </a:prstGeom>
          <a:solidFill>
            <a:srgbClr val="1A1A1A"/>
          </a:solidFill>
        </p:spPr>
        <p:txBody>
          <a:bodyPr wrap="square" lIns="0" tIns="78740" rIns="0" bIns="0" rtlCol="0" vert="horz">
            <a:spAutoFit/>
          </a:bodyPr>
          <a:lstStyle/>
          <a:p>
            <a:pPr marL="283845" marR="1936114" indent="-198120">
              <a:lnSpc>
                <a:spcPct val="100000"/>
              </a:lnSpc>
              <a:spcBef>
                <a:spcPts val="620"/>
              </a:spcBef>
            </a:pP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void</a:t>
            </a:r>
            <a:r>
              <a:rPr dirty="0" sz="1300" spc="-30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kfree(void</a:t>
            </a:r>
            <a:r>
              <a:rPr dirty="0" sz="1300" spc="-30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*pa)</a:t>
            </a:r>
            <a:r>
              <a:rPr dirty="0" sz="1300" spc="-30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spc="-50" b="1">
                <a:solidFill>
                  <a:srgbClr val="FFFFFF"/>
                </a:solidFill>
                <a:latin typeface="Courier New"/>
                <a:cs typeface="Courier New"/>
              </a:rPr>
              <a:t>{ </a:t>
            </a: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struct</a:t>
            </a:r>
            <a:r>
              <a:rPr dirty="0" sz="1300" spc="-25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run</a:t>
            </a:r>
            <a:r>
              <a:rPr dirty="0" sz="1300" spc="-20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spc="-25" b="1">
                <a:solidFill>
                  <a:srgbClr val="FFFFFF"/>
                </a:solidFill>
                <a:latin typeface="Courier New"/>
                <a:cs typeface="Courier New"/>
              </a:rPr>
              <a:t>*r;</a:t>
            </a:r>
            <a:endParaRPr sz="13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300">
              <a:latin typeface="Courier New"/>
              <a:cs typeface="Courier New"/>
            </a:endParaRPr>
          </a:p>
          <a:p>
            <a:pPr marL="283845">
              <a:lnSpc>
                <a:spcPct val="100000"/>
              </a:lnSpc>
            </a:pPr>
            <a:r>
              <a:rPr dirty="0" sz="1300" spc="-25" b="1">
                <a:solidFill>
                  <a:srgbClr val="FFFFFF"/>
                </a:solidFill>
                <a:latin typeface="Courier New"/>
                <a:cs typeface="Courier New"/>
              </a:rPr>
              <a:t>...</a:t>
            </a:r>
            <a:endParaRPr sz="1300">
              <a:latin typeface="Courier New"/>
              <a:cs typeface="Courier New"/>
            </a:endParaRPr>
          </a:p>
          <a:p>
            <a:pPr marL="283845" marR="1936114">
              <a:lnSpc>
                <a:spcPct val="200000"/>
              </a:lnSpc>
            </a:pP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r</a:t>
            </a:r>
            <a:r>
              <a:rPr dirty="0" sz="1300" spc="-15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=</a:t>
            </a:r>
            <a:r>
              <a:rPr dirty="0" sz="1300" spc="-15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(struct</a:t>
            </a:r>
            <a:r>
              <a:rPr dirty="0" sz="1300" spc="-15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spc="-10" b="1">
                <a:solidFill>
                  <a:srgbClr val="FFFFFF"/>
                </a:solidFill>
                <a:latin typeface="Courier New"/>
                <a:cs typeface="Courier New"/>
              </a:rPr>
              <a:t>run*)pa; acquire(&amp;kmem.lock);</a:t>
            </a:r>
            <a:endParaRPr sz="1300">
              <a:latin typeface="Courier New"/>
              <a:cs typeface="Courier New"/>
            </a:endParaRPr>
          </a:p>
          <a:p>
            <a:pPr marL="283845" marR="1539875">
              <a:lnSpc>
                <a:spcPct val="100000"/>
              </a:lnSpc>
            </a:pPr>
            <a:r>
              <a:rPr dirty="0" sz="1300" spc="-10" b="1">
                <a:solidFill>
                  <a:srgbClr val="FFFFFF"/>
                </a:solidFill>
                <a:latin typeface="Courier New"/>
                <a:cs typeface="Courier New"/>
              </a:rPr>
              <a:t>r-</a:t>
            </a: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&gt;next</a:t>
            </a:r>
            <a:r>
              <a:rPr dirty="0" sz="1300" spc="-10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=</a:t>
            </a:r>
            <a:r>
              <a:rPr dirty="0" sz="1300" spc="-10" b="1">
                <a:solidFill>
                  <a:srgbClr val="FFFFFF"/>
                </a:solidFill>
                <a:latin typeface="Courier New"/>
                <a:cs typeface="Courier New"/>
              </a:rPr>
              <a:t> kmem.freelist; </a:t>
            </a: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kmem.freelist</a:t>
            </a:r>
            <a:r>
              <a:rPr dirty="0" sz="1300" spc="-35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=</a:t>
            </a:r>
            <a:r>
              <a:rPr dirty="0" sz="1300" spc="-35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spc="-25" b="1">
                <a:solidFill>
                  <a:srgbClr val="FFFFFF"/>
                </a:solidFill>
                <a:latin typeface="Courier New"/>
                <a:cs typeface="Courier New"/>
              </a:rPr>
              <a:t>r; </a:t>
            </a:r>
            <a:r>
              <a:rPr dirty="0" sz="1300" spc="-10" b="1">
                <a:solidFill>
                  <a:srgbClr val="FFFFFF"/>
                </a:solidFill>
                <a:latin typeface="Courier New"/>
                <a:cs typeface="Courier New"/>
              </a:rPr>
              <a:t>release(&amp;kmem.lock);</a:t>
            </a:r>
            <a:endParaRPr sz="1300">
              <a:latin typeface="Courier New"/>
              <a:cs typeface="Courier New"/>
            </a:endParaRPr>
          </a:p>
          <a:p>
            <a:pPr marL="85725">
              <a:lnSpc>
                <a:spcPct val="100000"/>
              </a:lnSpc>
            </a:pPr>
            <a:r>
              <a:rPr dirty="0" sz="1300" spc="-50" b="1">
                <a:solidFill>
                  <a:srgbClr val="FFFFFF"/>
                </a:solidFill>
                <a:latin typeface="Courier New"/>
                <a:cs typeface="Courier New"/>
              </a:rPr>
              <a:t>}</a:t>
            </a:r>
            <a:endParaRPr sz="13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0650">
              <a:lnSpc>
                <a:spcPct val="100000"/>
              </a:lnSpc>
              <a:spcBef>
                <a:spcPts val="140"/>
              </a:spcBef>
            </a:pPr>
            <a:r>
              <a:rPr dirty="0"/>
              <a:t>kalloc:</a:t>
            </a:r>
            <a:r>
              <a:rPr dirty="0" spc="-60"/>
              <a:t> </a:t>
            </a:r>
            <a:r>
              <a:rPr dirty="0" spc="90"/>
              <a:t>alocador</a:t>
            </a:r>
            <a:r>
              <a:rPr dirty="0" spc="-114"/>
              <a:t> </a:t>
            </a:r>
            <a:r>
              <a:rPr dirty="0" spc="114"/>
              <a:t>de</a:t>
            </a:r>
            <a:r>
              <a:rPr dirty="0" spc="-55"/>
              <a:t> </a:t>
            </a:r>
            <a:r>
              <a:rPr dirty="0" spc="65"/>
              <a:t>memoria</a:t>
            </a:r>
            <a:r>
              <a:rPr dirty="0" spc="-55"/>
              <a:t> </a:t>
            </a:r>
            <a:r>
              <a:rPr dirty="0" spc="-10"/>
              <a:t>fisica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800675" y="1960430"/>
            <a:ext cx="7534909" cy="29762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50">
                <a:solidFill>
                  <a:srgbClr val="595959"/>
                </a:solidFill>
                <a:latin typeface="Tahoma"/>
                <a:cs typeface="Tahoma"/>
              </a:rPr>
              <a:t>Notar</a:t>
            </a:r>
            <a:r>
              <a:rPr dirty="0" sz="1800" spc="-2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20">
                <a:solidFill>
                  <a:srgbClr val="595959"/>
                </a:solidFill>
                <a:latin typeface="Tahoma"/>
                <a:cs typeface="Tahoma"/>
              </a:rPr>
              <a:t>que:</a:t>
            </a:r>
            <a:endParaRPr sz="1800">
              <a:latin typeface="Tahoma"/>
              <a:cs typeface="Tahoma"/>
            </a:endParaRPr>
          </a:p>
          <a:p>
            <a:pPr marL="469900" marR="171450" indent="-367030">
              <a:lnSpc>
                <a:spcPct val="114999"/>
              </a:lnSpc>
              <a:spcBef>
                <a:spcPts val="1200"/>
              </a:spcBef>
              <a:buFont typeface="Arial MT"/>
              <a:buChar char="●"/>
              <a:tabLst>
                <a:tab pos="469900" algn="l"/>
              </a:tabLst>
            </a:pP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kalloc</a:t>
            </a:r>
            <a:r>
              <a:rPr dirty="0" sz="18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no</a:t>
            </a:r>
            <a:r>
              <a:rPr dirty="0" sz="18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recibe</a:t>
            </a:r>
            <a:r>
              <a:rPr dirty="0" sz="18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parámetros</a:t>
            </a:r>
            <a:r>
              <a:rPr dirty="0" sz="18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porque</a:t>
            </a:r>
            <a:r>
              <a:rPr dirty="0" sz="18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siempre</a:t>
            </a:r>
            <a:r>
              <a:rPr dirty="0" sz="18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aloca</a:t>
            </a:r>
            <a:r>
              <a:rPr dirty="0" sz="18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8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45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8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25">
                <a:solidFill>
                  <a:srgbClr val="595959"/>
                </a:solidFill>
                <a:latin typeface="Tahoma"/>
                <a:cs typeface="Tahoma"/>
              </a:rPr>
              <a:t>una</a:t>
            </a:r>
            <a:r>
              <a:rPr dirty="0" sz="18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35">
                <a:solidFill>
                  <a:srgbClr val="595959"/>
                </a:solidFill>
                <a:latin typeface="Tahoma"/>
                <a:cs typeface="Tahoma"/>
              </a:rPr>
              <a:t>página</a:t>
            </a:r>
            <a:r>
              <a:rPr dirty="0" sz="18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y</a:t>
            </a:r>
            <a:r>
              <a:rPr dirty="0" sz="18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25">
                <a:solidFill>
                  <a:srgbClr val="595959"/>
                </a:solidFill>
                <a:latin typeface="Tahoma"/>
                <a:cs typeface="Tahoma"/>
              </a:rPr>
              <a:t>la </a:t>
            </a:r>
            <a:r>
              <a:rPr dirty="0" sz="1800" spc="-35">
                <a:solidFill>
                  <a:srgbClr val="595959"/>
                </a:solidFill>
                <a:latin typeface="Tahoma"/>
                <a:cs typeface="Tahoma"/>
              </a:rPr>
              <a:t>pagina</a:t>
            </a:r>
            <a:r>
              <a:rPr dirty="0" sz="18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siempre</a:t>
            </a:r>
            <a:r>
              <a:rPr dirty="0" sz="18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tiene</a:t>
            </a:r>
            <a:r>
              <a:rPr dirty="0" sz="18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tamaño</a:t>
            </a:r>
            <a:r>
              <a:rPr dirty="0" sz="18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fijo</a:t>
            </a:r>
            <a:r>
              <a:rPr dirty="0" sz="18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20">
                <a:solidFill>
                  <a:srgbClr val="595959"/>
                </a:solidFill>
                <a:latin typeface="Tahoma"/>
                <a:cs typeface="Tahoma"/>
              </a:rPr>
              <a:t>(eg.</a:t>
            </a:r>
            <a:r>
              <a:rPr dirty="0" sz="18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4</a:t>
            </a:r>
            <a:r>
              <a:rPr dirty="0" sz="18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25">
                <a:solidFill>
                  <a:srgbClr val="595959"/>
                </a:solidFill>
                <a:latin typeface="Tahoma"/>
                <a:cs typeface="Tahoma"/>
              </a:rPr>
              <a:t>Kb)</a:t>
            </a:r>
            <a:endParaRPr sz="1800">
              <a:latin typeface="Tahoma"/>
              <a:cs typeface="Tahoma"/>
            </a:endParaRPr>
          </a:p>
          <a:p>
            <a:pPr marL="469900" marR="386080" indent="-367030">
              <a:lnSpc>
                <a:spcPct val="114999"/>
              </a:lnSpc>
              <a:buFont typeface="Arial MT"/>
              <a:buChar char="●"/>
              <a:tabLst>
                <a:tab pos="469900" algn="l"/>
              </a:tabLst>
            </a:pPr>
            <a:r>
              <a:rPr dirty="0" sz="1800" spc="-45">
                <a:solidFill>
                  <a:srgbClr val="595959"/>
                </a:solidFill>
                <a:latin typeface="Tahoma"/>
                <a:cs typeface="Tahoma"/>
              </a:rPr>
              <a:t>Tanto</a:t>
            </a:r>
            <a:r>
              <a:rPr dirty="0" sz="18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kalloc</a:t>
            </a:r>
            <a:r>
              <a:rPr dirty="0" sz="18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como</a:t>
            </a:r>
            <a:r>
              <a:rPr dirty="0" sz="18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kfree</a:t>
            </a:r>
            <a:r>
              <a:rPr dirty="0" sz="18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operan</a:t>
            </a:r>
            <a:r>
              <a:rPr dirty="0" sz="18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con</a:t>
            </a:r>
            <a:r>
              <a:rPr dirty="0" sz="18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direcciones</a:t>
            </a:r>
            <a:r>
              <a:rPr dirty="0" sz="18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20">
                <a:solidFill>
                  <a:srgbClr val="595959"/>
                </a:solidFill>
                <a:latin typeface="Tahoma"/>
                <a:cs typeface="Tahoma"/>
              </a:rPr>
              <a:t>físicas,</a:t>
            </a:r>
            <a:r>
              <a:rPr dirty="0" sz="18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no</a:t>
            </a:r>
            <a:r>
              <a:rPr dirty="0" sz="18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virtuales. </a:t>
            </a:r>
            <a:r>
              <a:rPr dirty="0" sz="1800" spc="55">
                <a:solidFill>
                  <a:srgbClr val="595959"/>
                </a:solidFill>
                <a:latin typeface="Tahoma"/>
                <a:cs typeface="Tahoma"/>
              </a:rPr>
              <a:t>Otra</a:t>
            </a:r>
            <a:r>
              <a:rPr dirty="0" sz="1800" spc="-2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función</a:t>
            </a:r>
            <a:r>
              <a:rPr dirty="0" sz="1800" spc="-2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25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800" spc="-2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25">
                <a:solidFill>
                  <a:srgbClr val="595959"/>
                </a:solidFill>
                <a:latin typeface="Tahoma"/>
                <a:cs typeface="Tahoma"/>
              </a:rPr>
              <a:t>encarga</a:t>
            </a:r>
            <a:r>
              <a:rPr dirty="0" sz="1800" spc="-2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800" spc="-2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mapearlas</a:t>
            </a:r>
            <a:r>
              <a:rPr dirty="0" sz="1800" spc="-2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8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las</a:t>
            </a:r>
            <a:r>
              <a:rPr dirty="0" sz="1800" spc="-2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tablas</a:t>
            </a:r>
            <a:r>
              <a:rPr dirty="0" sz="1800" spc="-2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800" spc="-2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páginas</a:t>
            </a:r>
            <a:endParaRPr sz="1800">
              <a:latin typeface="Tahoma"/>
              <a:cs typeface="Tahoma"/>
            </a:endParaRPr>
          </a:p>
          <a:p>
            <a:pPr marL="469265" indent="-366395">
              <a:lnSpc>
                <a:spcPct val="100000"/>
              </a:lnSpc>
              <a:spcBef>
                <a:spcPts val="325"/>
              </a:spcBef>
              <a:buFont typeface="Arial MT"/>
              <a:buChar char="●"/>
              <a:tabLst>
                <a:tab pos="469265" algn="l"/>
              </a:tabLst>
            </a:pP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8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lista</a:t>
            </a:r>
            <a:r>
              <a:rPr dirty="0" sz="18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8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realidad</a:t>
            </a:r>
            <a:r>
              <a:rPr dirty="0" sz="18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funciona</a:t>
            </a:r>
            <a:r>
              <a:rPr dirty="0" sz="18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como</a:t>
            </a:r>
            <a:r>
              <a:rPr dirty="0" sz="18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25">
                <a:solidFill>
                  <a:srgbClr val="595959"/>
                </a:solidFill>
                <a:latin typeface="Tahoma"/>
                <a:cs typeface="Tahoma"/>
              </a:rPr>
              <a:t>una</a:t>
            </a:r>
            <a:r>
              <a:rPr dirty="0" sz="18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20">
                <a:solidFill>
                  <a:srgbClr val="595959"/>
                </a:solidFill>
                <a:latin typeface="Tahoma"/>
                <a:cs typeface="Tahoma"/>
              </a:rPr>
              <a:t>pila</a:t>
            </a:r>
            <a:endParaRPr sz="1800">
              <a:latin typeface="Tahoma"/>
              <a:cs typeface="Tahoma"/>
            </a:endParaRPr>
          </a:p>
          <a:p>
            <a:pPr marL="469900" marR="5080" indent="-367030">
              <a:lnSpc>
                <a:spcPct val="114999"/>
              </a:lnSpc>
              <a:buFont typeface="Arial MT"/>
              <a:buChar char="●"/>
              <a:tabLst>
                <a:tab pos="469900" algn="l"/>
              </a:tabLst>
            </a:pP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Para</a:t>
            </a:r>
            <a:r>
              <a:rPr dirty="0" sz="18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8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no</a:t>
            </a:r>
            <a:r>
              <a:rPr dirty="0" sz="18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25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8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corrompa</a:t>
            </a:r>
            <a:r>
              <a:rPr dirty="0" sz="18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8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estructura</a:t>
            </a:r>
            <a:r>
              <a:rPr dirty="0" sz="18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8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8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35">
                <a:solidFill>
                  <a:srgbClr val="595959"/>
                </a:solidFill>
                <a:latin typeface="Tahoma"/>
                <a:cs typeface="Tahoma"/>
              </a:rPr>
              <a:t>pila,</a:t>
            </a:r>
            <a:r>
              <a:rPr dirty="0" sz="18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8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modificación</a:t>
            </a:r>
            <a:r>
              <a:rPr dirty="0" sz="18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25">
                <a:solidFill>
                  <a:srgbClr val="595959"/>
                </a:solidFill>
                <a:latin typeface="Tahoma"/>
                <a:cs typeface="Tahoma"/>
              </a:rPr>
              <a:t>se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realiza</a:t>
            </a:r>
            <a:r>
              <a:rPr dirty="0" sz="18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8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25">
                <a:solidFill>
                  <a:srgbClr val="595959"/>
                </a:solidFill>
                <a:latin typeface="Tahoma"/>
                <a:cs typeface="Tahoma"/>
              </a:rPr>
              <a:t>una</a:t>
            </a:r>
            <a:r>
              <a:rPr dirty="0" sz="18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región</a:t>
            </a:r>
            <a:r>
              <a:rPr dirty="0" sz="18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crítica,</a:t>
            </a:r>
            <a:r>
              <a:rPr dirty="0" sz="18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8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25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8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construye</a:t>
            </a:r>
            <a:r>
              <a:rPr dirty="0" sz="18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con</a:t>
            </a:r>
            <a:r>
              <a:rPr dirty="0" sz="18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locks</a:t>
            </a:r>
            <a:r>
              <a:rPr dirty="0" sz="18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30">
                <a:solidFill>
                  <a:srgbClr val="595959"/>
                </a:solidFill>
                <a:latin typeface="Tahoma"/>
                <a:cs typeface="Tahoma"/>
              </a:rPr>
              <a:t>(ver</a:t>
            </a:r>
            <a:r>
              <a:rPr dirty="0" sz="18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clase</a:t>
            </a:r>
            <a:r>
              <a:rPr dirty="0" sz="18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sobre concurrencia)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0650">
              <a:lnSpc>
                <a:spcPct val="100000"/>
              </a:lnSpc>
              <a:spcBef>
                <a:spcPts val="140"/>
              </a:spcBef>
            </a:pPr>
            <a:r>
              <a:rPr dirty="0" spc="140"/>
              <a:t>Mapeo</a:t>
            </a:r>
            <a:r>
              <a:rPr dirty="0" spc="-130"/>
              <a:t> </a:t>
            </a:r>
            <a:r>
              <a:rPr dirty="0" spc="114"/>
              <a:t>de</a:t>
            </a:r>
            <a:r>
              <a:rPr dirty="0" spc="-125"/>
              <a:t> </a:t>
            </a:r>
            <a:r>
              <a:rPr dirty="0" spc="100"/>
              <a:t>páginas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88799" y="2530792"/>
            <a:ext cx="3685584" cy="2477697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863250" y="1890553"/>
            <a:ext cx="7911465" cy="21805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objetivo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0">
                <a:solidFill>
                  <a:srgbClr val="595959"/>
                </a:solidFill>
                <a:latin typeface="Tahoma"/>
                <a:cs typeface="Tahoma"/>
              </a:rPr>
              <a:t>es</a:t>
            </a:r>
            <a:r>
              <a:rPr dirty="0" sz="13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0">
                <a:solidFill>
                  <a:srgbClr val="595959"/>
                </a:solidFill>
                <a:latin typeface="Tahoma"/>
                <a:cs typeface="Tahoma"/>
              </a:rPr>
              <a:t>dada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3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dirección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virtual</a:t>
            </a:r>
            <a:r>
              <a:rPr dirty="0" sz="13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0">
                <a:solidFill>
                  <a:srgbClr val="595959"/>
                </a:solidFill>
                <a:latin typeface="Tahoma"/>
                <a:cs typeface="Tahoma"/>
              </a:rPr>
              <a:t>una</a:t>
            </a:r>
            <a:r>
              <a:rPr dirty="0" sz="13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40">
                <a:solidFill>
                  <a:srgbClr val="595959"/>
                </a:solidFill>
                <a:latin typeface="Tahoma"/>
                <a:cs typeface="Tahoma"/>
              </a:rPr>
              <a:t>página,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alocar</a:t>
            </a:r>
            <a:r>
              <a:rPr dirty="0" sz="13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0">
                <a:solidFill>
                  <a:srgbClr val="595959"/>
                </a:solidFill>
                <a:latin typeface="Tahoma"/>
                <a:cs typeface="Tahoma"/>
              </a:rPr>
              <a:t>una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0">
                <a:solidFill>
                  <a:srgbClr val="595959"/>
                </a:solidFill>
                <a:latin typeface="Tahoma"/>
                <a:cs typeface="Tahoma"/>
              </a:rPr>
              <a:t>pagina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fisica</a:t>
            </a:r>
            <a:r>
              <a:rPr dirty="0" sz="13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y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mapearla</a:t>
            </a:r>
            <a:r>
              <a:rPr dirty="0" sz="13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40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5">
                <a:solidFill>
                  <a:srgbClr val="595959"/>
                </a:solidFill>
                <a:latin typeface="Tahoma"/>
                <a:cs typeface="Tahoma"/>
              </a:rPr>
              <a:t>esa</a:t>
            </a:r>
            <a:r>
              <a:rPr dirty="0" sz="13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direccion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virtual.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Esto</a:t>
            </a:r>
            <a:r>
              <a:rPr dirty="0" sz="13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0">
                <a:solidFill>
                  <a:srgbClr val="595959"/>
                </a:solidFill>
                <a:latin typeface="Tahoma"/>
                <a:cs typeface="Tahoma"/>
              </a:rPr>
              <a:t>es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lo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3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0">
                <a:solidFill>
                  <a:srgbClr val="595959"/>
                </a:solidFill>
                <a:latin typeface="Tahoma"/>
                <a:cs typeface="Tahoma"/>
              </a:rPr>
              <a:t>hace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kernel</a:t>
            </a:r>
            <a:r>
              <a:rPr dirty="0" sz="13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0">
                <a:solidFill>
                  <a:srgbClr val="595959"/>
                </a:solidFill>
                <a:latin typeface="Tahoma"/>
                <a:cs typeface="Tahoma"/>
              </a:rPr>
              <a:t>cada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vez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3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proceso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pide</a:t>
            </a:r>
            <a:r>
              <a:rPr dirty="0" sz="13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30">
                <a:solidFill>
                  <a:srgbClr val="595959"/>
                </a:solidFill>
                <a:latin typeface="Tahoma"/>
                <a:cs typeface="Tahoma"/>
              </a:rPr>
              <a:t>más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memoria.</a:t>
            </a:r>
            <a:endParaRPr sz="13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3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1300">
              <a:latin typeface="Tahoma"/>
              <a:cs typeface="Tahoma"/>
            </a:endParaRPr>
          </a:p>
          <a:p>
            <a:pPr marL="42545" marR="5003165">
              <a:lnSpc>
                <a:spcPct val="114999"/>
              </a:lnSpc>
            </a:pP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Ejemplo</a:t>
            </a:r>
            <a:r>
              <a:rPr dirty="0" sz="13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con</a:t>
            </a:r>
            <a:r>
              <a:rPr dirty="0" sz="13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3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0">
                <a:solidFill>
                  <a:srgbClr val="595959"/>
                </a:solidFill>
                <a:latin typeface="Tahoma"/>
                <a:cs typeface="Tahoma"/>
              </a:rPr>
              <a:t>esquema</a:t>
            </a:r>
            <a:r>
              <a:rPr dirty="0" sz="13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3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2</a:t>
            </a:r>
            <a:r>
              <a:rPr dirty="0" sz="13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niveles</a:t>
            </a:r>
            <a:r>
              <a:rPr dirty="0" sz="13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5">
                <a:solidFill>
                  <a:srgbClr val="595959"/>
                </a:solidFill>
                <a:latin typeface="Tahoma"/>
                <a:cs typeface="Tahoma"/>
              </a:rPr>
              <a:t>en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x86</a:t>
            </a:r>
            <a:r>
              <a:rPr dirty="0" sz="13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40">
                <a:solidFill>
                  <a:srgbClr val="595959"/>
                </a:solidFill>
                <a:latin typeface="Tahoma"/>
                <a:cs typeface="Tahoma"/>
              </a:rPr>
              <a:t>(no</a:t>
            </a:r>
            <a:r>
              <a:rPr dirty="0" sz="1300" spc="-10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xv6):</a:t>
            </a:r>
            <a:endParaRPr sz="1300">
              <a:latin typeface="Tahoma"/>
              <a:cs typeface="Tahoma"/>
            </a:endParaRPr>
          </a:p>
          <a:p>
            <a:pPr marL="42545" marR="4732020">
              <a:lnSpc>
                <a:spcPct val="114999"/>
              </a:lnSpc>
              <a:spcBef>
                <a:spcPts val="1200"/>
              </a:spcBef>
            </a:pP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Recordar</a:t>
            </a:r>
            <a:r>
              <a:rPr dirty="0" sz="1300" spc="-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300" spc="-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los</a:t>
            </a:r>
            <a:r>
              <a:rPr dirty="0" sz="1300" spc="-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bits</a:t>
            </a:r>
            <a:r>
              <a:rPr dirty="0" sz="1300" spc="-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31-22</a:t>
            </a:r>
            <a:r>
              <a:rPr dirty="0" sz="1300" spc="-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y</a:t>
            </a:r>
            <a:r>
              <a:rPr dirty="0" sz="1300" spc="-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21-12</a:t>
            </a:r>
            <a:r>
              <a:rPr dirty="0" sz="1300" spc="-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forman </a:t>
            </a:r>
            <a:r>
              <a:rPr dirty="0" sz="1300" spc="-80" b="1">
                <a:solidFill>
                  <a:srgbClr val="595959"/>
                </a:solidFill>
                <a:latin typeface="Tahoma"/>
                <a:cs typeface="Tahoma"/>
              </a:rPr>
              <a:t>indices</a:t>
            </a:r>
            <a:r>
              <a:rPr dirty="0" sz="1300" spc="-11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dentro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las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tablas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páginas correspondientes</a:t>
            </a:r>
            <a:endParaRPr sz="13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0650">
              <a:lnSpc>
                <a:spcPct val="100000"/>
              </a:lnSpc>
              <a:spcBef>
                <a:spcPts val="140"/>
              </a:spcBef>
            </a:pPr>
            <a:r>
              <a:rPr dirty="0" spc="140"/>
              <a:t>Mapeo</a:t>
            </a:r>
            <a:r>
              <a:rPr dirty="0" spc="-130"/>
              <a:t> </a:t>
            </a:r>
            <a:r>
              <a:rPr dirty="0" spc="114"/>
              <a:t>de</a:t>
            </a:r>
            <a:r>
              <a:rPr dirty="0" spc="-125"/>
              <a:t> </a:t>
            </a:r>
            <a:r>
              <a:rPr dirty="0" spc="100"/>
              <a:t>páginas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863250" y="1890553"/>
            <a:ext cx="7976870" cy="93471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3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objetivo</a:t>
            </a:r>
            <a:r>
              <a:rPr dirty="0" sz="13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0">
                <a:solidFill>
                  <a:srgbClr val="595959"/>
                </a:solidFill>
                <a:latin typeface="Tahoma"/>
                <a:cs typeface="Tahoma"/>
              </a:rPr>
              <a:t>es</a:t>
            </a:r>
            <a:r>
              <a:rPr dirty="0" sz="13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0">
                <a:solidFill>
                  <a:srgbClr val="595959"/>
                </a:solidFill>
                <a:latin typeface="Tahoma"/>
                <a:cs typeface="Tahoma"/>
              </a:rPr>
              <a:t>dada</a:t>
            </a:r>
            <a:r>
              <a:rPr dirty="0" sz="1300" spc="-10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3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dirección</a:t>
            </a:r>
            <a:r>
              <a:rPr dirty="0" sz="13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virtual</a:t>
            </a:r>
            <a:r>
              <a:rPr dirty="0" sz="13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300" spc="-10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0">
                <a:solidFill>
                  <a:srgbClr val="595959"/>
                </a:solidFill>
                <a:latin typeface="Tahoma"/>
                <a:cs typeface="Tahoma"/>
              </a:rPr>
              <a:t>una</a:t>
            </a:r>
            <a:r>
              <a:rPr dirty="0" sz="13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40">
                <a:solidFill>
                  <a:srgbClr val="595959"/>
                </a:solidFill>
                <a:latin typeface="Tahoma"/>
                <a:cs typeface="Tahoma"/>
              </a:rPr>
              <a:t>página,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80" b="1">
                <a:solidFill>
                  <a:srgbClr val="595959"/>
                </a:solidFill>
                <a:latin typeface="Tahoma"/>
                <a:cs typeface="Tahoma"/>
              </a:rPr>
              <a:t>alocar</a:t>
            </a:r>
            <a:r>
              <a:rPr dirty="0" sz="1300" spc="-9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10" b="1">
                <a:solidFill>
                  <a:srgbClr val="595959"/>
                </a:solidFill>
                <a:latin typeface="Tahoma"/>
                <a:cs typeface="Tahoma"/>
              </a:rPr>
              <a:t>una</a:t>
            </a:r>
            <a:r>
              <a:rPr dirty="0" sz="1300" spc="-8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5" b="1">
                <a:solidFill>
                  <a:srgbClr val="595959"/>
                </a:solidFill>
                <a:latin typeface="Tahoma"/>
                <a:cs typeface="Tahoma"/>
              </a:rPr>
              <a:t>página</a:t>
            </a:r>
            <a:r>
              <a:rPr dirty="0" sz="1300" spc="-8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80" b="1">
                <a:solidFill>
                  <a:srgbClr val="595959"/>
                </a:solidFill>
                <a:latin typeface="Tahoma"/>
                <a:cs typeface="Tahoma"/>
              </a:rPr>
              <a:t>física</a:t>
            </a:r>
            <a:r>
              <a:rPr dirty="0" sz="1300" spc="-7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y</a:t>
            </a:r>
            <a:r>
              <a:rPr dirty="0" sz="13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95" b="1">
                <a:solidFill>
                  <a:srgbClr val="595959"/>
                </a:solidFill>
                <a:latin typeface="Tahoma"/>
                <a:cs typeface="Tahoma"/>
              </a:rPr>
              <a:t>mapearla</a:t>
            </a:r>
            <a:r>
              <a:rPr dirty="0" sz="1300" spc="-8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40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300" spc="-10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5">
                <a:solidFill>
                  <a:srgbClr val="595959"/>
                </a:solidFill>
                <a:latin typeface="Tahoma"/>
                <a:cs typeface="Tahoma"/>
              </a:rPr>
              <a:t>esa</a:t>
            </a:r>
            <a:r>
              <a:rPr dirty="0" sz="13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dirección</a:t>
            </a:r>
            <a:r>
              <a:rPr dirty="0" sz="13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virtual.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Esto</a:t>
            </a:r>
            <a:r>
              <a:rPr dirty="0" sz="13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0">
                <a:solidFill>
                  <a:srgbClr val="595959"/>
                </a:solidFill>
                <a:latin typeface="Tahoma"/>
                <a:cs typeface="Tahoma"/>
              </a:rPr>
              <a:t>es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lo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3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0">
                <a:solidFill>
                  <a:srgbClr val="595959"/>
                </a:solidFill>
                <a:latin typeface="Tahoma"/>
                <a:cs typeface="Tahoma"/>
              </a:rPr>
              <a:t>hace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kernel</a:t>
            </a:r>
            <a:r>
              <a:rPr dirty="0" sz="13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0">
                <a:solidFill>
                  <a:srgbClr val="595959"/>
                </a:solidFill>
                <a:latin typeface="Tahoma"/>
                <a:cs typeface="Tahoma"/>
              </a:rPr>
              <a:t>cada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vez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3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proceso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pide</a:t>
            </a:r>
            <a:r>
              <a:rPr dirty="0" sz="13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30">
                <a:solidFill>
                  <a:srgbClr val="595959"/>
                </a:solidFill>
                <a:latin typeface="Tahoma"/>
                <a:cs typeface="Tahoma"/>
              </a:rPr>
              <a:t>más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memoria.</a:t>
            </a:r>
            <a:endParaRPr sz="13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34"/>
              </a:spcBef>
            </a:pPr>
            <a:endParaRPr sz="1300">
              <a:latin typeface="Tahoma"/>
              <a:cs typeface="Tahoma"/>
            </a:endParaRPr>
          </a:p>
          <a:p>
            <a:pPr algn="ctr" marR="76200">
              <a:lnSpc>
                <a:spcPct val="100000"/>
              </a:lnSpc>
            </a:pPr>
            <a:r>
              <a:rPr dirty="0" sz="1300" b="1">
                <a:solidFill>
                  <a:srgbClr val="595959"/>
                </a:solidFill>
                <a:latin typeface="Courier New"/>
                <a:cs typeface="Courier New"/>
              </a:rPr>
              <a:t>int</a:t>
            </a:r>
            <a:r>
              <a:rPr dirty="0" sz="1300" spc="-55" b="1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595959"/>
                </a:solidFill>
                <a:latin typeface="Courier New"/>
                <a:cs typeface="Courier New"/>
              </a:rPr>
              <a:t>mappage(pte_t</a:t>
            </a:r>
            <a:r>
              <a:rPr dirty="0" sz="1300" spc="-50" b="1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1A1A1A"/>
                </a:solidFill>
                <a:latin typeface="Courier New"/>
                <a:cs typeface="Courier New"/>
              </a:rPr>
              <a:t>pagetable_level_1</a:t>
            </a:r>
            <a:r>
              <a:rPr dirty="0" sz="1300" b="1">
                <a:solidFill>
                  <a:srgbClr val="595959"/>
                </a:solidFill>
                <a:latin typeface="Courier New"/>
                <a:cs typeface="Courier New"/>
              </a:rPr>
              <a:t>[],</a:t>
            </a:r>
            <a:r>
              <a:rPr dirty="0" sz="1300" spc="-55" b="1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595959"/>
                </a:solidFill>
                <a:latin typeface="Courier New"/>
                <a:cs typeface="Courier New"/>
              </a:rPr>
              <a:t>uint32</a:t>
            </a:r>
            <a:r>
              <a:rPr dirty="0" sz="1300" spc="-50" b="1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1300" spc="-25" b="1">
                <a:solidFill>
                  <a:srgbClr val="595959"/>
                </a:solidFill>
                <a:latin typeface="Courier New"/>
                <a:cs typeface="Courier New"/>
              </a:rPr>
              <a:t>va)</a:t>
            </a:r>
            <a:endParaRPr sz="1300">
              <a:latin typeface="Courier New"/>
              <a:cs typeface="Courier New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63250" y="3361647"/>
            <a:ext cx="7876540" cy="6038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10" b="1">
                <a:solidFill>
                  <a:srgbClr val="595959"/>
                </a:solidFill>
                <a:latin typeface="Courier New"/>
                <a:cs typeface="Courier New"/>
              </a:rPr>
              <a:t>pte_t</a:t>
            </a:r>
            <a:r>
              <a:rPr dirty="0" sz="1300" spc="-515" b="1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1300" spc="-20">
                <a:solidFill>
                  <a:srgbClr val="595959"/>
                </a:solidFill>
                <a:latin typeface="Tahoma"/>
                <a:cs typeface="Tahoma"/>
              </a:rPr>
              <a:t>es</a:t>
            </a:r>
            <a:r>
              <a:rPr dirty="0" sz="13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solo</a:t>
            </a:r>
            <a:r>
              <a:rPr dirty="0" sz="13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0">
                <a:solidFill>
                  <a:srgbClr val="595959"/>
                </a:solidFill>
                <a:latin typeface="Tahoma"/>
                <a:cs typeface="Tahoma"/>
              </a:rPr>
              <a:t>una</a:t>
            </a:r>
            <a:r>
              <a:rPr dirty="0" sz="13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entrada</a:t>
            </a:r>
            <a:r>
              <a:rPr dirty="0" sz="13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3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3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tabla!</a:t>
            </a:r>
            <a:r>
              <a:rPr dirty="0" sz="13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Entonces</a:t>
            </a:r>
            <a:r>
              <a:rPr dirty="0" sz="13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3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array</a:t>
            </a:r>
            <a:r>
              <a:rPr dirty="0" sz="13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b="1">
                <a:solidFill>
                  <a:srgbClr val="595959"/>
                </a:solidFill>
                <a:latin typeface="Courier New"/>
                <a:cs typeface="Courier New"/>
              </a:rPr>
              <a:t>pte_t</a:t>
            </a:r>
            <a:r>
              <a:rPr dirty="0" sz="1300" spc="45" b="1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1300" spc="-10" b="1">
                <a:solidFill>
                  <a:srgbClr val="595959"/>
                </a:solidFill>
                <a:latin typeface="Courier New"/>
                <a:cs typeface="Courier New"/>
              </a:rPr>
              <a:t>pagetable[]</a:t>
            </a:r>
            <a:r>
              <a:rPr dirty="0" sz="1300" spc="-515" b="1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1300" spc="-20">
                <a:solidFill>
                  <a:srgbClr val="595959"/>
                </a:solidFill>
                <a:latin typeface="Tahoma"/>
                <a:cs typeface="Tahoma"/>
              </a:rPr>
              <a:t>es</a:t>
            </a:r>
            <a:r>
              <a:rPr dirty="0" sz="13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0">
                <a:solidFill>
                  <a:srgbClr val="595959"/>
                </a:solidFill>
                <a:latin typeface="Tahoma"/>
                <a:cs typeface="Tahoma"/>
              </a:rPr>
              <a:t>una</a:t>
            </a:r>
            <a:r>
              <a:rPr dirty="0" sz="13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pagetable</a:t>
            </a:r>
            <a:endParaRPr sz="13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435"/>
              </a:spcBef>
            </a:pPr>
            <a:r>
              <a:rPr dirty="0" sz="1300" b="1">
                <a:solidFill>
                  <a:srgbClr val="595959"/>
                </a:solidFill>
                <a:latin typeface="Courier New"/>
                <a:cs typeface="Courier New"/>
              </a:rPr>
              <a:t>uint32</a:t>
            </a:r>
            <a:r>
              <a:rPr dirty="0" sz="1300" spc="85" b="1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595959"/>
                </a:solidFill>
                <a:latin typeface="Courier New"/>
                <a:cs typeface="Courier New"/>
              </a:rPr>
              <a:t>va</a:t>
            </a:r>
            <a:r>
              <a:rPr dirty="0" sz="1300" spc="90" b="1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1300" spc="-20">
                <a:solidFill>
                  <a:srgbClr val="595959"/>
                </a:solidFill>
                <a:latin typeface="Tahoma"/>
                <a:cs typeface="Tahoma"/>
              </a:rPr>
              <a:t>es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dirección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0">
                <a:solidFill>
                  <a:srgbClr val="595959"/>
                </a:solidFill>
                <a:latin typeface="Tahoma"/>
                <a:cs typeface="Tahoma"/>
              </a:rPr>
              <a:t>página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virtual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0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0">
                <a:solidFill>
                  <a:srgbClr val="595959"/>
                </a:solidFill>
                <a:latin typeface="Tahoma"/>
                <a:cs typeface="Tahoma"/>
              </a:rPr>
              <a:t>desea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45">
                <a:solidFill>
                  <a:srgbClr val="595959"/>
                </a:solidFill>
                <a:latin typeface="Tahoma"/>
                <a:cs typeface="Tahoma"/>
              </a:rPr>
              <a:t>mapear.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Asumir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no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0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encuentra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ya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mapeada</a:t>
            </a:r>
            <a:endParaRPr sz="13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3611037" y="38850"/>
            <a:ext cx="5297805" cy="5066030"/>
            <a:chOff x="3611037" y="38850"/>
            <a:chExt cx="5297805" cy="506603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83625" y="38850"/>
              <a:ext cx="4524850" cy="5065799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3615799" y="2791550"/>
              <a:ext cx="1055370" cy="527685"/>
            </a:xfrm>
            <a:custGeom>
              <a:avLst/>
              <a:gdLst/>
              <a:ahLst/>
              <a:cxnLst/>
              <a:rect l="l" t="t" r="r" b="b"/>
              <a:pathLst>
                <a:path w="1055370" h="527685">
                  <a:moveTo>
                    <a:pt x="791399" y="527399"/>
                  </a:moveTo>
                  <a:lnTo>
                    <a:pt x="791399" y="395549"/>
                  </a:lnTo>
                  <a:lnTo>
                    <a:pt x="0" y="395549"/>
                  </a:lnTo>
                  <a:lnTo>
                    <a:pt x="0" y="131849"/>
                  </a:lnTo>
                  <a:lnTo>
                    <a:pt x="791399" y="131849"/>
                  </a:lnTo>
                  <a:lnTo>
                    <a:pt x="791399" y="0"/>
                  </a:lnTo>
                  <a:lnTo>
                    <a:pt x="1055099" y="263699"/>
                  </a:lnTo>
                  <a:lnTo>
                    <a:pt x="791399" y="527399"/>
                  </a:lnTo>
                  <a:close/>
                </a:path>
              </a:pathLst>
            </a:custGeom>
            <a:solidFill>
              <a:srgbClr val="E9EDE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3615799" y="2791550"/>
              <a:ext cx="1055370" cy="527685"/>
            </a:xfrm>
            <a:custGeom>
              <a:avLst/>
              <a:gdLst/>
              <a:ahLst/>
              <a:cxnLst/>
              <a:rect l="l" t="t" r="r" b="b"/>
              <a:pathLst>
                <a:path w="1055370" h="527685">
                  <a:moveTo>
                    <a:pt x="0" y="131849"/>
                  </a:moveTo>
                  <a:lnTo>
                    <a:pt x="791399" y="131849"/>
                  </a:lnTo>
                  <a:lnTo>
                    <a:pt x="791399" y="0"/>
                  </a:lnTo>
                  <a:lnTo>
                    <a:pt x="1055099" y="263699"/>
                  </a:lnTo>
                  <a:lnTo>
                    <a:pt x="791399" y="527399"/>
                  </a:lnTo>
                  <a:lnTo>
                    <a:pt x="791399" y="395549"/>
                  </a:lnTo>
                  <a:lnTo>
                    <a:pt x="0" y="395549"/>
                  </a:lnTo>
                  <a:lnTo>
                    <a:pt x="0" y="131849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02600" y="59816"/>
            <a:ext cx="751205" cy="4216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600" spc="-45"/>
              <a:t>brk()</a:t>
            </a:r>
            <a:endParaRPr sz="2600"/>
          </a:p>
        </p:txBody>
      </p:sp>
      <p:sp>
        <p:nvSpPr>
          <p:cNvPr id="7" name="object 7" descr=""/>
          <p:cNvSpPr txBox="1"/>
          <p:nvPr/>
        </p:nvSpPr>
        <p:spPr>
          <a:xfrm>
            <a:off x="578600" y="1466946"/>
            <a:ext cx="2645410" cy="1000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latin typeface="Arial"/>
                <a:cs typeface="Arial"/>
              </a:rPr>
              <a:t>sbrk(n)</a:t>
            </a:r>
            <a:r>
              <a:rPr dirty="0" sz="1600" spc="-50" b="1">
                <a:latin typeface="Arial"/>
                <a:cs typeface="Arial"/>
              </a:rPr>
              <a:t> </a:t>
            </a:r>
            <a:r>
              <a:rPr dirty="0" sz="1600">
                <a:latin typeface="Arial MT"/>
                <a:cs typeface="Arial MT"/>
              </a:rPr>
              <a:t>ajusta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el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tamaño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 spc="-25">
                <a:latin typeface="Arial MT"/>
                <a:cs typeface="Arial MT"/>
              </a:rPr>
              <a:t>del </a:t>
            </a:r>
            <a:r>
              <a:rPr dirty="0" sz="1600">
                <a:latin typeface="Arial MT"/>
                <a:cs typeface="Arial MT"/>
              </a:rPr>
              <a:t>heap</a:t>
            </a:r>
            <a:r>
              <a:rPr dirty="0" sz="1600" spc="-3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del</a:t>
            </a:r>
            <a:r>
              <a:rPr dirty="0" sz="1600" spc="-2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proceso</a:t>
            </a:r>
            <a:r>
              <a:rPr dirty="0" sz="1600" spc="-2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sumando</a:t>
            </a:r>
            <a:r>
              <a:rPr dirty="0" sz="1600" spc="-25">
                <a:latin typeface="Arial MT"/>
                <a:cs typeface="Arial MT"/>
              </a:rPr>
              <a:t> </a:t>
            </a:r>
            <a:r>
              <a:rPr dirty="0" sz="1600" spc="-50">
                <a:latin typeface="Arial MT"/>
                <a:cs typeface="Arial MT"/>
              </a:rPr>
              <a:t>o </a:t>
            </a:r>
            <a:r>
              <a:rPr dirty="0" sz="1600">
                <a:latin typeface="Arial MT"/>
                <a:cs typeface="Arial MT"/>
              </a:rPr>
              <a:t>restando</a:t>
            </a:r>
            <a:r>
              <a:rPr dirty="0" sz="1600" spc="-3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una</a:t>
            </a:r>
            <a:r>
              <a:rPr dirty="0" sz="1600" spc="-3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cantidad</a:t>
            </a:r>
            <a:r>
              <a:rPr dirty="0" sz="1600" spc="-30">
                <a:latin typeface="Arial MT"/>
                <a:cs typeface="Arial MT"/>
              </a:rPr>
              <a:t> </a:t>
            </a:r>
            <a:r>
              <a:rPr dirty="0" sz="1600" spc="-25">
                <a:latin typeface="Arial MT"/>
                <a:cs typeface="Arial MT"/>
              </a:rPr>
              <a:t>de </a:t>
            </a:r>
            <a:r>
              <a:rPr dirty="0" sz="1600">
                <a:latin typeface="Arial MT"/>
                <a:cs typeface="Arial MT"/>
              </a:rPr>
              <a:t>bytes</a:t>
            </a:r>
            <a:r>
              <a:rPr dirty="0" sz="1600" spc="-4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al</a:t>
            </a:r>
            <a:r>
              <a:rPr dirty="0" sz="1600" spc="-4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program</a:t>
            </a:r>
            <a:r>
              <a:rPr dirty="0" sz="1600" spc="-40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break.</a:t>
            </a:r>
            <a:endParaRPr sz="1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02475" y="1379787"/>
            <a:ext cx="678815" cy="382270"/>
          </a:xfrm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-25"/>
              <a:t>brk()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863250" y="1920271"/>
            <a:ext cx="7769225" cy="21012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Como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0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5">
                <a:solidFill>
                  <a:srgbClr val="595959"/>
                </a:solidFill>
                <a:latin typeface="Tahoma"/>
                <a:cs typeface="Tahoma"/>
              </a:rPr>
              <a:t>usa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kernel?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55">
                <a:solidFill>
                  <a:srgbClr val="595959"/>
                </a:solidFill>
                <a:latin typeface="Tahoma"/>
                <a:cs typeface="Tahoma"/>
              </a:rPr>
              <a:t>Eg.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System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call</a:t>
            </a:r>
            <a:r>
              <a:rPr dirty="0" sz="13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5" b="1">
                <a:solidFill>
                  <a:srgbClr val="595959"/>
                </a:solidFill>
                <a:latin typeface="Tahoma"/>
                <a:cs typeface="Tahoma"/>
              </a:rPr>
              <a:t>brk</a:t>
            </a:r>
            <a:endParaRPr sz="13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435"/>
              </a:spcBef>
            </a:pPr>
            <a:r>
              <a:rPr dirty="0" sz="1300" spc="-70" i="1">
                <a:solidFill>
                  <a:srgbClr val="595959"/>
                </a:solidFill>
                <a:latin typeface="Trebuchet MS"/>
                <a:cs typeface="Trebuchet MS"/>
              </a:rPr>
              <a:t>“Dado</a:t>
            </a:r>
            <a:r>
              <a:rPr dirty="0" sz="1300" spc="-110" i="1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300" spc="-45" i="1">
                <a:solidFill>
                  <a:srgbClr val="595959"/>
                </a:solidFill>
                <a:latin typeface="Trebuchet MS"/>
                <a:cs typeface="Trebuchet MS"/>
              </a:rPr>
              <a:t>un</a:t>
            </a:r>
            <a:r>
              <a:rPr dirty="0" sz="1300" spc="-105" i="1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300" spc="-70" i="1">
                <a:solidFill>
                  <a:srgbClr val="595959"/>
                </a:solidFill>
                <a:latin typeface="Trebuchet MS"/>
                <a:cs typeface="Trebuchet MS"/>
              </a:rPr>
              <a:t>proceso</a:t>
            </a:r>
            <a:r>
              <a:rPr dirty="0" sz="1300" spc="-105" i="1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300" spc="-90" i="1">
                <a:solidFill>
                  <a:srgbClr val="595959"/>
                </a:solidFill>
                <a:latin typeface="Trebuchet MS"/>
                <a:cs typeface="Trebuchet MS"/>
              </a:rPr>
              <a:t>determinado,</a:t>
            </a:r>
            <a:r>
              <a:rPr dirty="0" sz="1300" spc="-110" i="1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300" spc="-85" i="1">
                <a:solidFill>
                  <a:srgbClr val="595959"/>
                </a:solidFill>
                <a:latin typeface="Trebuchet MS"/>
                <a:cs typeface="Trebuchet MS"/>
              </a:rPr>
              <a:t>identificado</a:t>
            </a:r>
            <a:r>
              <a:rPr dirty="0" sz="1300" spc="-105" i="1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300" spc="-75" i="1">
                <a:solidFill>
                  <a:srgbClr val="595959"/>
                </a:solidFill>
                <a:latin typeface="Trebuchet MS"/>
                <a:cs typeface="Trebuchet MS"/>
              </a:rPr>
              <a:t>por</a:t>
            </a:r>
            <a:r>
              <a:rPr dirty="0" sz="1300" spc="-105" i="1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300" spc="-40" i="1">
                <a:solidFill>
                  <a:srgbClr val="595959"/>
                </a:solidFill>
                <a:latin typeface="Trebuchet MS"/>
                <a:cs typeface="Trebuchet MS"/>
              </a:rPr>
              <a:t>su</a:t>
            </a:r>
            <a:r>
              <a:rPr dirty="0" sz="1300" spc="-90" i="1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300" spc="-105" b="1" i="1">
                <a:solidFill>
                  <a:srgbClr val="595959"/>
                </a:solidFill>
                <a:latin typeface="Trebuchet MS"/>
                <a:cs typeface="Trebuchet MS"/>
              </a:rPr>
              <a:t>process</a:t>
            </a:r>
            <a:r>
              <a:rPr dirty="0" sz="1300" spc="-110" b="1" i="1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300" spc="-105" b="1" i="1">
                <a:solidFill>
                  <a:srgbClr val="595959"/>
                </a:solidFill>
                <a:latin typeface="Trebuchet MS"/>
                <a:cs typeface="Trebuchet MS"/>
              </a:rPr>
              <a:t>table </a:t>
            </a:r>
            <a:r>
              <a:rPr dirty="0" sz="1300" spc="-95" b="1" i="1">
                <a:solidFill>
                  <a:srgbClr val="595959"/>
                </a:solidFill>
                <a:latin typeface="Trebuchet MS"/>
                <a:cs typeface="Trebuchet MS"/>
              </a:rPr>
              <a:t>entry</a:t>
            </a:r>
            <a:r>
              <a:rPr dirty="0" sz="1300" spc="-105" b="1" i="1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300" spc="-135" i="1">
                <a:solidFill>
                  <a:srgbClr val="595959"/>
                </a:solidFill>
                <a:latin typeface="Trebuchet MS"/>
                <a:cs typeface="Trebuchet MS"/>
              </a:rPr>
              <a:t>p,</a:t>
            </a:r>
            <a:r>
              <a:rPr dirty="0" sz="1300" spc="-110" i="1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300" spc="-70" i="1">
                <a:solidFill>
                  <a:srgbClr val="595959"/>
                </a:solidFill>
                <a:latin typeface="Trebuchet MS"/>
                <a:cs typeface="Trebuchet MS"/>
              </a:rPr>
              <a:t>mapeame</a:t>
            </a:r>
            <a:r>
              <a:rPr dirty="0" sz="1300" spc="-105" i="1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300" spc="60" i="1">
                <a:solidFill>
                  <a:srgbClr val="595959"/>
                </a:solidFill>
                <a:latin typeface="Trebuchet MS"/>
                <a:cs typeface="Trebuchet MS"/>
              </a:rPr>
              <a:t>1</a:t>
            </a:r>
            <a:r>
              <a:rPr dirty="0" sz="1300" spc="-105" i="1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300" spc="-60" i="1">
                <a:solidFill>
                  <a:srgbClr val="595959"/>
                </a:solidFill>
                <a:latin typeface="Trebuchet MS"/>
                <a:cs typeface="Trebuchet MS"/>
              </a:rPr>
              <a:t>pagina</a:t>
            </a:r>
            <a:r>
              <a:rPr dirty="0" sz="1300" spc="-105" i="1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300" spc="-55" i="1">
                <a:solidFill>
                  <a:srgbClr val="595959"/>
                </a:solidFill>
                <a:latin typeface="Trebuchet MS"/>
                <a:cs typeface="Trebuchet MS"/>
              </a:rPr>
              <a:t>nueva</a:t>
            </a:r>
            <a:r>
              <a:rPr dirty="0" sz="1300" spc="-110" i="1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300" spc="-65" i="1">
                <a:solidFill>
                  <a:srgbClr val="595959"/>
                </a:solidFill>
                <a:latin typeface="Trebuchet MS"/>
                <a:cs typeface="Trebuchet MS"/>
              </a:rPr>
              <a:t>arriba</a:t>
            </a:r>
            <a:r>
              <a:rPr dirty="0" sz="1300" spc="-105" i="1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300" spc="-95" i="1">
                <a:solidFill>
                  <a:srgbClr val="595959"/>
                </a:solidFill>
                <a:latin typeface="Trebuchet MS"/>
                <a:cs typeface="Trebuchet MS"/>
              </a:rPr>
              <a:t>del</a:t>
            </a:r>
            <a:r>
              <a:rPr dirty="0" sz="1300" spc="-105" i="1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300" spc="-10" i="1">
                <a:solidFill>
                  <a:srgbClr val="595959"/>
                </a:solidFill>
                <a:latin typeface="Trebuchet MS"/>
                <a:cs typeface="Trebuchet MS"/>
              </a:rPr>
              <a:t>heap”</a:t>
            </a:r>
            <a:endParaRPr sz="13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sz="1300">
              <a:latin typeface="Trebuchet MS"/>
              <a:cs typeface="Trebuchet MS"/>
            </a:endParaRPr>
          </a:p>
          <a:p>
            <a:pPr marL="2401570" marR="2610485">
              <a:lnSpc>
                <a:spcPts val="1370"/>
              </a:lnSpc>
            </a:pPr>
            <a:r>
              <a:rPr dirty="0" sz="1200" spc="-20" b="1">
                <a:solidFill>
                  <a:srgbClr val="595959"/>
                </a:solidFill>
                <a:latin typeface="Courier New"/>
                <a:cs typeface="Courier New"/>
              </a:rPr>
              <a:t>mappage(p-</a:t>
            </a:r>
            <a:r>
              <a:rPr dirty="0" sz="1200" b="1">
                <a:solidFill>
                  <a:srgbClr val="595959"/>
                </a:solidFill>
                <a:latin typeface="Courier New"/>
                <a:cs typeface="Courier New"/>
              </a:rPr>
              <a:t>&gt;pagetable,</a:t>
            </a:r>
            <a:r>
              <a:rPr dirty="0" sz="1200" spc="-40" b="1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1200" spc="-20" b="1">
                <a:solidFill>
                  <a:srgbClr val="595959"/>
                </a:solidFill>
                <a:latin typeface="Courier New"/>
                <a:cs typeface="Courier New"/>
              </a:rPr>
              <a:t>p-</a:t>
            </a:r>
            <a:r>
              <a:rPr dirty="0" sz="1200" spc="-10" b="1">
                <a:solidFill>
                  <a:srgbClr val="595959"/>
                </a:solidFill>
                <a:latin typeface="Courier New"/>
                <a:cs typeface="Courier New"/>
              </a:rPr>
              <a:t>&gt;brk); </a:t>
            </a:r>
            <a:r>
              <a:rPr dirty="0" sz="1200" spc="-20" b="1">
                <a:solidFill>
                  <a:srgbClr val="595959"/>
                </a:solidFill>
                <a:latin typeface="Courier New"/>
                <a:cs typeface="Courier New"/>
              </a:rPr>
              <a:t>p-</a:t>
            </a:r>
            <a:r>
              <a:rPr dirty="0" sz="1200" b="1">
                <a:solidFill>
                  <a:srgbClr val="595959"/>
                </a:solidFill>
                <a:latin typeface="Courier New"/>
                <a:cs typeface="Courier New"/>
              </a:rPr>
              <a:t>&gt;brk</a:t>
            </a:r>
            <a:r>
              <a:rPr dirty="0" sz="1200" spc="-25" b="1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1200" b="1">
                <a:solidFill>
                  <a:srgbClr val="595959"/>
                </a:solidFill>
                <a:latin typeface="Courier New"/>
                <a:cs typeface="Courier New"/>
              </a:rPr>
              <a:t>+=</a:t>
            </a:r>
            <a:r>
              <a:rPr dirty="0" sz="1200" spc="-25" b="1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1200" spc="-20" b="1">
                <a:solidFill>
                  <a:srgbClr val="595959"/>
                </a:solidFill>
                <a:latin typeface="Courier New"/>
                <a:cs typeface="Courier New"/>
              </a:rPr>
              <a:t>4096</a:t>
            </a:r>
            <a:endParaRPr sz="12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190"/>
              </a:spcBef>
            </a:pPr>
            <a:endParaRPr sz="1200">
              <a:latin typeface="Courier New"/>
              <a:cs typeface="Courier New"/>
            </a:endParaRPr>
          </a:p>
          <a:p>
            <a:pPr marL="12700" marR="5080">
              <a:lnSpc>
                <a:spcPct val="114999"/>
              </a:lnSpc>
            </a:pPr>
            <a:r>
              <a:rPr dirty="0" sz="1300" spc="90">
                <a:solidFill>
                  <a:srgbClr val="595959"/>
                </a:solidFill>
                <a:latin typeface="Tahoma"/>
                <a:cs typeface="Tahoma"/>
              </a:rPr>
              <a:t>Me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interesa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donde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va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40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terminar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5">
                <a:solidFill>
                  <a:srgbClr val="595959"/>
                </a:solidFill>
                <a:latin typeface="Tahoma"/>
                <a:cs typeface="Tahoma"/>
              </a:rPr>
              <a:t>mapeada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0">
                <a:solidFill>
                  <a:srgbClr val="595959"/>
                </a:solidFill>
                <a:latin typeface="Tahoma"/>
                <a:cs typeface="Tahoma"/>
              </a:rPr>
              <a:t>página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35">
                <a:solidFill>
                  <a:srgbClr val="595959"/>
                </a:solidFill>
                <a:latin typeface="Tahoma"/>
                <a:cs typeface="Tahoma"/>
              </a:rPr>
              <a:t>(ie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su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dirección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35">
                <a:solidFill>
                  <a:srgbClr val="595959"/>
                </a:solidFill>
                <a:latin typeface="Tahoma"/>
                <a:cs typeface="Tahoma"/>
              </a:rPr>
              <a:t>virtual)...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no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5">
                <a:solidFill>
                  <a:srgbClr val="595959"/>
                </a:solidFill>
                <a:latin typeface="Tahoma"/>
                <a:cs typeface="Tahoma"/>
              </a:rPr>
              <a:t>me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interesa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donde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5">
                <a:solidFill>
                  <a:srgbClr val="595959"/>
                </a:solidFill>
                <a:latin typeface="Tahoma"/>
                <a:cs typeface="Tahoma"/>
              </a:rPr>
              <a:t>saca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5">
                <a:solidFill>
                  <a:srgbClr val="595959"/>
                </a:solidFill>
                <a:latin typeface="Tahoma"/>
                <a:cs typeface="Tahoma"/>
              </a:rPr>
              <a:t>la </a:t>
            </a:r>
            <a:r>
              <a:rPr dirty="0" sz="1300" spc="-20">
                <a:solidFill>
                  <a:srgbClr val="595959"/>
                </a:solidFill>
                <a:latin typeface="Tahoma"/>
                <a:cs typeface="Tahoma"/>
              </a:rPr>
              <a:t>página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fisica</a:t>
            </a:r>
            <a:r>
              <a:rPr dirty="0" sz="13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35">
                <a:solidFill>
                  <a:srgbClr val="595959"/>
                </a:solidFill>
                <a:latin typeface="Tahoma"/>
                <a:cs typeface="Tahoma"/>
              </a:rPr>
              <a:t>(ie</a:t>
            </a:r>
            <a:r>
              <a:rPr dirty="0" sz="13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su</a:t>
            </a:r>
            <a:r>
              <a:rPr dirty="0" sz="13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dirección</a:t>
            </a:r>
            <a:r>
              <a:rPr dirty="0" sz="13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física)</a:t>
            </a:r>
            <a:endParaRPr sz="13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0650">
              <a:lnSpc>
                <a:spcPct val="100000"/>
              </a:lnSpc>
              <a:spcBef>
                <a:spcPts val="140"/>
              </a:spcBef>
            </a:pPr>
            <a:r>
              <a:rPr dirty="0" spc="140"/>
              <a:t>Mapeo</a:t>
            </a:r>
            <a:r>
              <a:rPr dirty="0" spc="-130"/>
              <a:t> </a:t>
            </a:r>
            <a:r>
              <a:rPr dirty="0" spc="114"/>
              <a:t>de</a:t>
            </a:r>
            <a:r>
              <a:rPr dirty="0" spc="-125"/>
              <a:t> </a:t>
            </a:r>
            <a:r>
              <a:rPr dirty="0" spc="100"/>
              <a:t>páginas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756900" y="1919255"/>
            <a:ext cx="7564755" cy="22885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Asuma</a:t>
            </a:r>
            <a:r>
              <a:rPr dirty="0" sz="15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5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dispone</a:t>
            </a:r>
            <a:r>
              <a:rPr dirty="0" sz="15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5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595959"/>
                </a:solidFill>
                <a:latin typeface="Tahoma"/>
                <a:cs typeface="Tahoma"/>
              </a:rPr>
              <a:t>las</a:t>
            </a:r>
            <a:r>
              <a:rPr dirty="0" sz="15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siguientes</a:t>
            </a:r>
            <a:r>
              <a:rPr dirty="0" sz="15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funciones</a:t>
            </a:r>
            <a:r>
              <a:rPr dirty="0" sz="15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65">
                <a:solidFill>
                  <a:srgbClr val="595959"/>
                </a:solidFill>
                <a:latin typeface="Tahoma"/>
                <a:cs typeface="Tahoma"/>
              </a:rPr>
              <a:t>(en</a:t>
            </a:r>
            <a:r>
              <a:rPr dirty="0" sz="15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verde</a:t>
            </a:r>
            <a:r>
              <a:rPr dirty="0" sz="15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5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5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código</a:t>
            </a:r>
            <a:r>
              <a:rPr dirty="0" sz="15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595959"/>
                </a:solidFill>
                <a:latin typeface="Tahoma"/>
                <a:cs typeface="Tahoma"/>
              </a:rPr>
              <a:t>siguiente):</a:t>
            </a:r>
            <a:endParaRPr sz="1500">
              <a:latin typeface="Tahoma"/>
              <a:cs typeface="Tahoma"/>
            </a:endParaRPr>
          </a:p>
          <a:p>
            <a:pPr marL="469900" marR="366395" indent="-344170">
              <a:lnSpc>
                <a:spcPct val="114999"/>
              </a:lnSpc>
              <a:spcBef>
                <a:spcPts val="1200"/>
              </a:spcBef>
              <a:buFont typeface="Arial MT"/>
              <a:buChar char="●"/>
              <a:tabLst>
                <a:tab pos="469900" algn="l"/>
              </a:tabLst>
            </a:pPr>
            <a:r>
              <a:rPr dirty="0" sz="1500" b="1">
                <a:solidFill>
                  <a:srgbClr val="595959"/>
                </a:solidFill>
                <a:latin typeface="Courier New"/>
                <a:cs typeface="Courier New"/>
              </a:rPr>
              <a:t>uint32</a:t>
            </a:r>
            <a:r>
              <a:rPr dirty="0" sz="1500" spc="65" b="1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1500" spc="-10" b="1">
                <a:solidFill>
                  <a:srgbClr val="595959"/>
                </a:solidFill>
                <a:latin typeface="Courier New"/>
                <a:cs typeface="Courier New"/>
              </a:rPr>
              <a:t>kalloc():</a:t>
            </a:r>
            <a:r>
              <a:rPr dirty="0" sz="1500" spc="-585" b="1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aloca</a:t>
            </a:r>
            <a:r>
              <a:rPr dirty="0" sz="15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y</a:t>
            </a:r>
            <a:r>
              <a:rPr dirty="0" sz="15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devuelve</a:t>
            </a:r>
            <a:r>
              <a:rPr dirty="0" sz="15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5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dirección</a:t>
            </a:r>
            <a:r>
              <a:rPr dirty="0" sz="15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física</a:t>
            </a:r>
            <a:r>
              <a:rPr dirty="0" sz="15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5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5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595959"/>
                </a:solidFill>
                <a:latin typeface="Tahoma"/>
                <a:cs typeface="Tahoma"/>
              </a:rPr>
              <a:t>frame</a:t>
            </a:r>
            <a:r>
              <a:rPr dirty="0" sz="15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5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595959"/>
                </a:solidFill>
                <a:latin typeface="Tahoma"/>
                <a:cs typeface="Tahoma"/>
              </a:rPr>
              <a:t>memoria disponible</a:t>
            </a:r>
            <a:endParaRPr sz="15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470"/>
              </a:spcBef>
            </a:pP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Funciones</a:t>
            </a:r>
            <a:r>
              <a:rPr dirty="0" sz="15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auxiliares</a:t>
            </a:r>
            <a:r>
              <a:rPr dirty="0" sz="15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595959"/>
                </a:solidFill>
                <a:latin typeface="Tahoma"/>
                <a:cs typeface="Tahoma"/>
              </a:rPr>
              <a:t>para</a:t>
            </a:r>
            <a:r>
              <a:rPr dirty="0" sz="15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operar</a:t>
            </a:r>
            <a:r>
              <a:rPr dirty="0" sz="15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con</a:t>
            </a:r>
            <a:r>
              <a:rPr dirty="0" sz="15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30">
                <a:solidFill>
                  <a:srgbClr val="595959"/>
                </a:solidFill>
                <a:latin typeface="Tahoma"/>
                <a:cs typeface="Tahoma"/>
              </a:rPr>
              <a:t>page</a:t>
            </a:r>
            <a:r>
              <a:rPr dirty="0" sz="15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table</a:t>
            </a:r>
            <a:r>
              <a:rPr dirty="0" sz="15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595959"/>
                </a:solidFill>
                <a:latin typeface="Tahoma"/>
                <a:cs typeface="Tahoma"/>
              </a:rPr>
              <a:t>entries</a:t>
            </a:r>
            <a:endParaRPr sz="1500">
              <a:latin typeface="Tahoma"/>
              <a:cs typeface="Tahoma"/>
            </a:endParaRPr>
          </a:p>
          <a:p>
            <a:pPr marL="469900" marR="5080" indent="-344170">
              <a:lnSpc>
                <a:spcPct val="114999"/>
              </a:lnSpc>
              <a:spcBef>
                <a:spcPts val="1200"/>
              </a:spcBef>
              <a:buFont typeface="Arial MT"/>
              <a:buChar char="●"/>
              <a:tabLst>
                <a:tab pos="469900" algn="l"/>
              </a:tabLst>
            </a:pPr>
            <a:r>
              <a:rPr dirty="0" sz="1500" b="1">
                <a:solidFill>
                  <a:srgbClr val="595959"/>
                </a:solidFill>
                <a:latin typeface="Courier New"/>
                <a:cs typeface="Courier New"/>
              </a:rPr>
              <a:t>void</a:t>
            </a:r>
            <a:r>
              <a:rPr dirty="0" sz="1500" spc="10" b="1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1500" b="1">
                <a:solidFill>
                  <a:srgbClr val="595959"/>
                </a:solidFill>
                <a:latin typeface="Courier New"/>
                <a:cs typeface="Courier New"/>
              </a:rPr>
              <a:t>pte_init(pte_t*</a:t>
            </a:r>
            <a:r>
              <a:rPr dirty="0" sz="1500" spc="10" b="1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1500" b="1">
                <a:solidFill>
                  <a:srgbClr val="595959"/>
                </a:solidFill>
                <a:latin typeface="Courier New"/>
                <a:cs typeface="Courier New"/>
              </a:rPr>
              <a:t>pte,</a:t>
            </a:r>
            <a:r>
              <a:rPr dirty="0" sz="1500" spc="10" b="1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1500" b="1">
                <a:solidFill>
                  <a:srgbClr val="595959"/>
                </a:solidFill>
                <a:latin typeface="Courier New"/>
                <a:cs typeface="Courier New"/>
              </a:rPr>
              <a:t>uint32</a:t>
            </a:r>
            <a:r>
              <a:rPr dirty="0" sz="1500" spc="10" b="1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1500" b="1">
                <a:solidFill>
                  <a:srgbClr val="595959"/>
                </a:solidFill>
                <a:latin typeface="Courier New"/>
                <a:cs typeface="Courier New"/>
              </a:rPr>
              <a:t>pa,</a:t>
            </a:r>
            <a:r>
              <a:rPr dirty="0" sz="1500" spc="10" b="1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1500" b="1">
                <a:solidFill>
                  <a:srgbClr val="595959"/>
                </a:solidFill>
                <a:latin typeface="Courier New"/>
                <a:cs typeface="Courier New"/>
              </a:rPr>
              <a:t>uint32</a:t>
            </a:r>
            <a:r>
              <a:rPr dirty="0" sz="1500" spc="10" b="1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1500" spc="-10" b="1">
                <a:solidFill>
                  <a:srgbClr val="595959"/>
                </a:solidFill>
                <a:latin typeface="Courier New"/>
                <a:cs typeface="Courier New"/>
              </a:rPr>
              <a:t>flags):</a:t>
            </a:r>
            <a:r>
              <a:rPr dirty="0" sz="1500" spc="-600" b="1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inicializa</a:t>
            </a:r>
            <a:r>
              <a:rPr dirty="0" sz="15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5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25">
                <a:solidFill>
                  <a:srgbClr val="595959"/>
                </a:solidFill>
                <a:latin typeface="Tahoma"/>
                <a:cs typeface="Tahoma"/>
              </a:rPr>
              <a:t>pte </a:t>
            </a:r>
            <a:r>
              <a:rPr dirty="0" sz="1500" spc="-10">
                <a:solidFill>
                  <a:srgbClr val="595959"/>
                </a:solidFill>
                <a:latin typeface="Tahoma"/>
                <a:cs typeface="Tahoma"/>
              </a:rPr>
              <a:t>para</a:t>
            </a:r>
            <a:r>
              <a:rPr dirty="0" sz="15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apuntar</a:t>
            </a:r>
            <a:r>
              <a:rPr dirty="0" sz="15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40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5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5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dirección</a:t>
            </a:r>
            <a:r>
              <a:rPr dirty="0" sz="15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física</a:t>
            </a:r>
            <a:r>
              <a:rPr dirty="0" sz="15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25">
                <a:solidFill>
                  <a:srgbClr val="595959"/>
                </a:solidFill>
                <a:latin typeface="Tahoma"/>
                <a:cs typeface="Tahoma"/>
              </a:rPr>
              <a:t>pa</a:t>
            </a:r>
            <a:endParaRPr sz="1500">
              <a:latin typeface="Tahoma"/>
              <a:cs typeface="Tahoma"/>
            </a:endParaRPr>
          </a:p>
          <a:p>
            <a:pPr marL="469265" indent="-343535">
              <a:lnSpc>
                <a:spcPct val="100000"/>
              </a:lnSpc>
              <a:spcBef>
                <a:spcPts val="270"/>
              </a:spcBef>
              <a:buFont typeface="Arial MT"/>
              <a:buChar char="●"/>
              <a:tabLst>
                <a:tab pos="469265" algn="l"/>
              </a:tabLst>
            </a:pPr>
            <a:r>
              <a:rPr dirty="0" sz="1500" b="1">
                <a:solidFill>
                  <a:srgbClr val="595959"/>
                </a:solidFill>
                <a:latin typeface="Courier New"/>
                <a:cs typeface="Courier New"/>
              </a:rPr>
              <a:t>uint32</a:t>
            </a:r>
            <a:r>
              <a:rPr dirty="0" sz="1500" spc="35" b="1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1500" b="1">
                <a:solidFill>
                  <a:srgbClr val="595959"/>
                </a:solidFill>
                <a:latin typeface="Courier New"/>
                <a:cs typeface="Courier New"/>
              </a:rPr>
              <a:t>pte_pa(pte_t</a:t>
            </a:r>
            <a:r>
              <a:rPr dirty="0" sz="1500" spc="35" b="1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1500" b="1">
                <a:solidFill>
                  <a:srgbClr val="595959"/>
                </a:solidFill>
                <a:latin typeface="Courier New"/>
                <a:cs typeface="Courier New"/>
              </a:rPr>
              <a:t>pte):</a:t>
            </a:r>
            <a:r>
              <a:rPr dirty="0" sz="1500" spc="45" b="1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devuelve</a:t>
            </a:r>
            <a:r>
              <a:rPr dirty="0" sz="15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5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dirección</a:t>
            </a:r>
            <a:r>
              <a:rPr dirty="0" sz="15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física</a:t>
            </a:r>
            <a:r>
              <a:rPr dirty="0" sz="15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595959"/>
                </a:solidFill>
                <a:latin typeface="Tahoma"/>
                <a:cs typeface="Tahoma"/>
              </a:rPr>
              <a:t>asociada</a:t>
            </a:r>
            <a:r>
              <a:rPr dirty="0" sz="15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al</a:t>
            </a:r>
            <a:r>
              <a:rPr dirty="0" sz="15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25">
                <a:solidFill>
                  <a:srgbClr val="595959"/>
                </a:solidFill>
                <a:latin typeface="Tahoma"/>
                <a:cs typeface="Tahoma"/>
              </a:rPr>
              <a:t>pte</a:t>
            </a:r>
            <a:endParaRPr sz="15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320049" y="575524"/>
            <a:ext cx="8606790" cy="2324100"/>
          </a:xfrm>
          <a:prstGeom prst="rect">
            <a:avLst/>
          </a:prstGeom>
          <a:solidFill>
            <a:srgbClr val="E9EDEE"/>
          </a:solidFill>
          <a:ln w="9524">
            <a:solidFill>
              <a:srgbClr val="000000"/>
            </a:solidFill>
          </a:ln>
        </p:spPr>
        <p:txBody>
          <a:bodyPr wrap="square" lIns="0" tIns="78105" rIns="0" bIns="0" rtlCol="0" vert="horz">
            <a:spAutoFit/>
          </a:bodyPr>
          <a:lstStyle/>
          <a:p>
            <a:pPr marL="85725">
              <a:lnSpc>
                <a:spcPct val="100000"/>
              </a:lnSpc>
              <a:spcBef>
                <a:spcPts val="615"/>
              </a:spcBef>
            </a:pPr>
            <a:r>
              <a:rPr dirty="0" sz="1400" b="1">
                <a:latin typeface="Courier New"/>
                <a:cs typeface="Courier New"/>
              </a:rPr>
              <a:t>void</a:t>
            </a:r>
            <a:r>
              <a:rPr dirty="0" sz="1400" spc="-40" b="1">
                <a:latin typeface="Courier New"/>
                <a:cs typeface="Courier New"/>
              </a:rPr>
              <a:t> </a:t>
            </a:r>
            <a:r>
              <a:rPr dirty="0" sz="1400" b="1">
                <a:latin typeface="Courier New"/>
                <a:cs typeface="Courier New"/>
              </a:rPr>
              <a:t>pte_init(pte_t</a:t>
            </a:r>
            <a:r>
              <a:rPr dirty="0" sz="1400" spc="-35" b="1">
                <a:latin typeface="Courier New"/>
                <a:cs typeface="Courier New"/>
              </a:rPr>
              <a:t> </a:t>
            </a:r>
            <a:r>
              <a:rPr dirty="0" sz="1400" b="1">
                <a:latin typeface="Courier New"/>
                <a:cs typeface="Courier New"/>
              </a:rPr>
              <a:t>*entry,</a:t>
            </a:r>
            <a:r>
              <a:rPr dirty="0" sz="1400" spc="-35" b="1">
                <a:latin typeface="Courier New"/>
                <a:cs typeface="Courier New"/>
              </a:rPr>
              <a:t> </a:t>
            </a:r>
            <a:r>
              <a:rPr dirty="0" sz="1400" b="1">
                <a:latin typeface="Courier New"/>
                <a:cs typeface="Courier New"/>
              </a:rPr>
              <a:t>uint32_t</a:t>
            </a:r>
            <a:r>
              <a:rPr dirty="0" sz="1400" spc="-35" b="1">
                <a:latin typeface="Courier New"/>
                <a:cs typeface="Courier New"/>
              </a:rPr>
              <a:t> </a:t>
            </a:r>
            <a:r>
              <a:rPr dirty="0" sz="1400" b="1">
                <a:latin typeface="Courier New"/>
                <a:cs typeface="Courier New"/>
              </a:rPr>
              <a:t>pa,</a:t>
            </a:r>
            <a:r>
              <a:rPr dirty="0" sz="1400" spc="-35" b="1">
                <a:latin typeface="Courier New"/>
                <a:cs typeface="Courier New"/>
              </a:rPr>
              <a:t> </a:t>
            </a:r>
            <a:r>
              <a:rPr dirty="0" sz="1400" b="1">
                <a:latin typeface="Courier New"/>
                <a:cs typeface="Courier New"/>
              </a:rPr>
              <a:t>uint32_t</a:t>
            </a:r>
            <a:r>
              <a:rPr dirty="0" sz="1400" spc="-35" b="1">
                <a:latin typeface="Courier New"/>
                <a:cs typeface="Courier New"/>
              </a:rPr>
              <a:t> </a:t>
            </a:r>
            <a:r>
              <a:rPr dirty="0" sz="1400" b="1">
                <a:latin typeface="Courier New"/>
                <a:cs typeface="Courier New"/>
              </a:rPr>
              <a:t>flags)</a:t>
            </a:r>
            <a:r>
              <a:rPr dirty="0" sz="1400" spc="-35" b="1">
                <a:latin typeface="Courier New"/>
                <a:cs typeface="Courier New"/>
              </a:rPr>
              <a:t> </a:t>
            </a:r>
            <a:r>
              <a:rPr dirty="0" sz="1400" spc="-50" b="1">
                <a:latin typeface="Courier New"/>
                <a:cs typeface="Courier New"/>
              </a:rPr>
              <a:t>{</a:t>
            </a:r>
            <a:endParaRPr sz="1400">
              <a:latin typeface="Courier New"/>
              <a:cs typeface="Courier New"/>
            </a:endParaRPr>
          </a:p>
          <a:p>
            <a:pPr marL="512445" marR="2432050">
              <a:lnSpc>
                <a:spcPct val="100000"/>
              </a:lnSpc>
            </a:pPr>
            <a:r>
              <a:rPr dirty="0" sz="1400" b="1">
                <a:latin typeface="Courier New"/>
                <a:cs typeface="Courier New"/>
              </a:rPr>
              <a:t>//</a:t>
            </a:r>
            <a:r>
              <a:rPr dirty="0" sz="1400" spc="-35" b="1">
                <a:latin typeface="Courier New"/>
                <a:cs typeface="Courier New"/>
              </a:rPr>
              <a:t> </a:t>
            </a:r>
            <a:r>
              <a:rPr dirty="0" sz="1400" b="1">
                <a:latin typeface="Courier New"/>
                <a:cs typeface="Courier New"/>
              </a:rPr>
              <a:t>Asegurarse</a:t>
            </a:r>
            <a:r>
              <a:rPr dirty="0" sz="1400" spc="-25" b="1">
                <a:latin typeface="Courier New"/>
                <a:cs typeface="Courier New"/>
              </a:rPr>
              <a:t> </a:t>
            </a:r>
            <a:r>
              <a:rPr dirty="0" sz="1400" b="1">
                <a:latin typeface="Courier New"/>
                <a:cs typeface="Courier New"/>
              </a:rPr>
              <a:t>que</a:t>
            </a:r>
            <a:r>
              <a:rPr dirty="0" sz="1400" spc="-25" b="1">
                <a:latin typeface="Courier New"/>
                <a:cs typeface="Courier New"/>
              </a:rPr>
              <a:t> </a:t>
            </a:r>
            <a:r>
              <a:rPr dirty="0" sz="1400" b="1">
                <a:latin typeface="Courier New"/>
                <a:cs typeface="Courier New"/>
              </a:rPr>
              <a:t>la</a:t>
            </a:r>
            <a:r>
              <a:rPr dirty="0" sz="1400" spc="-25" b="1">
                <a:latin typeface="Courier New"/>
                <a:cs typeface="Courier New"/>
              </a:rPr>
              <a:t> </a:t>
            </a:r>
            <a:r>
              <a:rPr dirty="0" sz="1400" b="1">
                <a:latin typeface="Courier New"/>
                <a:cs typeface="Courier New"/>
              </a:rPr>
              <a:t>dirección</a:t>
            </a:r>
            <a:r>
              <a:rPr dirty="0" sz="1400" spc="-25" b="1">
                <a:latin typeface="Courier New"/>
                <a:cs typeface="Courier New"/>
              </a:rPr>
              <a:t> </a:t>
            </a:r>
            <a:r>
              <a:rPr dirty="0" sz="1400" b="1">
                <a:latin typeface="Courier New"/>
                <a:cs typeface="Courier New"/>
              </a:rPr>
              <a:t>está</a:t>
            </a:r>
            <a:r>
              <a:rPr dirty="0" sz="1400" spc="-25" b="1">
                <a:latin typeface="Courier New"/>
                <a:cs typeface="Courier New"/>
              </a:rPr>
              <a:t> </a:t>
            </a:r>
            <a:r>
              <a:rPr dirty="0" sz="1400" b="1">
                <a:latin typeface="Courier New"/>
                <a:cs typeface="Courier New"/>
              </a:rPr>
              <a:t>alineada</a:t>
            </a:r>
            <a:r>
              <a:rPr dirty="0" sz="1400" spc="-25" b="1">
                <a:latin typeface="Courier New"/>
                <a:cs typeface="Courier New"/>
              </a:rPr>
              <a:t> </a:t>
            </a:r>
            <a:r>
              <a:rPr dirty="0" sz="1400" b="1">
                <a:latin typeface="Courier New"/>
                <a:cs typeface="Courier New"/>
              </a:rPr>
              <a:t>a</a:t>
            </a:r>
            <a:r>
              <a:rPr dirty="0" sz="1400" spc="-20" b="1">
                <a:latin typeface="Courier New"/>
                <a:cs typeface="Courier New"/>
              </a:rPr>
              <a:t> </a:t>
            </a:r>
            <a:r>
              <a:rPr dirty="0" sz="1400" spc="-10" b="1">
                <a:latin typeface="Courier New"/>
                <a:cs typeface="Courier New"/>
              </a:rPr>
              <a:t>página </a:t>
            </a:r>
            <a:r>
              <a:rPr dirty="0" sz="1400" b="1">
                <a:latin typeface="Courier New"/>
                <a:cs typeface="Courier New"/>
              </a:rPr>
              <a:t>if</a:t>
            </a:r>
            <a:r>
              <a:rPr dirty="0" sz="1400" spc="-15" b="1">
                <a:latin typeface="Courier New"/>
                <a:cs typeface="Courier New"/>
              </a:rPr>
              <a:t> </a:t>
            </a:r>
            <a:r>
              <a:rPr dirty="0" sz="1400" b="1">
                <a:latin typeface="Courier New"/>
                <a:cs typeface="Courier New"/>
              </a:rPr>
              <a:t>(pa</a:t>
            </a:r>
            <a:r>
              <a:rPr dirty="0" sz="1400" spc="-15" b="1">
                <a:latin typeface="Courier New"/>
                <a:cs typeface="Courier New"/>
              </a:rPr>
              <a:t> </a:t>
            </a:r>
            <a:r>
              <a:rPr dirty="0" sz="1400" b="1">
                <a:latin typeface="Courier New"/>
                <a:cs typeface="Courier New"/>
              </a:rPr>
              <a:t>&amp;</a:t>
            </a:r>
            <a:r>
              <a:rPr dirty="0" sz="1400" spc="-15" b="1">
                <a:latin typeface="Courier New"/>
                <a:cs typeface="Courier New"/>
              </a:rPr>
              <a:t> </a:t>
            </a:r>
            <a:r>
              <a:rPr dirty="0" sz="1400" b="1">
                <a:latin typeface="Courier New"/>
                <a:cs typeface="Courier New"/>
              </a:rPr>
              <a:t>0xFFF)</a:t>
            </a:r>
            <a:r>
              <a:rPr dirty="0" sz="1400" spc="-15" b="1">
                <a:latin typeface="Courier New"/>
                <a:cs typeface="Courier New"/>
              </a:rPr>
              <a:t> </a:t>
            </a:r>
            <a:r>
              <a:rPr dirty="0" sz="1400" spc="-50" b="1">
                <a:latin typeface="Courier New"/>
                <a:cs typeface="Courier New"/>
              </a:rPr>
              <a:t>{</a:t>
            </a:r>
            <a:endParaRPr sz="1400">
              <a:latin typeface="Courier New"/>
              <a:cs typeface="Courier New"/>
            </a:endParaRPr>
          </a:p>
          <a:p>
            <a:pPr marL="939165">
              <a:lnSpc>
                <a:spcPct val="100000"/>
              </a:lnSpc>
            </a:pPr>
            <a:r>
              <a:rPr dirty="0" sz="1400" b="1">
                <a:latin typeface="Courier New"/>
                <a:cs typeface="Courier New"/>
              </a:rPr>
              <a:t>panic("pte_init:</a:t>
            </a:r>
            <a:r>
              <a:rPr dirty="0" sz="1400" spc="-35" b="1">
                <a:latin typeface="Courier New"/>
                <a:cs typeface="Courier New"/>
              </a:rPr>
              <a:t> </a:t>
            </a:r>
            <a:r>
              <a:rPr dirty="0" sz="1400" b="1">
                <a:latin typeface="Courier New"/>
                <a:cs typeface="Courier New"/>
              </a:rPr>
              <a:t>dirección</a:t>
            </a:r>
            <a:r>
              <a:rPr dirty="0" sz="1400" spc="-35" b="1">
                <a:latin typeface="Courier New"/>
                <a:cs typeface="Courier New"/>
              </a:rPr>
              <a:t> </a:t>
            </a:r>
            <a:r>
              <a:rPr dirty="0" sz="1400" b="1">
                <a:latin typeface="Courier New"/>
                <a:cs typeface="Courier New"/>
              </a:rPr>
              <a:t>física</a:t>
            </a:r>
            <a:r>
              <a:rPr dirty="0" sz="1400" spc="-35" b="1">
                <a:latin typeface="Courier New"/>
                <a:cs typeface="Courier New"/>
              </a:rPr>
              <a:t> </a:t>
            </a:r>
            <a:r>
              <a:rPr dirty="0" sz="1400" b="1">
                <a:latin typeface="Courier New"/>
                <a:cs typeface="Courier New"/>
              </a:rPr>
              <a:t>no</a:t>
            </a:r>
            <a:r>
              <a:rPr dirty="0" sz="1400" spc="-35" b="1">
                <a:latin typeface="Courier New"/>
                <a:cs typeface="Courier New"/>
              </a:rPr>
              <a:t> </a:t>
            </a:r>
            <a:r>
              <a:rPr dirty="0" sz="1400" b="1">
                <a:latin typeface="Courier New"/>
                <a:cs typeface="Courier New"/>
              </a:rPr>
              <a:t>alineada</a:t>
            </a:r>
            <a:r>
              <a:rPr dirty="0" sz="1400" spc="-35" b="1">
                <a:latin typeface="Courier New"/>
                <a:cs typeface="Courier New"/>
              </a:rPr>
              <a:t> </a:t>
            </a:r>
            <a:r>
              <a:rPr dirty="0" sz="1400" b="1">
                <a:latin typeface="Courier New"/>
                <a:cs typeface="Courier New"/>
              </a:rPr>
              <a:t>a</a:t>
            </a:r>
            <a:r>
              <a:rPr dirty="0" sz="1400" spc="-35" b="1">
                <a:latin typeface="Courier New"/>
                <a:cs typeface="Courier New"/>
              </a:rPr>
              <a:t> </a:t>
            </a:r>
            <a:r>
              <a:rPr dirty="0" sz="1400" spc="-10" b="1">
                <a:latin typeface="Courier New"/>
                <a:cs typeface="Courier New"/>
              </a:rPr>
              <a:t>4KB");</a:t>
            </a:r>
            <a:endParaRPr sz="1400">
              <a:latin typeface="Courier New"/>
              <a:cs typeface="Courier New"/>
            </a:endParaRPr>
          </a:p>
          <a:p>
            <a:pPr marL="512445">
              <a:lnSpc>
                <a:spcPct val="100000"/>
              </a:lnSpc>
              <a:spcBef>
                <a:spcPts val="5"/>
              </a:spcBef>
            </a:pPr>
            <a:r>
              <a:rPr dirty="0" sz="1400" spc="-50" b="1">
                <a:latin typeface="Courier New"/>
                <a:cs typeface="Courier New"/>
              </a:rPr>
              <a:t>}</a:t>
            </a:r>
            <a:endParaRPr sz="14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400">
              <a:latin typeface="Courier New"/>
              <a:cs typeface="Courier New"/>
            </a:endParaRPr>
          </a:p>
          <a:p>
            <a:pPr marL="512445">
              <a:lnSpc>
                <a:spcPct val="100000"/>
              </a:lnSpc>
            </a:pPr>
            <a:r>
              <a:rPr dirty="0" sz="1400" b="1">
                <a:latin typeface="Courier New"/>
                <a:cs typeface="Courier New"/>
              </a:rPr>
              <a:t>//</a:t>
            </a:r>
            <a:r>
              <a:rPr dirty="0" sz="1400" spc="-30" b="1">
                <a:latin typeface="Courier New"/>
                <a:cs typeface="Courier New"/>
              </a:rPr>
              <a:t> </a:t>
            </a:r>
            <a:r>
              <a:rPr dirty="0" sz="1400" b="1">
                <a:latin typeface="Courier New"/>
                <a:cs typeface="Courier New"/>
              </a:rPr>
              <a:t>Construir</a:t>
            </a:r>
            <a:r>
              <a:rPr dirty="0" sz="1400" spc="-30" b="1">
                <a:latin typeface="Courier New"/>
                <a:cs typeface="Courier New"/>
              </a:rPr>
              <a:t> </a:t>
            </a:r>
            <a:r>
              <a:rPr dirty="0" sz="1400" b="1">
                <a:latin typeface="Courier New"/>
                <a:cs typeface="Courier New"/>
              </a:rPr>
              <a:t>entrada:</a:t>
            </a:r>
            <a:r>
              <a:rPr dirty="0" sz="1400" spc="-25" b="1">
                <a:latin typeface="Courier New"/>
                <a:cs typeface="Courier New"/>
              </a:rPr>
              <a:t> </a:t>
            </a:r>
            <a:r>
              <a:rPr dirty="0" sz="1400" b="1">
                <a:latin typeface="Courier New"/>
                <a:cs typeface="Courier New"/>
              </a:rPr>
              <a:t>dirección</a:t>
            </a:r>
            <a:r>
              <a:rPr dirty="0" sz="1400" spc="-30" b="1">
                <a:latin typeface="Courier New"/>
                <a:cs typeface="Courier New"/>
              </a:rPr>
              <a:t> </a:t>
            </a:r>
            <a:r>
              <a:rPr dirty="0" sz="1400" b="1">
                <a:latin typeface="Courier New"/>
                <a:cs typeface="Courier New"/>
              </a:rPr>
              <a:t>física</a:t>
            </a:r>
            <a:r>
              <a:rPr dirty="0" sz="1400" spc="-25" b="1">
                <a:latin typeface="Courier New"/>
                <a:cs typeface="Courier New"/>
              </a:rPr>
              <a:t> </a:t>
            </a:r>
            <a:r>
              <a:rPr dirty="0" sz="1400" b="1">
                <a:latin typeface="Courier New"/>
                <a:cs typeface="Courier New"/>
              </a:rPr>
              <a:t>(bits</a:t>
            </a:r>
            <a:r>
              <a:rPr dirty="0" sz="1400" spc="-30" b="1">
                <a:latin typeface="Courier New"/>
                <a:cs typeface="Courier New"/>
              </a:rPr>
              <a:t> </a:t>
            </a:r>
            <a:r>
              <a:rPr dirty="0" sz="1400" b="1">
                <a:latin typeface="Courier New"/>
                <a:cs typeface="Courier New"/>
              </a:rPr>
              <a:t>31:12)</a:t>
            </a:r>
            <a:r>
              <a:rPr dirty="0" sz="1400" spc="-30" b="1">
                <a:latin typeface="Courier New"/>
                <a:cs typeface="Courier New"/>
              </a:rPr>
              <a:t> </a:t>
            </a:r>
            <a:r>
              <a:rPr dirty="0" sz="1400" b="1">
                <a:latin typeface="Courier New"/>
                <a:cs typeface="Courier New"/>
              </a:rPr>
              <a:t>+</a:t>
            </a:r>
            <a:r>
              <a:rPr dirty="0" sz="1400" spc="-25" b="1">
                <a:latin typeface="Courier New"/>
                <a:cs typeface="Courier New"/>
              </a:rPr>
              <a:t> </a:t>
            </a:r>
            <a:r>
              <a:rPr dirty="0" sz="1400" b="1">
                <a:latin typeface="Courier New"/>
                <a:cs typeface="Courier New"/>
              </a:rPr>
              <a:t>flags</a:t>
            </a:r>
            <a:r>
              <a:rPr dirty="0" sz="1400" spc="-30" b="1">
                <a:latin typeface="Courier New"/>
                <a:cs typeface="Courier New"/>
              </a:rPr>
              <a:t> </a:t>
            </a:r>
            <a:r>
              <a:rPr dirty="0" sz="1400" b="1">
                <a:latin typeface="Courier New"/>
                <a:cs typeface="Courier New"/>
              </a:rPr>
              <a:t>(bits</a:t>
            </a:r>
            <a:r>
              <a:rPr dirty="0" sz="1400" spc="-25" b="1">
                <a:latin typeface="Courier New"/>
                <a:cs typeface="Courier New"/>
              </a:rPr>
              <a:t> </a:t>
            </a:r>
            <a:r>
              <a:rPr dirty="0" sz="1400" spc="-20" b="1">
                <a:latin typeface="Courier New"/>
                <a:cs typeface="Courier New"/>
              </a:rPr>
              <a:t>0:9)</a:t>
            </a:r>
            <a:endParaRPr sz="1400">
              <a:latin typeface="Courier New"/>
              <a:cs typeface="Courier New"/>
            </a:endParaRPr>
          </a:p>
          <a:p>
            <a:pPr marL="512445">
              <a:lnSpc>
                <a:spcPct val="100000"/>
              </a:lnSpc>
            </a:pPr>
            <a:r>
              <a:rPr dirty="0" sz="1400" b="1">
                <a:latin typeface="Courier New"/>
                <a:cs typeface="Courier New"/>
              </a:rPr>
              <a:t>*entry</a:t>
            </a:r>
            <a:r>
              <a:rPr dirty="0" sz="1400" spc="-30" b="1">
                <a:latin typeface="Courier New"/>
                <a:cs typeface="Courier New"/>
              </a:rPr>
              <a:t> </a:t>
            </a:r>
            <a:r>
              <a:rPr dirty="0" sz="1400" b="1">
                <a:latin typeface="Courier New"/>
                <a:cs typeface="Courier New"/>
              </a:rPr>
              <a:t>=</a:t>
            </a:r>
            <a:r>
              <a:rPr dirty="0" sz="1400" spc="-20" b="1">
                <a:latin typeface="Courier New"/>
                <a:cs typeface="Courier New"/>
              </a:rPr>
              <a:t> </a:t>
            </a:r>
            <a:r>
              <a:rPr dirty="0" sz="1400" b="1">
                <a:latin typeface="Courier New"/>
                <a:cs typeface="Courier New"/>
              </a:rPr>
              <a:t>(pa</a:t>
            </a:r>
            <a:r>
              <a:rPr dirty="0" sz="1400" spc="-20" b="1">
                <a:latin typeface="Courier New"/>
                <a:cs typeface="Courier New"/>
              </a:rPr>
              <a:t> </a:t>
            </a:r>
            <a:r>
              <a:rPr dirty="0" sz="1400" b="1">
                <a:latin typeface="Courier New"/>
                <a:cs typeface="Courier New"/>
              </a:rPr>
              <a:t>&amp;</a:t>
            </a:r>
            <a:r>
              <a:rPr dirty="0" sz="1400" spc="-15" b="1">
                <a:latin typeface="Courier New"/>
                <a:cs typeface="Courier New"/>
              </a:rPr>
              <a:t> </a:t>
            </a:r>
            <a:r>
              <a:rPr dirty="0" sz="1400" b="1">
                <a:latin typeface="Courier New"/>
                <a:cs typeface="Courier New"/>
              </a:rPr>
              <a:t>0xFFFFF000)</a:t>
            </a:r>
            <a:r>
              <a:rPr dirty="0" sz="1400" spc="-20" b="1">
                <a:latin typeface="Courier New"/>
                <a:cs typeface="Courier New"/>
              </a:rPr>
              <a:t> </a:t>
            </a:r>
            <a:r>
              <a:rPr dirty="0" sz="1400" b="1">
                <a:latin typeface="Courier New"/>
                <a:cs typeface="Courier New"/>
              </a:rPr>
              <a:t>|</a:t>
            </a:r>
            <a:r>
              <a:rPr dirty="0" sz="1400" spc="-20" b="1">
                <a:latin typeface="Courier New"/>
                <a:cs typeface="Courier New"/>
              </a:rPr>
              <a:t> </a:t>
            </a:r>
            <a:r>
              <a:rPr dirty="0" sz="1400" b="1">
                <a:latin typeface="Courier New"/>
                <a:cs typeface="Courier New"/>
              </a:rPr>
              <a:t>(flags</a:t>
            </a:r>
            <a:r>
              <a:rPr dirty="0" sz="1400" spc="-20" b="1">
                <a:latin typeface="Courier New"/>
                <a:cs typeface="Courier New"/>
              </a:rPr>
              <a:t> </a:t>
            </a:r>
            <a:r>
              <a:rPr dirty="0" sz="1400" b="1">
                <a:latin typeface="Courier New"/>
                <a:cs typeface="Courier New"/>
              </a:rPr>
              <a:t>&amp;</a:t>
            </a:r>
            <a:r>
              <a:rPr dirty="0" sz="1400" spc="-15" b="1">
                <a:latin typeface="Courier New"/>
                <a:cs typeface="Courier New"/>
              </a:rPr>
              <a:t> </a:t>
            </a:r>
            <a:r>
              <a:rPr dirty="0" sz="1400" spc="-10" b="1">
                <a:latin typeface="Courier New"/>
                <a:cs typeface="Courier New"/>
              </a:rPr>
              <a:t>0x3FF);</a:t>
            </a:r>
            <a:endParaRPr sz="1400">
              <a:latin typeface="Courier New"/>
              <a:cs typeface="Courier New"/>
            </a:endParaRPr>
          </a:p>
          <a:p>
            <a:pPr marL="85725">
              <a:lnSpc>
                <a:spcPct val="100000"/>
              </a:lnSpc>
            </a:pPr>
            <a:r>
              <a:rPr dirty="0" sz="1400" spc="-50" b="1">
                <a:latin typeface="Courier New"/>
                <a:cs typeface="Courier New"/>
              </a:rPr>
              <a:t>}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41675" y="134004"/>
            <a:ext cx="8437880" cy="2540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>
                <a:solidFill>
                  <a:srgbClr val="595959"/>
                </a:solidFill>
                <a:latin typeface="Courier New"/>
                <a:cs typeface="Courier New"/>
              </a:rPr>
              <a:t>void</a:t>
            </a:r>
            <a:r>
              <a:rPr dirty="0" sz="1500" spc="6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1500">
                <a:solidFill>
                  <a:srgbClr val="595959"/>
                </a:solidFill>
                <a:latin typeface="Courier New"/>
                <a:cs typeface="Courier New"/>
              </a:rPr>
              <a:t>pte_init(pte_t*</a:t>
            </a:r>
            <a:r>
              <a:rPr dirty="0" sz="1500" spc="65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1500">
                <a:solidFill>
                  <a:srgbClr val="595959"/>
                </a:solidFill>
                <a:latin typeface="Courier New"/>
                <a:cs typeface="Courier New"/>
              </a:rPr>
              <a:t>pte,</a:t>
            </a:r>
            <a:r>
              <a:rPr dirty="0" sz="1500" spc="65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1500">
                <a:solidFill>
                  <a:srgbClr val="595959"/>
                </a:solidFill>
                <a:latin typeface="Courier New"/>
                <a:cs typeface="Courier New"/>
              </a:rPr>
              <a:t>uint32</a:t>
            </a:r>
            <a:r>
              <a:rPr dirty="0" sz="1500" spc="65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1500" spc="-10">
                <a:solidFill>
                  <a:srgbClr val="595959"/>
                </a:solidFill>
                <a:latin typeface="Courier New"/>
                <a:cs typeface="Courier New"/>
              </a:rPr>
              <a:t>pa):</a:t>
            </a:r>
            <a:r>
              <a:rPr dirty="0" sz="1500" spc="-59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1500" b="0">
                <a:solidFill>
                  <a:srgbClr val="595959"/>
                </a:solidFill>
                <a:latin typeface="Tahoma"/>
                <a:cs typeface="Tahoma"/>
              </a:rPr>
              <a:t>inicializa</a:t>
            </a:r>
            <a:r>
              <a:rPr dirty="0" sz="1500" spc="-155" b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b="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500" spc="-155" b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b="0">
                <a:solidFill>
                  <a:srgbClr val="595959"/>
                </a:solidFill>
                <a:latin typeface="Tahoma"/>
                <a:cs typeface="Tahoma"/>
              </a:rPr>
              <a:t>pte</a:t>
            </a:r>
            <a:r>
              <a:rPr dirty="0" sz="1500" spc="-160" b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0" b="0">
                <a:solidFill>
                  <a:srgbClr val="595959"/>
                </a:solidFill>
                <a:latin typeface="Tahoma"/>
                <a:cs typeface="Tahoma"/>
              </a:rPr>
              <a:t>para</a:t>
            </a:r>
            <a:r>
              <a:rPr dirty="0" sz="1500" spc="-155" b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b="0">
                <a:solidFill>
                  <a:srgbClr val="595959"/>
                </a:solidFill>
                <a:latin typeface="Tahoma"/>
                <a:cs typeface="Tahoma"/>
              </a:rPr>
              <a:t>apuntar</a:t>
            </a:r>
            <a:r>
              <a:rPr dirty="0" sz="1500" spc="-160" b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40" b="0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500" spc="-155" b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b="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500" spc="-160" b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b="0">
                <a:solidFill>
                  <a:srgbClr val="595959"/>
                </a:solidFill>
                <a:latin typeface="Tahoma"/>
                <a:cs typeface="Tahoma"/>
              </a:rPr>
              <a:t>dirección</a:t>
            </a:r>
            <a:r>
              <a:rPr dirty="0" sz="1500" spc="-155" b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b="0">
                <a:solidFill>
                  <a:srgbClr val="595959"/>
                </a:solidFill>
                <a:latin typeface="Tahoma"/>
                <a:cs typeface="Tahoma"/>
              </a:rPr>
              <a:t>física</a:t>
            </a:r>
            <a:r>
              <a:rPr dirty="0" sz="1500" spc="-155" b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25" b="0">
                <a:solidFill>
                  <a:srgbClr val="595959"/>
                </a:solidFill>
                <a:latin typeface="Tahoma"/>
                <a:cs typeface="Tahoma"/>
              </a:rPr>
              <a:t>pa</a:t>
            </a:r>
            <a:endParaRPr sz="1500">
              <a:latin typeface="Tahoma"/>
              <a:cs typeface="Tahoma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739337" y="3056150"/>
            <a:ext cx="7352030" cy="1939289"/>
            <a:chOff x="739337" y="3056150"/>
            <a:chExt cx="7352030" cy="1939289"/>
          </a:xfrm>
        </p:grpSpPr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09197" y="3099529"/>
              <a:ext cx="2581830" cy="1735676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39337" y="3056150"/>
              <a:ext cx="3321920" cy="1939074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4044450" y="3758700"/>
              <a:ext cx="2186305" cy="768350"/>
            </a:xfrm>
            <a:custGeom>
              <a:avLst/>
              <a:gdLst/>
              <a:ahLst/>
              <a:cxnLst/>
              <a:rect l="l" t="t" r="r" b="b"/>
              <a:pathLst>
                <a:path w="2186304" h="768350">
                  <a:moveTo>
                    <a:pt x="0" y="0"/>
                  </a:moveTo>
                  <a:lnTo>
                    <a:pt x="2185942" y="768329"/>
                  </a:lnTo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6227523" y="4514573"/>
              <a:ext cx="35560" cy="35560"/>
            </a:xfrm>
            <a:custGeom>
              <a:avLst/>
              <a:gdLst/>
              <a:ahLst/>
              <a:cxnLst/>
              <a:rect l="l" t="t" r="r" b="b"/>
              <a:pathLst>
                <a:path w="35560" h="35560">
                  <a:moveTo>
                    <a:pt x="20619" y="35302"/>
                  </a:moveTo>
                  <a:lnTo>
                    <a:pt x="4291" y="29563"/>
                  </a:lnTo>
                  <a:lnTo>
                    <a:pt x="0" y="20619"/>
                  </a:lnTo>
                  <a:lnTo>
                    <a:pt x="5738" y="4291"/>
                  </a:lnTo>
                  <a:lnTo>
                    <a:pt x="14683" y="0"/>
                  </a:lnTo>
                  <a:lnTo>
                    <a:pt x="31010" y="5738"/>
                  </a:lnTo>
                  <a:lnTo>
                    <a:pt x="35302" y="14683"/>
                  </a:lnTo>
                  <a:lnTo>
                    <a:pt x="32433" y="22847"/>
                  </a:lnTo>
                  <a:lnTo>
                    <a:pt x="29563" y="31011"/>
                  </a:lnTo>
                  <a:lnTo>
                    <a:pt x="20619" y="35302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6227523" y="4514573"/>
              <a:ext cx="35560" cy="35560"/>
            </a:xfrm>
            <a:custGeom>
              <a:avLst/>
              <a:gdLst/>
              <a:ahLst/>
              <a:cxnLst/>
              <a:rect l="l" t="t" r="r" b="b"/>
              <a:pathLst>
                <a:path w="35560" h="35560">
                  <a:moveTo>
                    <a:pt x="32433" y="22847"/>
                  </a:moveTo>
                  <a:lnTo>
                    <a:pt x="29563" y="31011"/>
                  </a:lnTo>
                  <a:lnTo>
                    <a:pt x="20619" y="35302"/>
                  </a:lnTo>
                  <a:lnTo>
                    <a:pt x="12455" y="32433"/>
                  </a:lnTo>
                  <a:lnTo>
                    <a:pt x="4291" y="29563"/>
                  </a:lnTo>
                  <a:lnTo>
                    <a:pt x="0" y="20619"/>
                  </a:lnTo>
                  <a:lnTo>
                    <a:pt x="2868" y="12455"/>
                  </a:lnTo>
                  <a:lnTo>
                    <a:pt x="5738" y="4291"/>
                  </a:lnTo>
                  <a:lnTo>
                    <a:pt x="14683" y="0"/>
                  </a:lnTo>
                  <a:lnTo>
                    <a:pt x="22847" y="2869"/>
                  </a:lnTo>
                  <a:lnTo>
                    <a:pt x="31010" y="5738"/>
                  </a:lnTo>
                  <a:lnTo>
                    <a:pt x="35302" y="14683"/>
                  </a:lnTo>
                  <a:lnTo>
                    <a:pt x="32433" y="22847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3712855" y="960063"/>
            <a:ext cx="321310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latin typeface="Courier New"/>
                <a:cs typeface="Courier New"/>
              </a:rPr>
              <a:t>//</a:t>
            </a:r>
            <a:r>
              <a:rPr dirty="0" sz="1400" spc="-30" b="1">
                <a:latin typeface="Courier New"/>
                <a:cs typeface="Courier New"/>
              </a:rPr>
              <a:t> </a:t>
            </a:r>
            <a:r>
              <a:rPr dirty="0" sz="1400" b="1">
                <a:latin typeface="Courier New"/>
                <a:cs typeface="Courier New"/>
              </a:rPr>
              <a:t>Máscara</a:t>
            </a:r>
            <a:r>
              <a:rPr dirty="0" sz="1400" spc="-20" b="1">
                <a:latin typeface="Courier New"/>
                <a:cs typeface="Courier New"/>
              </a:rPr>
              <a:t> </a:t>
            </a:r>
            <a:r>
              <a:rPr dirty="0" sz="1400" b="1">
                <a:latin typeface="Courier New"/>
                <a:cs typeface="Courier New"/>
              </a:rPr>
              <a:t>para</a:t>
            </a:r>
            <a:r>
              <a:rPr dirty="0" sz="1400" spc="-20" b="1">
                <a:latin typeface="Courier New"/>
                <a:cs typeface="Courier New"/>
              </a:rPr>
              <a:t> </a:t>
            </a:r>
            <a:r>
              <a:rPr dirty="0" sz="1400" b="1">
                <a:latin typeface="Courier New"/>
                <a:cs typeface="Courier New"/>
              </a:rPr>
              <a:t>los</a:t>
            </a:r>
            <a:r>
              <a:rPr dirty="0" sz="1400" spc="-20" b="1">
                <a:latin typeface="Courier New"/>
                <a:cs typeface="Courier New"/>
              </a:rPr>
              <a:t> </a:t>
            </a:r>
            <a:r>
              <a:rPr dirty="0" sz="1400" b="1">
                <a:latin typeface="Courier New"/>
                <a:cs typeface="Courier New"/>
              </a:rPr>
              <a:t>bits</a:t>
            </a:r>
            <a:r>
              <a:rPr dirty="0" sz="1400" spc="-20" b="1">
                <a:latin typeface="Courier New"/>
                <a:cs typeface="Courier New"/>
              </a:rPr>
              <a:t> </a:t>
            </a:r>
            <a:r>
              <a:rPr dirty="0" sz="1400" spc="-10" b="1">
                <a:latin typeface="Courier New"/>
                <a:cs typeface="Courier New"/>
              </a:rPr>
              <a:t>31:12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405775" y="960063"/>
            <a:ext cx="2999740" cy="1092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latin typeface="Courier New"/>
                <a:cs typeface="Courier New"/>
              </a:rPr>
              <a:t>#define</a:t>
            </a:r>
            <a:r>
              <a:rPr dirty="0" sz="1400" spc="-40" b="1">
                <a:latin typeface="Courier New"/>
                <a:cs typeface="Courier New"/>
              </a:rPr>
              <a:t> </a:t>
            </a:r>
            <a:r>
              <a:rPr dirty="0" sz="1400" b="1">
                <a:latin typeface="Courier New"/>
                <a:cs typeface="Courier New"/>
              </a:rPr>
              <a:t>PAGE_MASK</a:t>
            </a:r>
            <a:r>
              <a:rPr dirty="0" sz="1400" spc="-40" b="1">
                <a:latin typeface="Courier New"/>
                <a:cs typeface="Courier New"/>
              </a:rPr>
              <a:t> </a:t>
            </a:r>
            <a:r>
              <a:rPr dirty="0" sz="1400" spc="-10" b="1">
                <a:latin typeface="Courier New"/>
                <a:cs typeface="Courier New"/>
              </a:rPr>
              <a:t>0xFFFFF000</a:t>
            </a:r>
            <a:endParaRPr sz="14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400">
              <a:latin typeface="Courier New"/>
              <a:cs typeface="Courier New"/>
            </a:endParaRPr>
          </a:p>
          <a:p>
            <a:pPr marL="426720" marR="111125" indent="-426720">
              <a:lnSpc>
                <a:spcPct val="100000"/>
              </a:lnSpc>
              <a:spcBef>
                <a:spcPts val="5"/>
              </a:spcBef>
            </a:pPr>
            <a:r>
              <a:rPr dirty="0" sz="1400" b="1">
                <a:latin typeface="Courier New"/>
                <a:cs typeface="Courier New"/>
              </a:rPr>
              <a:t>uint32</a:t>
            </a:r>
            <a:r>
              <a:rPr dirty="0" sz="1400" spc="-40" b="1">
                <a:latin typeface="Courier New"/>
                <a:cs typeface="Courier New"/>
              </a:rPr>
              <a:t> </a:t>
            </a:r>
            <a:r>
              <a:rPr dirty="0" sz="1400" b="1">
                <a:latin typeface="Courier New"/>
                <a:cs typeface="Courier New"/>
              </a:rPr>
              <a:t>pte_pa(uint32</a:t>
            </a:r>
            <a:r>
              <a:rPr dirty="0" sz="1400" spc="-40" b="1">
                <a:latin typeface="Courier New"/>
                <a:cs typeface="Courier New"/>
              </a:rPr>
              <a:t> </a:t>
            </a:r>
            <a:r>
              <a:rPr dirty="0" sz="1400" b="1">
                <a:latin typeface="Courier New"/>
                <a:cs typeface="Courier New"/>
              </a:rPr>
              <a:t>pte)</a:t>
            </a:r>
            <a:r>
              <a:rPr dirty="0" sz="1400" spc="-35" b="1">
                <a:latin typeface="Courier New"/>
                <a:cs typeface="Courier New"/>
              </a:rPr>
              <a:t> </a:t>
            </a:r>
            <a:r>
              <a:rPr dirty="0" sz="1400" spc="-50" b="1">
                <a:latin typeface="Courier New"/>
                <a:cs typeface="Courier New"/>
              </a:rPr>
              <a:t>{ </a:t>
            </a:r>
            <a:r>
              <a:rPr dirty="0" sz="1400" b="1">
                <a:latin typeface="Courier New"/>
                <a:cs typeface="Courier New"/>
              </a:rPr>
              <a:t>return</a:t>
            </a:r>
            <a:r>
              <a:rPr dirty="0" sz="1400" spc="-20" b="1">
                <a:latin typeface="Courier New"/>
                <a:cs typeface="Courier New"/>
              </a:rPr>
              <a:t> </a:t>
            </a:r>
            <a:r>
              <a:rPr dirty="0" sz="1400" b="1">
                <a:latin typeface="Courier New"/>
                <a:cs typeface="Courier New"/>
              </a:rPr>
              <a:t>pte</a:t>
            </a:r>
            <a:r>
              <a:rPr dirty="0" sz="1400" spc="-15" b="1">
                <a:latin typeface="Courier New"/>
                <a:cs typeface="Courier New"/>
              </a:rPr>
              <a:t> </a:t>
            </a:r>
            <a:r>
              <a:rPr dirty="0" sz="1400" b="1">
                <a:latin typeface="Courier New"/>
                <a:cs typeface="Courier New"/>
              </a:rPr>
              <a:t>&amp;</a:t>
            </a:r>
            <a:r>
              <a:rPr dirty="0" sz="1400" spc="-15" b="1">
                <a:latin typeface="Courier New"/>
                <a:cs typeface="Courier New"/>
              </a:rPr>
              <a:t> </a:t>
            </a:r>
            <a:r>
              <a:rPr dirty="0" sz="1400" spc="-10" b="1">
                <a:latin typeface="Courier New"/>
                <a:cs typeface="Courier New"/>
              </a:rPr>
              <a:t>PAGE_MASK;</a:t>
            </a:r>
            <a:endParaRPr sz="14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dirty="0" sz="1400" spc="-50" b="1">
                <a:latin typeface="Courier New"/>
                <a:cs typeface="Courier New"/>
              </a:rPr>
              <a:t>}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41675" y="99714"/>
            <a:ext cx="8088630" cy="5511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dirty="0" sz="1500">
                <a:solidFill>
                  <a:srgbClr val="595959"/>
                </a:solidFill>
                <a:latin typeface="Courier New"/>
                <a:cs typeface="Courier New"/>
              </a:rPr>
              <a:t>uint32</a:t>
            </a:r>
            <a:r>
              <a:rPr dirty="0" sz="1500" spc="45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1500">
                <a:solidFill>
                  <a:srgbClr val="595959"/>
                </a:solidFill>
                <a:latin typeface="Courier New"/>
                <a:cs typeface="Courier New"/>
              </a:rPr>
              <a:t>pte_pa(pte_t</a:t>
            </a:r>
            <a:r>
              <a:rPr dirty="0" sz="1500" spc="45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1500">
                <a:solidFill>
                  <a:srgbClr val="595959"/>
                </a:solidFill>
                <a:latin typeface="Courier New"/>
                <a:cs typeface="Courier New"/>
              </a:rPr>
              <a:t>pte):</a:t>
            </a:r>
            <a:r>
              <a:rPr dirty="0" sz="1500" spc="55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1500" b="0">
                <a:solidFill>
                  <a:srgbClr val="595959"/>
                </a:solidFill>
                <a:latin typeface="Tahoma"/>
                <a:cs typeface="Tahoma"/>
              </a:rPr>
              <a:t>devuelve</a:t>
            </a:r>
            <a:r>
              <a:rPr dirty="0" sz="1500" spc="-165" b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b="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500" spc="-160" b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b="0">
                <a:solidFill>
                  <a:srgbClr val="595959"/>
                </a:solidFill>
                <a:latin typeface="Tahoma"/>
                <a:cs typeface="Tahoma"/>
              </a:rPr>
              <a:t>dirección</a:t>
            </a:r>
            <a:r>
              <a:rPr dirty="0" sz="1500" spc="-165" b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b="0">
                <a:solidFill>
                  <a:srgbClr val="595959"/>
                </a:solidFill>
                <a:latin typeface="Tahoma"/>
                <a:cs typeface="Tahoma"/>
              </a:rPr>
              <a:t>física</a:t>
            </a:r>
            <a:r>
              <a:rPr dirty="0" sz="1500" spc="-165" b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0" b="0">
                <a:solidFill>
                  <a:srgbClr val="595959"/>
                </a:solidFill>
                <a:latin typeface="Tahoma"/>
                <a:cs typeface="Tahoma"/>
              </a:rPr>
              <a:t>asociada</a:t>
            </a:r>
            <a:r>
              <a:rPr dirty="0" sz="1500" spc="-160" b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b="0">
                <a:solidFill>
                  <a:srgbClr val="595959"/>
                </a:solidFill>
                <a:latin typeface="Tahoma"/>
                <a:cs typeface="Tahoma"/>
              </a:rPr>
              <a:t>al</a:t>
            </a:r>
            <a:r>
              <a:rPr dirty="0" sz="1500" spc="-165" b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25" b="0">
                <a:solidFill>
                  <a:srgbClr val="595959"/>
                </a:solidFill>
                <a:latin typeface="Tahoma"/>
                <a:cs typeface="Tahoma"/>
              </a:rPr>
              <a:t>pte,</a:t>
            </a:r>
            <a:r>
              <a:rPr dirty="0" sz="1500" spc="-160" b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b="0">
                <a:solidFill>
                  <a:srgbClr val="595959"/>
                </a:solidFill>
                <a:latin typeface="Tahoma"/>
                <a:cs typeface="Tahoma"/>
              </a:rPr>
              <a:t>o</a:t>
            </a:r>
            <a:r>
              <a:rPr dirty="0" sz="1500" spc="-165" b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b="0">
                <a:solidFill>
                  <a:srgbClr val="595959"/>
                </a:solidFill>
                <a:latin typeface="Tahoma"/>
                <a:cs typeface="Tahoma"/>
              </a:rPr>
              <a:t>0</a:t>
            </a:r>
            <a:r>
              <a:rPr dirty="0" sz="1500" spc="-160" b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b="0">
                <a:solidFill>
                  <a:srgbClr val="595959"/>
                </a:solidFill>
                <a:latin typeface="Tahoma"/>
                <a:cs typeface="Tahoma"/>
              </a:rPr>
              <a:t>si</a:t>
            </a:r>
            <a:r>
              <a:rPr dirty="0" sz="1500" spc="-165" b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b="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500" spc="-160" b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b="0">
                <a:solidFill>
                  <a:srgbClr val="595959"/>
                </a:solidFill>
                <a:latin typeface="Tahoma"/>
                <a:cs typeface="Tahoma"/>
              </a:rPr>
              <a:t>pte</a:t>
            </a:r>
            <a:r>
              <a:rPr dirty="0" sz="1500" spc="-165" b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b="0">
                <a:solidFill>
                  <a:srgbClr val="595959"/>
                </a:solidFill>
                <a:latin typeface="Tahoma"/>
                <a:cs typeface="Tahoma"/>
              </a:rPr>
              <a:t>no</a:t>
            </a:r>
            <a:r>
              <a:rPr dirty="0" sz="1500" spc="-165" b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20" b="0">
                <a:solidFill>
                  <a:srgbClr val="595959"/>
                </a:solidFill>
                <a:latin typeface="Tahoma"/>
                <a:cs typeface="Tahoma"/>
              </a:rPr>
              <a:t>está </a:t>
            </a:r>
            <a:r>
              <a:rPr dirty="0" sz="1500" spc="-10" b="0">
                <a:solidFill>
                  <a:srgbClr val="595959"/>
                </a:solidFill>
                <a:latin typeface="Tahoma"/>
                <a:cs typeface="Tahoma"/>
              </a:rPr>
              <a:t>mapeada.</a:t>
            </a:r>
            <a:endParaRPr sz="1500">
              <a:latin typeface="Tahoma"/>
              <a:cs typeface="Tahoma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739337" y="3056150"/>
            <a:ext cx="7352030" cy="1939289"/>
            <a:chOff x="739337" y="3056150"/>
            <a:chExt cx="7352030" cy="1939289"/>
          </a:xfrm>
        </p:grpSpPr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09197" y="3099529"/>
              <a:ext cx="2581830" cy="1735676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39337" y="3056150"/>
              <a:ext cx="3321920" cy="1939074"/>
            </a:xfrm>
            <a:prstGeom prst="rect">
              <a:avLst/>
            </a:prstGeom>
          </p:spPr>
        </p:pic>
        <p:sp>
          <p:nvSpPr>
            <p:cNvPr id="8" name="object 8" descr=""/>
            <p:cNvSpPr/>
            <p:nvPr/>
          </p:nvSpPr>
          <p:spPr>
            <a:xfrm>
              <a:off x="4044450" y="3758700"/>
              <a:ext cx="2186305" cy="768350"/>
            </a:xfrm>
            <a:custGeom>
              <a:avLst/>
              <a:gdLst/>
              <a:ahLst/>
              <a:cxnLst/>
              <a:rect l="l" t="t" r="r" b="b"/>
              <a:pathLst>
                <a:path w="2186304" h="768350">
                  <a:moveTo>
                    <a:pt x="0" y="0"/>
                  </a:moveTo>
                  <a:lnTo>
                    <a:pt x="2185942" y="768329"/>
                  </a:lnTo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6227523" y="4514573"/>
              <a:ext cx="35560" cy="35560"/>
            </a:xfrm>
            <a:custGeom>
              <a:avLst/>
              <a:gdLst/>
              <a:ahLst/>
              <a:cxnLst/>
              <a:rect l="l" t="t" r="r" b="b"/>
              <a:pathLst>
                <a:path w="35560" h="35560">
                  <a:moveTo>
                    <a:pt x="20619" y="35302"/>
                  </a:moveTo>
                  <a:lnTo>
                    <a:pt x="4291" y="29563"/>
                  </a:lnTo>
                  <a:lnTo>
                    <a:pt x="0" y="20619"/>
                  </a:lnTo>
                  <a:lnTo>
                    <a:pt x="5738" y="4291"/>
                  </a:lnTo>
                  <a:lnTo>
                    <a:pt x="14683" y="0"/>
                  </a:lnTo>
                  <a:lnTo>
                    <a:pt x="31010" y="5738"/>
                  </a:lnTo>
                  <a:lnTo>
                    <a:pt x="35302" y="14683"/>
                  </a:lnTo>
                  <a:lnTo>
                    <a:pt x="32433" y="22847"/>
                  </a:lnTo>
                  <a:lnTo>
                    <a:pt x="29563" y="31011"/>
                  </a:lnTo>
                  <a:lnTo>
                    <a:pt x="20619" y="35302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6227523" y="4514573"/>
              <a:ext cx="35560" cy="35560"/>
            </a:xfrm>
            <a:custGeom>
              <a:avLst/>
              <a:gdLst/>
              <a:ahLst/>
              <a:cxnLst/>
              <a:rect l="l" t="t" r="r" b="b"/>
              <a:pathLst>
                <a:path w="35560" h="35560">
                  <a:moveTo>
                    <a:pt x="32433" y="22847"/>
                  </a:moveTo>
                  <a:lnTo>
                    <a:pt x="29563" y="31011"/>
                  </a:lnTo>
                  <a:lnTo>
                    <a:pt x="20619" y="35302"/>
                  </a:lnTo>
                  <a:lnTo>
                    <a:pt x="12455" y="32433"/>
                  </a:lnTo>
                  <a:lnTo>
                    <a:pt x="4291" y="29563"/>
                  </a:lnTo>
                  <a:lnTo>
                    <a:pt x="0" y="20619"/>
                  </a:lnTo>
                  <a:lnTo>
                    <a:pt x="2868" y="12455"/>
                  </a:lnTo>
                  <a:lnTo>
                    <a:pt x="5738" y="4291"/>
                  </a:lnTo>
                  <a:lnTo>
                    <a:pt x="14683" y="0"/>
                  </a:lnTo>
                  <a:lnTo>
                    <a:pt x="22847" y="2869"/>
                  </a:lnTo>
                  <a:lnTo>
                    <a:pt x="31010" y="5738"/>
                  </a:lnTo>
                  <a:lnTo>
                    <a:pt x="35302" y="14683"/>
                  </a:lnTo>
                  <a:lnTo>
                    <a:pt x="32433" y="22847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9144000" cy="488315"/>
          </a:xfrm>
          <a:custGeom>
            <a:avLst/>
            <a:gdLst/>
            <a:ahLst/>
            <a:cxnLst/>
            <a:rect l="l" t="t" r="r" b="b"/>
            <a:pathLst>
              <a:path w="9144000" h="488315">
                <a:moveTo>
                  <a:pt x="9143999" y="487799"/>
                </a:moveTo>
                <a:lnTo>
                  <a:pt x="0" y="4877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487799"/>
                </a:lnTo>
                <a:close/>
              </a:path>
            </a:pathLst>
          </a:custGeom>
          <a:solidFill>
            <a:srgbClr val="E9EDE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40450" y="61137"/>
            <a:ext cx="2630805" cy="382270"/>
          </a:xfrm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140"/>
              <a:t>Mapeo</a:t>
            </a:r>
            <a:r>
              <a:rPr dirty="0" spc="-130"/>
              <a:t> </a:t>
            </a:r>
            <a:r>
              <a:rPr dirty="0" spc="114"/>
              <a:t>de</a:t>
            </a:r>
            <a:r>
              <a:rPr dirty="0" spc="-125"/>
              <a:t> </a:t>
            </a:r>
            <a:r>
              <a:rPr dirty="0" spc="100"/>
              <a:t>páginas</a:t>
            </a:r>
          </a:p>
        </p:txBody>
      </p:sp>
      <p:sp>
        <p:nvSpPr>
          <p:cNvPr id="4" name="object 4" descr=""/>
          <p:cNvSpPr/>
          <p:nvPr/>
        </p:nvSpPr>
        <p:spPr>
          <a:xfrm>
            <a:off x="731299" y="1110825"/>
            <a:ext cx="8308340" cy="2986405"/>
          </a:xfrm>
          <a:custGeom>
            <a:avLst/>
            <a:gdLst/>
            <a:ahLst/>
            <a:cxnLst/>
            <a:rect l="l" t="t" r="r" b="b"/>
            <a:pathLst>
              <a:path w="8308340" h="2986404">
                <a:moveTo>
                  <a:pt x="8307899" y="2986199"/>
                </a:moveTo>
                <a:lnTo>
                  <a:pt x="0" y="2986199"/>
                </a:lnTo>
                <a:lnTo>
                  <a:pt x="0" y="0"/>
                </a:lnTo>
                <a:lnTo>
                  <a:pt x="8307899" y="0"/>
                </a:lnTo>
                <a:lnTo>
                  <a:pt x="8307899" y="2986199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3776125" y="1177245"/>
            <a:ext cx="3789679" cy="4216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//</a:t>
            </a:r>
            <a:r>
              <a:rPr dirty="0" sz="1300" spc="-20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Tamaño</a:t>
            </a:r>
            <a:r>
              <a:rPr dirty="0" sz="1300" spc="-20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de</a:t>
            </a:r>
            <a:r>
              <a:rPr dirty="0" sz="1300" spc="-20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la</a:t>
            </a:r>
            <a:r>
              <a:rPr dirty="0" sz="1300" spc="-20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página:</a:t>
            </a:r>
            <a:r>
              <a:rPr dirty="0" sz="1300" spc="-15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spc="-25" b="1">
                <a:solidFill>
                  <a:srgbClr val="FFFFFF"/>
                </a:solidFill>
                <a:latin typeface="Courier New"/>
                <a:cs typeface="Courier New"/>
              </a:rPr>
              <a:t>4KB</a:t>
            </a:r>
            <a:endParaRPr sz="13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//</a:t>
            </a:r>
            <a:r>
              <a:rPr dirty="0" sz="1300" spc="-25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Número</a:t>
            </a:r>
            <a:r>
              <a:rPr dirty="0" sz="1300" spc="-20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de</a:t>
            </a:r>
            <a:r>
              <a:rPr dirty="0" sz="1300" spc="-20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entradas</a:t>
            </a:r>
            <a:r>
              <a:rPr dirty="0" sz="1300" spc="-25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por</a:t>
            </a:r>
            <a:r>
              <a:rPr dirty="0" sz="1300" spc="-20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tabla</a:t>
            </a:r>
            <a:r>
              <a:rPr dirty="0" sz="1300" spc="-20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spc="-10" b="1">
                <a:solidFill>
                  <a:srgbClr val="FFFFFF"/>
                </a:solidFill>
                <a:latin typeface="Courier New"/>
                <a:cs typeface="Courier New"/>
              </a:rPr>
              <a:t>(2^10)</a:t>
            </a:r>
            <a:endParaRPr sz="1300">
              <a:latin typeface="Courier New"/>
              <a:cs typeface="Courier New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3578005" y="1771606"/>
            <a:ext cx="4384040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//</a:t>
            </a:r>
            <a:r>
              <a:rPr dirty="0" sz="1300" spc="-30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Definimos</a:t>
            </a:r>
            <a:r>
              <a:rPr dirty="0" sz="1300" spc="-20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pte_t</a:t>
            </a:r>
            <a:r>
              <a:rPr dirty="0" sz="1300" spc="-20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como</a:t>
            </a:r>
            <a:r>
              <a:rPr dirty="0" sz="1300" spc="-20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un</a:t>
            </a:r>
            <a:r>
              <a:rPr dirty="0" sz="1300" spc="-20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entero</a:t>
            </a:r>
            <a:r>
              <a:rPr dirty="0" sz="1300" spc="-20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de</a:t>
            </a:r>
            <a:r>
              <a:rPr dirty="0" sz="1300" spc="-20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32</a:t>
            </a:r>
            <a:r>
              <a:rPr dirty="0" sz="1300" spc="-20" b="1">
                <a:solidFill>
                  <a:srgbClr val="FFFFFF"/>
                </a:solidFill>
                <a:latin typeface="Courier New"/>
                <a:cs typeface="Courier New"/>
              </a:rPr>
              <a:t> bits</a:t>
            </a:r>
            <a:endParaRPr sz="1300">
              <a:latin typeface="Courier New"/>
              <a:cs typeface="Courier New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200565" y="2960326"/>
            <a:ext cx="5969000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//</a:t>
            </a:r>
            <a:r>
              <a:rPr dirty="0" sz="1300" spc="-35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Máscaras</a:t>
            </a:r>
            <a:r>
              <a:rPr dirty="0" sz="1300" spc="-20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para</a:t>
            </a:r>
            <a:r>
              <a:rPr dirty="0" sz="1300" spc="-25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extraer</a:t>
            </a:r>
            <a:r>
              <a:rPr dirty="0" sz="1300" spc="-20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los</a:t>
            </a:r>
            <a:r>
              <a:rPr dirty="0" sz="1300" spc="-20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índices</a:t>
            </a:r>
            <a:r>
              <a:rPr dirty="0" sz="1300" spc="-25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de</a:t>
            </a:r>
            <a:r>
              <a:rPr dirty="0" sz="1300" spc="-20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las</a:t>
            </a:r>
            <a:r>
              <a:rPr dirty="0" sz="1300" spc="-25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tablas</a:t>
            </a:r>
            <a:r>
              <a:rPr dirty="0" sz="1300" spc="-20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de</a:t>
            </a:r>
            <a:r>
              <a:rPr dirty="0" sz="1300" spc="-20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spc="-10" b="1">
                <a:solidFill>
                  <a:srgbClr val="FFFFFF"/>
                </a:solidFill>
                <a:latin typeface="Courier New"/>
                <a:cs typeface="Courier New"/>
              </a:rPr>
              <a:t>página</a:t>
            </a:r>
            <a:endParaRPr sz="1300">
              <a:latin typeface="Courier New"/>
              <a:cs typeface="Courier New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200565" y="3158446"/>
            <a:ext cx="3492500" cy="4216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uint32</a:t>
            </a:r>
            <a:r>
              <a:rPr dirty="0" sz="1300" spc="-20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idx_l1</a:t>
            </a:r>
            <a:r>
              <a:rPr dirty="0" sz="1300" spc="-15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=</a:t>
            </a:r>
            <a:r>
              <a:rPr dirty="0" sz="1300" spc="-15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(va</a:t>
            </a:r>
            <a:r>
              <a:rPr dirty="0" sz="1300" spc="-15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&gt;&gt;</a:t>
            </a:r>
            <a:r>
              <a:rPr dirty="0" sz="1300" spc="-15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22)</a:t>
            </a:r>
            <a:r>
              <a:rPr dirty="0" sz="1300" spc="-15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&amp;</a:t>
            </a:r>
            <a:r>
              <a:rPr dirty="0" sz="1300" spc="-15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spc="-10" b="1">
                <a:solidFill>
                  <a:srgbClr val="FFFFFF"/>
                </a:solidFill>
                <a:latin typeface="Courier New"/>
                <a:cs typeface="Courier New"/>
              </a:rPr>
              <a:t>0x3FF; </a:t>
            </a: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uint32</a:t>
            </a:r>
            <a:r>
              <a:rPr dirty="0" sz="1300" spc="-20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idx_l2</a:t>
            </a:r>
            <a:r>
              <a:rPr dirty="0" sz="1300" spc="-15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=</a:t>
            </a:r>
            <a:r>
              <a:rPr dirty="0" sz="1300" spc="-15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(va</a:t>
            </a:r>
            <a:r>
              <a:rPr dirty="0" sz="1300" spc="-15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&gt;&gt;</a:t>
            </a:r>
            <a:r>
              <a:rPr dirty="0" sz="1300" spc="-15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12)</a:t>
            </a:r>
            <a:r>
              <a:rPr dirty="0" sz="1300" spc="-15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&amp;</a:t>
            </a:r>
            <a:r>
              <a:rPr dirty="0" sz="1300" spc="-15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spc="-10" b="1">
                <a:solidFill>
                  <a:srgbClr val="FFFFFF"/>
                </a:solidFill>
                <a:latin typeface="Courier New"/>
                <a:cs typeface="Courier New"/>
              </a:rPr>
              <a:t>0x3FF;</a:t>
            </a:r>
            <a:endParaRPr sz="1300">
              <a:latin typeface="Courier New"/>
              <a:cs typeface="Courier New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5063905" y="3158446"/>
            <a:ext cx="2501900" cy="4216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//</a:t>
            </a:r>
            <a:r>
              <a:rPr dirty="0" sz="1300" spc="-20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Los</a:t>
            </a:r>
            <a:r>
              <a:rPr dirty="0" sz="1300" spc="-20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primeros</a:t>
            </a:r>
            <a:r>
              <a:rPr dirty="0" sz="1300" spc="-20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10</a:t>
            </a:r>
            <a:r>
              <a:rPr dirty="0" sz="1300" spc="-15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spc="-20" b="1">
                <a:solidFill>
                  <a:srgbClr val="FFFFFF"/>
                </a:solidFill>
                <a:latin typeface="Courier New"/>
                <a:cs typeface="Courier New"/>
              </a:rPr>
              <a:t>bits</a:t>
            </a:r>
            <a:endParaRPr sz="13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//</a:t>
            </a:r>
            <a:r>
              <a:rPr dirty="0" sz="1300" spc="-35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Los</a:t>
            </a:r>
            <a:r>
              <a:rPr dirty="0" sz="1300" spc="-20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siguientes</a:t>
            </a:r>
            <a:r>
              <a:rPr dirty="0" sz="1300" spc="-20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10</a:t>
            </a:r>
            <a:r>
              <a:rPr dirty="0" sz="1300" spc="-20" b="1">
                <a:solidFill>
                  <a:srgbClr val="FFFFFF"/>
                </a:solidFill>
                <a:latin typeface="Courier New"/>
                <a:cs typeface="Courier New"/>
              </a:rPr>
              <a:t> bits</a:t>
            </a:r>
            <a:endParaRPr sz="1300">
              <a:latin typeface="Courier New"/>
              <a:cs typeface="Courier New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804324" y="3752805"/>
            <a:ext cx="322580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25" b="1">
                <a:solidFill>
                  <a:srgbClr val="FFFFFF"/>
                </a:solidFill>
                <a:latin typeface="Courier New"/>
                <a:cs typeface="Courier New"/>
              </a:rPr>
              <a:t>...</a:t>
            </a:r>
            <a:endParaRPr sz="1300">
              <a:latin typeface="Courier New"/>
              <a:cs typeface="Courier New"/>
            </a:endParaRPr>
          </a:p>
        </p:txBody>
      </p:sp>
      <p:sp>
        <p:nvSpPr>
          <p:cNvPr id="11" name="object 11" descr=""/>
          <p:cNvSpPr/>
          <p:nvPr/>
        </p:nvSpPr>
        <p:spPr>
          <a:xfrm>
            <a:off x="283099" y="1110825"/>
            <a:ext cx="448309" cy="2986405"/>
          </a:xfrm>
          <a:custGeom>
            <a:avLst/>
            <a:gdLst/>
            <a:ahLst/>
            <a:cxnLst/>
            <a:rect l="l" t="t" r="r" b="b"/>
            <a:pathLst>
              <a:path w="448309" h="2986404">
                <a:moveTo>
                  <a:pt x="448199" y="2986199"/>
                </a:moveTo>
                <a:lnTo>
                  <a:pt x="0" y="2986199"/>
                </a:lnTo>
                <a:lnTo>
                  <a:pt x="0" y="0"/>
                </a:lnTo>
                <a:lnTo>
                  <a:pt x="448199" y="0"/>
                </a:lnTo>
                <a:lnTo>
                  <a:pt x="448199" y="2986199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 txBox="1"/>
          <p:nvPr/>
        </p:nvSpPr>
        <p:spPr>
          <a:xfrm>
            <a:off x="434782" y="1177245"/>
            <a:ext cx="6338570" cy="2600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11125">
              <a:lnSpc>
                <a:spcPct val="100000"/>
              </a:lnSpc>
              <a:spcBef>
                <a:spcPts val="100"/>
              </a:spcBef>
              <a:tabLst>
                <a:tab pos="381635" algn="l"/>
              </a:tabLst>
            </a:pPr>
            <a:r>
              <a:rPr dirty="0" sz="1300" spc="-50" b="1">
                <a:solidFill>
                  <a:srgbClr val="FFFFFF"/>
                </a:solidFill>
                <a:latin typeface="Courier New"/>
                <a:cs typeface="Courier New"/>
              </a:rPr>
              <a:t>1</a:t>
            </a: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	#define</a:t>
            </a:r>
            <a:r>
              <a:rPr dirty="0" sz="1300" spc="-40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PAGE_SIZE</a:t>
            </a:r>
            <a:r>
              <a:rPr dirty="0" sz="1300" spc="-40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spc="-20" b="1">
                <a:solidFill>
                  <a:srgbClr val="FFFFFF"/>
                </a:solidFill>
                <a:latin typeface="Courier New"/>
                <a:cs typeface="Courier New"/>
              </a:rPr>
              <a:t>4096</a:t>
            </a:r>
            <a:endParaRPr sz="1300">
              <a:latin typeface="Courier New"/>
              <a:cs typeface="Courier New"/>
            </a:endParaRPr>
          </a:p>
          <a:p>
            <a:pPr marL="111125">
              <a:lnSpc>
                <a:spcPct val="100000"/>
              </a:lnSpc>
              <a:tabLst>
                <a:tab pos="381635" algn="l"/>
              </a:tabLst>
            </a:pPr>
            <a:r>
              <a:rPr dirty="0" sz="1300" spc="-50" b="1">
                <a:solidFill>
                  <a:srgbClr val="FFFFFF"/>
                </a:solidFill>
                <a:latin typeface="Courier New"/>
                <a:cs typeface="Courier New"/>
              </a:rPr>
              <a:t>2</a:t>
            </a: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	#define</a:t>
            </a:r>
            <a:r>
              <a:rPr dirty="0" sz="1300" spc="-40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PTE_COUNT</a:t>
            </a:r>
            <a:r>
              <a:rPr dirty="0" sz="1300" spc="-40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spc="-20" b="1">
                <a:solidFill>
                  <a:srgbClr val="FFFFFF"/>
                </a:solidFill>
                <a:latin typeface="Courier New"/>
                <a:cs typeface="Courier New"/>
              </a:rPr>
              <a:t>1024</a:t>
            </a:r>
            <a:endParaRPr sz="1300">
              <a:latin typeface="Courier New"/>
              <a:cs typeface="Courier New"/>
            </a:endParaRPr>
          </a:p>
          <a:p>
            <a:pPr marL="111125">
              <a:lnSpc>
                <a:spcPct val="100000"/>
              </a:lnSpc>
            </a:pPr>
            <a:r>
              <a:rPr dirty="0" sz="1300" spc="-50" b="1">
                <a:solidFill>
                  <a:srgbClr val="FFFFFF"/>
                </a:solidFill>
                <a:latin typeface="Courier New"/>
                <a:cs typeface="Courier New"/>
              </a:rPr>
              <a:t>3</a:t>
            </a:r>
            <a:endParaRPr sz="1300">
              <a:latin typeface="Courier New"/>
              <a:cs typeface="Courier New"/>
            </a:endParaRPr>
          </a:p>
          <a:p>
            <a:pPr marL="111125" marR="3868420">
              <a:lnSpc>
                <a:spcPct val="100000"/>
              </a:lnSpc>
              <a:tabLst>
                <a:tab pos="381635" algn="l"/>
              </a:tabLst>
            </a:pPr>
            <a:r>
              <a:rPr dirty="0" sz="1300" spc="-50" b="1">
                <a:solidFill>
                  <a:srgbClr val="FFFFFF"/>
                </a:solidFill>
                <a:latin typeface="Courier New"/>
                <a:cs typeface="Courier New"/>
              </a:rPr>
              <a:t>4</a:t>
            </a: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	typedef</a:t>
            </a:r>
            <a:r>
              <a:rPr dirty="0" sz="1300" spc="-45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uint32</a:t>
            </a:r>
            <a:r>
              <a:rPr dirty="0" sz="1300" spc="-30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spc="-10" b="1">
                <a:solidFill>
                  <a:srgbClr val="FFFFFF"/>
                </a:solidFill>
                <a:latin typeface="Courier New"/>
                <a:cs typeface="Courier New"/>
              </a:rPr>
              <a:t>pte_t; </a:t>
            </a:r>
            <a:r>
              <a:rPr dirty="0" sz="1300" spc="-50" b="1">
                <a:solidFill>
                  <a:srgbClr val="FFFFFF"/>
                </a:solidFill>
                <a:latin typeface="Courier New"/>
                <a:cs typeface="Courier New"/>
              </a:rPr>
              <a:t>5</a:t>
            </a:r>
            <a:endParaRPr sz="1300">
              <a:latin typeface="Courier New"/>
              <a:cs typeface="Courier New"/>
            </a:endParaRPr>
          </a:p>
          <a:p>
            <a:pPr marL="111125">
              <a:lnSpc>
                <a:spcPct val="100000"/>
              </a:lnSpc>
            </a:pPr>
            <a:r>
              <a:rPr dirty="0" sz="1300" spc="-50" b="1">
                <a:solidFill>
                  <a:srgbClr val="FFFFFF"/>
                </a:solidFill>
                <a:latin typeface="Courier New"/>
                <a:cs typeface="Courier New"/>
              </a:rPr>
              <a:t>6</a:t>
            </a:r>
            <a:endParaRPr sz="1300">
              <a:latin typeface="Courier New"/>
              <a:cs typeface="Courier New"/>
            </a:endParaRPr>
          </a:p>
          <a:p>
            <a:pPr marL="111125" marR="5080">
              <a:lnSpc>
                <a:spcPct val="100000"/>
              </a:lnSpc>
              <a:tabLst>
                <a:tab pos="381635" algn="l"/>
              </a:tabLst>
            </a:pPr>
            <a:r>
              <a:rPr dirty="0" sz="1300" spc="-50" b="1">
                <a:solidFill>
                  <a:srgbClr val="FFFFFF"/>
                </a:solidFill>
                <a:latin typeface="Courier New"/>
                <a:cs typeface="Courier New"/>
              </a:rPr>
              <a:t>7</a:t>
            </a: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	int</a:t>
            </a:r>
            <a:r>
              <a:rPr dirty="0" sz="1300" spc="-65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mappage(pte_t</a:t>
            </a:r>
            <a:r>
              <a:rPr dirty="0" sz="1300" spc="-55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pagetable_level_1[PTE_COUNT],</a:t>
            </a:r>
            <a:r>
              <a:rPr dirty="0" sz="1300" spc="-55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uint32</a:t>
            </a:r>
            <a:r>
              <a:rPr dirty="0" sz="1300" spc="-55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va)</a:t>
            </a:r>
            <a:r>
              <a:rPr dirty="0" sz="1300" spc="-50" b="1">
                <a:solidFill>
                  <a:srgbClr val="FFFFFF"/>
                </a:solidFill>
                <a:latin typeface="Courier New"/>
                <a:cs typeface="Courier New"/>
              </a:rPr>
              <a:t> { 8</a:t>
            </a:r>
            <a:endParaRPr sz="1300">
              <a:latin typeface="Courier New"/>
              <a:cs typeface="Courier New"/>
            </a:endParaRPr>
          </a:p>
          <a:p>
            <a:pPr algn="r" marR="6119495">
              <a:lnSpc>
                <a:spcPct val="100000"/>
              </a:lnSpc>
            </a:pPr>
            <a:r>
              <a:rPr dirty="0" sz="1300" spc="-50" b="1">
                <a:solidFill>
                  <a:srgbClr val="FFFFFF"/>
                </a:solidFill>
                <a:latin typeface="Courier New"/>
                <a:cs typeface="Courier New"/>
              </a:rPr>
              <a:t>9</a:t>
            </a:r>
            <a:endParaRPr sz="1300">
              <a:latin typeface="Courier New"/>
              <a:cs typeface="Courier New"/>
            </a:endParaRPr>
          </a:p>
          <a:p>
            <a:pPr algn="r" marR="6119495">
              <a:lnSpc>
                <a:spcPct val="100000"/>
              </a:lnSpc>
            </a:pPr>
            <a:r>
              <a:rPr dirty="0" sz="1300" spc="-25" b="1">
                <a:solidFill>
                  <a:srgbClr val="FFFFFF"/>
                </a:solidFill>
                <a:latin typeface="Courier New"/>
                <a:cs typeface="Courier New"/>
              </a:rPr>
              <a:t>10</a:t>
            </a:r>
            <a:endParaRPr sz="1300">
              <a:latin typeface="Courier New"/>
              <a:cs typeface="Courier New"/>
            </a:endParaRPr>
          </a:p>
          <a:p>
            <a:pPr algn="r" marR="6119495">
              <a:lnSpc>
                <a:spcPct val="100000"/>
              </a:lnSpc>
            </a:pPr>
            <a:r>
              <a:rPr dirty="0" sz="1300" spc="-25" b="1">
                <a:solidFill>
                  <a:srgbClr val="FFFFFF"/>
                </a:solidFill>
                <a:latin typeface="Courier New"/>
                <a:cs typeface="Courier New"/>
              </a:rPr>
              <a:t>11</a:t>
            </a:r>
            <a:endParaRPr sz="1300">
              <a:latin typeface="Courier New"/>
              <a:cs typeface="Courier New"/>
            </a:endParaRPr>
          </a:p>
          <a:p>
            <a:pPr algn="r" marR="6119495">
              <a:lnSpc>
                <a:spcPct val="100000"/>
              </a:lnSpc>
            </a:pPr>
            <a:r>
              <a:rPr dirty="0" sz="1300" spc="-25" b="1">
                <a:solidFill>
                  <a:srgbClr val="FFFFFF"/>
                </a:solidFill>
                <a:latin typeface="Courier New"/>
                <a:cs typeface="Courier New"/>
              </a:rPr>
              <a:t>12</a:t>
            </a:r>
            <a:endParaRPr sz="1300">
              <a:latin typeface="Courier New"/>
              <a:cs typeface="Courier New"/>
            </a:endParaRPr>
          </a:p>
          <a:p>
            <a:pPr algn="r" marR="6119495">
              <a:lnSpc>
                <a:spcPct val="100000"/>
              </a:lnSpc>
            </a:pPr>
            <a:r>
              <a:rPr dirty="0" sz="1300" spc="-25" b="1">
                <a:solidFill>
                  <a:srgbClr val="FFFFFF"/>
                </a:solidFill>
                <a:latin typeface="Courier New"/>
                <a:cs typeface="Courier New"/>
              </a:rPr>
              <a:t>13</a:t>
            </a:r>
            <a:endParaRPr sz="1300">
              <a:latin typeface="Courier New"/>
              <a:cs typeface="Courier New"/>
            </a:endParaRPr>
          </a:p>
        </p:txBody>
      </p:sp>
      <p:pic>
        <p:nvPicPr>
          <p:cNvPr id="13" name="object 1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30739" y="4296424"/>
            <a:ext cx="5136756" cy="84707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60024" y="495225"/>
            <a:ext cx="8068309" cy="4556760"/>
            <a:chOff x="160024" y="495225"/>
            <a:chExt cx="8068309" cy="455676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46450" y="495225"/>
              <a:ext cx="7281624" cy="4556150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160024" y="4414224"/>
              <a:ext cx="2233295" cy="637540"/>
            </a:xfrm>
            <a:custGeom>
              <a:avLst/>
              <a:gdLst/>
              <a:ahLst/>
              <a:cxnLst/>
              <a:rect l="l" t="t" r="r" b="b"/>
              <a:pathLst>
                <a:path w="2233295" h="637539">
                  <a:moveTo>
                    <a:pt x="2233199" y="637199"/>
                  </a:moveTo>
                  <a:lnTo>
                    <a:pt x="0" y="637199"/>
                  </a:lnTo>
                  <a:lnTo>
                    <a:pt x="0" y="0"/>
                  </a:lnTo>
                  <a:lnTo>
                    <a:pt x="2233199" y="0"/>
                  </a:lnTo>
                  <a:lnTo>
                    <a:pt x="2233199" y="6371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"/>
          <p:cNvSpPr txBox="1"/>
          <p:nvPr/>
        </p:nvSpPr>
        <p:spPr>
          <a:xfrm>
            <a:off x="611010" y="4613508"/>
            <a:ext cx="1709420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10" b="1">
                <a:solidFill>
                  <a:srgbClr val="1A1A1A"/>
                </a:solidFill>
                <a:latin typeface="Courier New"/>
                <a:cs typeface="Courier New"/>
              </a:rPr>
              <a:t>pagetable_level_1</a:t>
            </a:r>
            <a:endParaRPr sz="1300">
              <a:latin typeface="Courier New"/>
              <a:cs typeface="Courier New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656250" y="4103125"/>
            <a:ext cx="1003935" cy="31115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48895" rIns="0" bIns="0" rtlCol="0" vert="horz">
            <a:spAutoFit/>
          </a:bodyPr>
          <a:lstStyle/>
          <a:p>
            <a:pPr marL="323215">
              <a:lnSpc>
                <a:spcPct val="100000"/>
              </a:lnSpc>
              <a:spcBef>
                <a:spcPts val="385"/>
              </a:spcBef>
            </a:pPr>
            <a:r>
              <a:rPr dirty="0" sz="1300" spc="-10" b="1">
                <a:solidFill>
                  <a:srgbClr val="1A1A1A"/>
                </a:solidFill>
                <a:latin typeface="Courier New"/>
                <a:cs typeface="Courier New"/>
              </a:rPr>
              <a:t>idx_l1</a:t>
            </a:r>
            <a:endParaRPr sz="13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840450" y="61137"/>
            <a:ext cx="5824855" cy="382270"/>
          </a:xfrm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140"/>
              <a:t>Mapeo</a:t>
            </a:r>
            <a:r>
              <a:rPr dirty="0" spc="-125"/>
              <a:t> </a:t>
            </a:r>
            <a:r>
              <a:rPr dirty="0" spc="114"/>
              <a:t>de</a:t>
            </a:r>
            <a:r>
              <a:rPr dirty="0" spc="-125"/>
              <a:t> </a:t>
            </a:r>
            <a:r>
              <a:rPr dirty="0" spc="65"/>
              <a:t>páginas:</a:t>
            </a:r>
            <a:r>
              <a:rPr dirty="0" spc="-125"/>
              <a:t> </a:t>
            </a:r>
            <a:r>
              <a:rPr dirty="0" spc="65"/>
              <a:t>resumen</a:t>
            </a:r>
            <a:r>
              <a:rPr dirty="0" spc="-120"/>
              <a:t> </a:t>
            </a:r>
            <a:r>
              <a:rPr dirty="0" spc="114"/>
              <a:t>de</a:t>
            </a:r>
            <a:r>
              <a:rPr dirty="0" spc="-125"/>
              <a:t> </a:t>
            </a:r>
            <a:r>
              <a:rPr dirty="0" spc="40"/>
              <a:t>punteros</a:t>
            </a:r>
          </a:p>
        </p:txBody>
      </p:sp>
      <p:sp>
        <p:nvSpPr>
          <p:cNvPr id="8" name="object 8" descr=""/>
          <p:cNvSpPr txBox="1"/>
          <p:nvPr/>
        </p:nvSpPr>
        <p:spPr>
          <a:xfrm>
            <a:off x="3257925" y="3578399"/>
            <a:ext cx="928369" cy="31115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48895" rIns="0" bIns="0" rtlCol="0" vert="horz">
            <a:spAutoFit/>
          </a:bodyPr>
          <a:lstStyle/>
          <a:p>
            <a:pPr marL="247650">
              <a:lnSpc>
                <a:spcPct val="100000"/>
              </a:lnSpc>
              <a:spcBef>
                <a:spcPts val="385"/>
              </a:spcBef>
            </a:pPr>
            <a:r>
              <a:rPr dirty="0" sz="1300" spc="-10" b="1">
                <a:solidFill>
                  <a:srgbClr val="1A1A1A"/>
                </a:solidFill>
                <a:latin typeface="Courier New"/>
                <a:cs typeface="Courier New"/>
              </a:rPr>
              <a:t>idx_l2</a:t>
            </a:r>
            <a:endParaRPr sz="1300">
              <a:latin typeface="Courier New"/>
              <a:cs typeface="Courier New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4592035" y="4766408"/>
            <a:ext cx="1709420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10" b="1">
                <a:solidFill>
                  <a:srgbClr val="1A1A1A"/>
                </a:solidFill>
                <a:latin typeface="Courier New"/>
                <a:cs typeface="Courier New"/>
              </a:rPr>
              <a:t>pagetable_level_2</a:t>
            </a:r>
            <a:endParaRPr sz="1300">
              <a:latin typeface="Courier New"/>
              <a:cs typeface="Courier New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5413774" y="3792025"/>
            <a:ext cx="702310" cy="31115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48895" rIns="0" bIns="0" rtlCol="0" vert="horz">
            <a:spAutoFit/>
          </a:bodyPr>
          <a:lstStyle/>
          <a:p>
            <a:pPr marL="85090">
              <a:lnSpc>
                <a:spcPct val="100000"/>
              </a:lnSpc>
              <a:spcBef>
                <a:spcPts val="385"/>
              </a:spcBef>
            </a:pPr>
            <a:r>
              <a:rPr dirty="0" sz="1300" spc="-10" b="1">
                <a:solidFill>
                  <a:srgbClr val="1A1A1A"/>
                </a:solidFill>
                <a:latin typeface="Courier New"/>
                <a:cs typeface="Courier New"/>
              </a:rPr>
              <a:t>frame</a:t>
            </a:r>
            <a:endParaRPr sz="1300">
              <a:latin typeface="Courier New"/>
              <a:cs typeface="Courier New"/>
            </a:endParaRPr>
          </a:p>
        </p:txBody>
      </p:sp>
      <p:grpSp>
        <p:nvGrpSpPr>
          <p:cNvPr id="11" name="object 11" descr=""/>
          <p:cNvGrpSpPr/>
          <p:nvPr/>
        </p:nvGrpSpPr>
        <p:grpSpPr>
          <a:xfrm>
            <a:off x="4522680" y="4310153"/>
            <a:ext cx="890269" cy="424815"/>
            <a:chOff x="4522680" y="4310153"/>
            <a:chExt cx="890269" cy="424815"/>
          </a:xfrm>
        </p:grpSpPr>
        <p:sp>
          <p:nvSpPr>
            <p:cNvPr id="12" name="object 12" descr=""/>
            <p:cNvSpPr/>
            <p:nvPr/>
          </p:nvSpPr>
          <p:spPr>
            <a:xfrm>
              <a:off x="4566536" y="4333359"/>
              <a:ext cx="841375" cy="396875"/>
            </a:xfrm>
            <a:custGeom>
              <a:avLst/>
              <a:gdLst/>
              <a:ahLst/>
              <a:cxnLst/>
              <a:rect l="l" t="t" r="r" b="b"/>
              <a:pathLst>
                <a:path w="841375" h="396875">
                  <a:moveTo>
                    <a:pt x="841113" y="396815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1A1A1A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4527443" y="4314916"/>
              <a:ext cx="46355" cy="33020"/>
            </a:xfrm>
            <a:custGeom>
              <a:avLst/>
              <a:gdLst/>
              <a:ahLst/>
              <a:cxnLst/>
              <a:rect l="l" t="t" r="r" b="b"/>
              <a:pathLst>
                <a:path w="46354" h="33020">
                  <a:moveTo>
                    <a:pt x="32380" y="32671"/>
                  </a:moveTo>
                  <a:lnTo>
                    <a:pt x="0" y="0"/>
                  </a:lnTo>
                  <a:lnTo>
                    <a:pt x="45806" y="4214"/>
                  </a:lnTo>
                  <a:lnTo>
                    <a:pt x="32380" y="32671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4527443" y="4314916"/>
              <a:ext cx="46355" cy="33020"/>
            </a:xfrm>
            <a:custGeom>
              <a:avLst/>
              <a:gdLst/>
              <a:ahLst/>
              <a:cxnLst/>
              <a:rect l="l" t="t" r="r" b="b"/>
              <a:pathLst>
                <a:path w="46354" h="33020">
                  <a:moveTo>
                    <a:pt x="45806" y="4214"/>
                  </a:moveTo>
                  <a:lnTo>
                    <a:pt x="0" y="0"/>
                  </a:lnTo>
                  <a:lnTo>
                    <a:pt x="32380" y="32671"/>
                  </a:lnTo>
                  <a:lnTo>
                    <a:pt x="45806" y="4214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9144000" cy="488315"/>
          </a:xfrm>
          <a:custGeom>
            <a:avLst/>
            <a:gdLst/>
            <a:ahLst/>
            <a:cxnLst/>
            <a:rect l="l" t="t" r="r" b="b"/>
            <a:pathLst>
              <a:path w="9144000" h="488315">
                <a:moveTo>
                  <a:pt x="9143999" y="487799"/>
                </a:moveTo>
                <a:lnTo>
                  <a:pt x="0" y="4877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487799"/>
                </a:lnTo>
                <a:close/>
              </a:path>
            </a:pathLst>
          </a:custGeom>
          <a:solidFill>
            <a:srgbClr val="E9EDE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40450" y="61137"/>
            <a:ext cx="2630805" cy="382270"/>
          </a:xfrm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140"/>
              <a:t>Mapeo</a:t>
            </a:r>
            <a:r>
              <a:rPr dirty="0" spc="-130"/>
              <a:t> </a:t>
            </a:r>
            <a:r>
              <a:rPr dirty="0" spc="114"/>
              <a:t>de</a:t>
            </a:r>
            <a:r>
              <a:rPr dirty="0" spc="-125"/>
              <a:t> </a:t>
            </a:r>
            <a:r>
              <a:rPr dirty="0" spc="100"/>
              <a:t>páginas</a:t>
            </a:r>
          </a:p>
        </p:txBody>
      </p:sp>
      <p:sp>
        <p:nvSpPr>
          <p:cNvPr id="4" name="object 4" descr=""/>
          <p:cNvSpPr/>
          <p:nvPr/>
        </p:nvSpPr>
        <p:spPr>
          <a:xfrm>
            <a:off x="258325" y="592625"/>
            <a:ext cx="8828405" cy="4433570"/>
          </a:xfrm>
          <a:custGeom>
            <a:avLst/>
            <a:gdLst/>
            <a:ahLst/>
            <a:cxnLst/>
            <a:rect l="l" t="t" r="r" b="b"/>
            <a:pathLst>
              <a:path w="8828405" h="4433570">
                <a:moveTo>
                  <a:pt x="8828399" y="4433099"/>
                </a:moveTo>
                <a:lnTo>
                  <a:pt x="0" y="4433099"/>
                </a:lnTo>
                <a:lnTo>
                  <a:pt x="0" y="0"/>
                </a:lnTo>
                <a:lnTo>
                  <a:pt x="8828399" y="0"/>
                </a:lnTo>
                <a:lnTo>
                  <a:pt x="8828399" y="4433099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1123830" y="2048934"/>
            <a:ext cx="5671820" cy="4464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6200"/>
              </a:lnSpc>
              <a:spcBef>
                <a:spcPts val="100"/>
              </a:spcBef>
            </a:pP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//</a:t>
            </a:r>
            <a:r>
              <a:rPr dirty="0" sz="1300" spc="-30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Obtener</a:t>
            </a:r>
            <a:r>
              <a:rPr dirty="0" sz="1300" spc="-20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espacio</a:t>
            </a:r>
            <a:r>
              <a:rPr dirty="0" sz="1300" spc="-20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para</a:t>
            </a:r>
            <a:r>
              <a:rPr dirty="0" sz="1300" spc="-20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la</a:t>
            </a:r>
            <a:r>
              <a:rPr dirty="0" sz="1300" spc="-20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nueva</a:t>
            </a:r>
            <a:r>
              <a:rPr dirty="0" sz="1300" spc="-20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tabla</a:t>
            </a:r>
            <a:r>
              <a:rPr dirty="0" sz="1300" spc="-20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nivel</a:t>
            </a:r>
            <a:r>
              <a:rPr dirty="0" sz="1300" spc="-20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2</a:t>
            </a:r>
            <a:r>
              <a:rPr dirty="0" sz="1300" spc="-20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(1</a:t>
            </a:r>
            <a:r>
              <a:rPr dirty="0" sz="1300" spc="-20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spc="-10" b="1">
                <a:solidFill>
                  <a:srgbClr val="FFFFFF"/>
                </a:solidFill>
                <a:latin typeface="Courier New"/>
                <a:cs typeface="Courier New"/>
              </a:rPr>
              <a:t>pagina) </a:t>
            </a: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uint32</a:t>
            </a:r>
            <a:r>
              <a:rPr dirty="0" sz="1300" spc="25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l2_pagetable</a:t>
            </a:r>
            <a:r>
              <a:rPr dirty="0" sz="1300" spc="-30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=</a:t>
            </a:r>
            <a:r>
              <a:rPr dirty="0" sz="1300" spc="-30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spc="-10" b="1">
                <a:solidFill>
                  <a:srgbClr val="00FF00"/>
                </a:solidFill>
                <a:latin typeface="Courier New"/>
                <a:cs typeface="Courier New"/>
              </a:rPr>
              <a:t>kalloc</a:t>
            </a:r>
            <a:r>
              <a:rPr dirty="0" sz="1300" spc="-10" b="1">
                <a:solidFill>
                  <a:srgbClr val="FFFFFF"/>
                </a:solidFill>
                <a:latin typeface="Courier New"/>
                <a:cs typeface="Courier New"/>
              </a:rPr>
              <a:t>();</a:t>
            </a:r>
            <a:endParaRPr sz="1300">
              <a:latin typeface="Courier New"/>
              <a:cs typeface="Courier New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123830" y="2670726"/>
            <a:ext cx="4384040" cy="4216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//</a:t>
            </a:r>
            <a:r>
              <a:rPr dirty="0" sz="1300" spc="-35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Limpiar</a:t>
            </a:r>
            <a:r>
              <a:rPr dirty="0" sz="1300" spc="-25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tabla</a:t>
            </a:r>
            <a:r>
              <a:rPr dirty="0" sz="1300" spc="-20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spc="-10" b="1">
                <a:solidFill>
                  <a:srgbClr val="FFFFFF"/>
                </a:solidFill>
                <a:latin typeface="Courier New"/>
                <a:cs typeface="Courier New"/>
              </a:rPr>
              <a:t>entera</a:t>
            </a:r>
            <a:endParaRPr sz="13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memset((void</a:t>
            </a:r>
            <a:r>
              <a:rPr dirty="0" sz="1300" spc="-40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*)</a:t>
            </a:r>
            <a:r>
              <a:rPr dirty="0" sz="1300" spc="-35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l2_pagetable,</a:t>
            </a:r>
            <a:r>
              <a:rPr dirty="0" sz="1300" spc="-35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0,</a:t>
            </a:r>
            <a:r>
              <a:rPr dirty="0" sz="1300" spc="-35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spc="-10" b="1">
                <a:solidFill>
                  <a:srgbClr val="FFFFFF"/>
                </a:solidFill>
                <a:latin typeface="Courier New"/>
                <a:cs typeface="Courier New"/>
              </a:rPr>
              <a:t>PAGE_SIZE);</a:t>
            </a:r>
            <a:endParaRPr sz="1300">
              <a:latin typeface="Courier New"/>
              <a:cs typeface="Courier New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123830" y="3265085"/>
            <a:ext cx="5374640" cy="635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//</a:t>
            </a:r>
            <a:r>
              <a:rPr dirty="0" sz="1300" spc="-30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Guardar</a:t>
            </a:r>
            <a:r>
              <a:rPr dirty="0" sz="1300" spc="-25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puntero</a:t>
            </a:r>
            <a:r>
              <a:rPr dirty="0" sz="1300" spc="-25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a</a:t>
            </a:r>
            <a:r>
              <a:rPr dirty="0" sz="1300" spc="-25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l2_pagetable</a:t>
            </a:r>
            <a:r>
              <a:rPr dirty="0" sz="1300" spc="-25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en</a:t>
            </a:r>
            <a:r>
              <a:rPr dirty="0" sz="1300" spc="-25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spc="-10" b="1">
                <a:solidFill>
                  <a:srgbClr val="FFFFFF"/>
                </a:solidFill>
                <a:latin typeface="Courier New"/>
                <a:cs typeface="Courier New"/>
              </a:rPr>
              <a:t>pagetable[idx_l1]</a:t>
            </a:r>
            <a:endParaRPr sz="1300">
              <a:latin typeface="Courier New"/>
              <a:cs typeface="Courier New"/>
            </a:endParaRPr>
          </a:p>
          <a:p>
            <a:pPr marL="12700" marR="104775">
              <a:lnSpc>
                <a:spcPct val="100000"/>
              </a:lnSpc>
            </a:pP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//</a:t>
            </a:r>
            <a:r>
              <a:rPr dirty="0" sz="1300" spc="-25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Suponemos</a:t>
            </a:r>
            <a:r>
              <a:rPr dirty="0" sz="1300" spc="-25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que</a:t>
            </a:r>
            <a:r>
              <a:rPr dirty="0" sz="1300" spc="-25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pte_init</a:t>
            </a:r>
            <a:r>
              <a:rPr dirty="0" sz="1300" spc="-25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guarda</a:t>
            </a:r>
            <a:r>
              <a:rPr dirty="0" sz="1300" spc="-25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la</a:t>
            </a:r>
            <a:r>
              <a:rPr dirty="0" sz="1300" spc="-25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dirección</a:t>
            </a:r>
            <a:r>
              <a:rPr dirty="0" sz="1300" spc="-25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+</a:t>
            </a:r>
            <a:r>
              <a:rPr dirty="0" sz="1300" spc="-25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spc="-10" b="1">
                <a:solidFill>
                  <a:srgbClr val="FFFFFF"/>
                </a:solidFill>
                <a:latin typeface="Courier New"/>
                <a:cs typeface="Courier New"/>
              </a:rPr>
              <a:t>flags </a:t>
            </a: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pte_init(&amp;pagetable[idx_l1],</a:t>
            </a:r>
            <a:r>
              <a:rPr dirty="0" sz="1300" spc="-114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l2_pagetable,</a:t>
            </a:r>
            <a:r>
              <a:rPr dirty="0" sz="1300" spc="-105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400" spc="-10" b="1">
                <a:solidFill>
                  <a:srgbClr val="FFFFFF"/>
                </a:solidFill>
                <a:latin typeface="Courier New"/>
                <a:cs typeface="Courier New"/>
              </a:rPr>
              <a:t>PTE_P</a:t>
            </a:r>
            <a:r>
              <a:rPr dirty="0" sz="1300" spc="-10" b="1">
                <a:solidFill>
                  <a:srgbClr val="FFFFFF"/>
                </a:solidFill>
                <a:latin typeface="Courier New"/>
                <a:cs typeface="Courier New"/>
              </a:rPr>
              <a:t>);</a:t>
            </a:r>
            <a:endParaRPr sz="1300">
              <a:latin typeface="Courier New"/>
              <a:cs typeface="Courier New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727590" y="3874685"/>
            <a:ext cx="125095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50" b="1">
                <a:solidFill>
                  <a:srgbClr val="FFFFFF"/>
                </a:solidFill>
                <a:latin typeface="Courier New"/>
                <a:cs typeface="Courier New"/>
              </a:rPr>
              <a:t>}</a:t>
            </a:r>
            <a:endParaRPr sz="1300">
              <a:latin typeface="Courier New"/>
              <a:cs typeface="Courier New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727590" y="4667165"/>
            <a:ext cx="322580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25" b="1">
                <a:solidFill>
                  <a:srgbClr val="FFFFFF"/>
                </a:solidFill>
                <a:latin typeface="Courier New"/>
                <a:cs typeface="Courier New"/>
              </a:rPr>
              <a:t>...</a:t>
            </a:r>
            <a:endParaRPr sz="1300">
              <a:latin typeface="Courier New"/>
              <a:cs typeface="Courier New"/>
            </a:endParaRPr>
          </a:p>
        </p:txBody>
      </p:sp>
      <p:sp>
        <p:nvSpPr>
          <p:cNvPr id="10" name="object 10" descr=""/>
          <p:cNvSpPr/>
          <p:nvPr/>
        </p:nvSpPr>
        <p:spPr>
          <a:xfrm>
            <a:off x="182125" y="592625"/>
            <a:ext cx="448309" cy="4387215"/>
          </a:xfrm>
          <a:custGeom>
            <a:avLst/>
            <a:gdLst/>
            <a:ahLst/>
            <a:cxnLst/>
            <a:rect l="l" t="t" r="r" b="b"/>
            <a:pathLst>
              <a:path w="448309" h="4387215">
                <a:moveTo>
                  <a:pt x="448199" y="4386899"/>
                </a:moveTo>
                <a:lnTo>
                  <a:pt x="0" y="4386899"/>
                </a:lnTo>
                <a:lnTo>
                  <a:pt x="0" y="0"/>
                </a:lnTo>
                <a:lnTo>
                  <a:pt x="448199" y="0"/>
                </a:lnTo>
                <a:lnTo>
                  <a:pt x="448199" y="4386899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 txBox="1"/>
          <p:nvPr/>
        </p:nvSpPr>
        <p:spPr>
          <a:xfrm>
            <a:off x="333807" y="659045"/>
            <a:ext cx="4877435" cy="398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06400">
              <a:lnSpc>
                <a:spcPct val="100000"/>
              </a:lnSpc>
              <a:spcBef>
                <a:spcPts val="100"/>
              </a:spcBef>
            </a:pPr>
            <a:r>
              <a:rPr dirty="0" sz="1300" spc="-25" b="1">
                <a:solidFill>
                  <a:srgbClr val="FFFFFF"/>
                </a:solidFill>
                <a:latin typeface="Courier New"/>
                <a:cs typeface="Courier New"/>
              </a:rPr>
              <a:t>...</a:t>
            </a:r>
            <a:endParaRPr sz="1300">
              <a:latin typeface="Courier New"/>
              <a:cs typeface="Courier New"/>
            </a:endParaRPr>
          </a:p>
          <a:p>
            <a:pPr marL="406400" indent="-393700">
              <a:lnSpc>
                <a:spcPct val="100000"/>
              </a:lnSpc>
              <a:buClr>
                <a:srgbClr val="FFFFFF"/>
              </a:buClr>
              <a:buAutoNum type="arabicPlain" startAt="14"/>
              <a:tabLst>
                <a:tab pos="406400" algn="l"/>
              </a:tabLst>
            </a:pPr>
            <a:r>
              <a:rPr dirty="0" sz="1300" b="1">
                <a:solidFill>
                  <a:srgbClr val="E9EDEE"/>
                </a:solidFill>
                <a:latin typeface="Courier New"/>
                <a:cs typeface="Courier New"/>
              </a:rPr>
              <a:t>//</a:t>
            </a:r>
            <a:r>
              <a:rPr dirty="0" sz="1300" spc="-35" b="1">
                <a:solidFill>
                  <a:srgbClr val="E9EDEE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E9EDEE"/>
                </a:solidFill>
                <a:latin typeface="Courier New"/>
                <a:cs typeface="Courier New"/>
              </a:rPr>
              <a:t>Obtener</a:t>
            </a:r>
            <a:r>
              <a:rPr dirty="0" sz="1300" spc="-20" b="1">
                <a:solidFill>
                  <a:srgbClr val="E9EDEE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E9EDEE"/>
                </a:solidFill>
                <a:latin typeface="Courier New"/>
                <a:cs typeface="Courier New"/>
              </a:rPr>
              <a:t>tabla</a:t>
            </a:r>
            <a:r>
              <a:rPr dirty="0" sz="1300" spc="-25" b="1">
                <a:solidFill>
                  <a:srgbClr val="E9EDEE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E9EDEE"/>
                </a:solidFill>
                <a:latin typeface="Courier New"/>
                <a:cs typeface="Courier New"/>
              </a:rPr>
              <a:t>de</a:t>
            </a:r>
            <a:r>
              <a:rPr dirty="0" sz="1300" spc="-20" b="1">
                <a:solidFill>
                  <a:srgbClr val="E9EDEE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E9EDEE"/>
                </a:solidFill>
                <a:latin typeface="Courier New"/>
                <a:cs typeface="Courier New"/>
              </a:rPr>
              <a:t>segundo</a:t>
            </a:r>
            <a:r>
              <a:rPr dirty="0" sz="1300" spc="-25" b="1">
                <a:solidFill>
                  <a:srgbClr val="E9EDEE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E9EDEE"/>
                </a:solidFill>
                <a:latin typeface="Courier New"/>
                <a:cs typeface="Courier New"/>
              </a:rPr>
              <a:t>nivel</a:t>
            </a:r>
            <a:r>
              <a:rPr dirty="0" sz="1300" spc="-20" b="1">
                <a:solidFill>
                  <a:srgbClr val="E9EDEE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E9EDEE"/>
                </a:solidFill>
                <a:latin typeface="Courier New"/>
                <a:cs typeface="Courier New"/>
              </a:rPr>
              <a:t>(si</a:t>
            </a:r>
            <a:r>
              <a:rPr dirty="0" sz="1300" spc="-20" b="1">
                <a:solidFill>
                  <a:srgbClr val="E9EDEE"/>
                </a:solidFill>
                <a:latin typeface="Courier New"/>
                <a:cs typeface="Courier New"/>
              </a:rPr>
              <a:t> </a:t>
            </a:r>
            <a:r>
              <a:rPr dirty="0" sz="1300" spc="-10" b="1">
                <a:solidFill>
                  <a:srgbClr val="E9EDEE"/>
                </a:solidFill>
                <a:latin typeface="Courier New"/>
                <a:cs typeface="Courier New"/>
              </a:rPr>
              <a:t>existe)</a:t>
            </a:r>
            <a:endParaRPr sz="1300">
              <a:latin typeface="Courier New"/>
              <a:cs typeface="Courier New"/>
            </a:endParaRPr>
          </a:p>
          <a:p>
            <a:pPr marL="12700" marR="599440" indent="393700">
              <a:lnSpc>
                <a:spcPct val="100000"/>
              </a:lnSpc>
              <a:buClr>
                <a:srgbClr val="FFFFFF"/>
              </a:buClr>
              <a:buAutoNum type="arabicPlain" startAt="14"/>
              <a:tabLst>
                <a:tab pos="406400" algn="l"/>
              </a:tabLst>
            </a:pPr>
            <a:r>
              <a:rPr dirty="0" sz="1300" b="1">
                <a:solidFill>
                  <a:srgbClr val="E9EDEE"/>
                </a:solidFill>
                <a:latin typeface="Courier New"/>
                <a:cs typeface="Courier New"/>
              </a:rPr>
              <a:t>pte_t</a:t>
            </a:r>
            <a:r>
              <a:rPr dirty="0" sz="1300" spc="-20" b="1">
                <a:solidFill>
                  <a:srgbClr val="E9EDEE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E9EDEE"/>
                </a:solidFill>
                <a:latin typeface="Courier New"/>
                <a:cs typeface="Courier New"/>
              </a:rPr>
              <a:t>pte1</a:t>
            </a:r>
            <a:r>
              <a:rPr dirty="0" sz="1300" spc="-15" b="1">
                <a:solidFill>
                  <a:srgbClr val="E9EDEE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E9EDEE"/>
                </a:solidFill>
                <a:latin typeface="Courier New"/>
                <a:cs typeface="Courier New"/>
              </a:rPr>
              <a:t>=</a:t>
            </a:r>
            <a:r>
              <a:rPr dirty="0" sz="1300" spc="-15" b="1">
                <a:solidFill>
                  <a:srgbClr val="E9EDEE"/>
                </a:solidFill>
                <a:latin typeface="Courier New"/>
                <a:cs typeface="Courier New"/>
              </a:rPr>
              <a:t> </a:t>
            </a:r>
            <a:r>
              <a:rPr dirty="0" sz="1300" spc="-10" b="1">
                <a:solidFill>
                  <a:srgbClr val="E9EDEE"/>
                </a:solidFill>
                <a:latin typeface="Courier New"/>
                <a:cs typeface="Courier New"/>
              </a:rPr>
              <a:t>pagetable_level_1[idx_l1]; </a:t>
            </a:r>
            <a:r>
              <a:rPr dirty="0" sz="1300" spc="-25" b="1">
                <a:solidFill>
                  <a:srgbClr val="FFFFFF"/>
                </a:solidFill>
                <a:latin typeface="Courier New"/>
                <a:cs typeface="Courier New"/>
              </a:rPr>
              <a:t>16</a:t>
            </a:r>
            <a:endParaRPr sz="1300">
              <a:latin typeface="Courier New"/>
              <a:cs typeface="Courier New"/>
            </a:endParaRPr>
          </a:p>
          <a:p>
            <a:pPr marL="406400" indent="-393700">
              <a:lnSpc>
                <a:spcPts val="1560"/>
              </a:lnSpc>
              <a:buAutoNum type="arabicPlain" startAt="17"/>
              <a:tabLst>
                <a:tab pos="406400" algn="l"/>
              </a:tabLst>
            </a:pP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//</a:t>
            </a:r>
            <a:r>
              <a:rPr dirty="0" sz="1300" spc="-25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Si</a:t>
            </a:r>
            <a:r>
              <a:rPr dirty="0" sz="1300" spc="-15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no</a:t>
            </a:r>
            <a:r>
              <a:rPr dirty="0" sz="1300" spc="-15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existe,</a:t>
            </a:r>
            <a:r>
              <a:rPr dirty="0" sz="1300" spc="-15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la</a:t>
            </a:r>
            <a:r>
              <a:rPr dirty="0" sz="1300" spc="-15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spc="-10" b="1">
                <a:solidFill>
                  <a:srgbClr val="FFFFFF"/>
                </a:solidFill>
                <a:latin typeface="Courier New"/>
                <a:cs typeface="Courier New"/>
              </a:rPr>
              <a:t>creamos</a:t>
            </a:r>
            <a:endParaRPr sz="1300">
              <a:latin typeface="Courier New"/>
              <a:cs typeface="Courier New"/>
            </a:endParaRPr>
          </a:p>
          <a:p>
            <a:pPr marL="406400" indent="-393700">
              <a:lnSpc>
                <a:spcPts val="1620"/>
              </a:lnSpc>
              <a:buAutoNum type="arabicPlain" startAt="17"/>
              <a:tabLst>
                <a:tab pos="406400" algn="l"/>
              </a:tabLst>
            </a:pP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if</a:t>
            </a:r>
            <a:r>
              <a:rPr dirty="0" sz="1300" spc="-30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(</a:t>
            </a:r>
            <a:r>
              <a:rPr dirty="0" sz="1400" b="1">
                <a:solidFill>
                  <a:srgbClr val="FFFFFF"/>
                </a:solidFill>
                <a:latin typeface="Courier New"/>
                <a:cs typeface="Courier New"/>
              </a:rPr>
              <a:t>(</a:t>
            </a:r>
            <a:r>
              <a:rPr dirty="0" sz="1300" b="1">
                <a:solidFill>
                  <a:srgbClr val="E9EDEE"/>
                </a:solidFill>
                <a:latin typeface="Courier New"/>
                <a:cs typeface="Courier New"/>
              </a:rPr>
              <a:t>pte1</a:t>
            </a:r>
            <a:r>
              <a:rPr dirty="0" sz="1300" spc="45" b="1">
                <a:solidFill>
                  <a:srgbClr val="E9EDEE"/>
                </a:solidFill>
                <a:latin typeface="Courier New"/>
                <a:cs typeface="Courier New"/>
              </a:rPr>
              <a:t> </a:t>
            </a:r>
            <a:r>
              <a:rPr dirty="0" sz="1400" b="1">
                <a:solidFill>
                  <a:srgbClr val="FFFFFF"/>
                </a:solidFill>
                <a:latin typeface="Courier New"/>
                <a:cs typeface="Courier New"/>
              </a:rPr>
              <a:t>&amp;</a:t>
            </a:r>
            <a:r>
              <a:rPr dirty="0" sz="1400" spc="-15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400" b="1">
                <a:solidFill>
                  <a:srgbClr val="FFFFFF"/>
                </a:solidFill>
                <a:latin typeface="Courier New"/>
                <a:cs typeface="Courier New"/>
              </a:rPr>
              <a:t>PTE_P)</a:t>
            </a:r>
            <a:r>
              <a:rPr dirty="0" sz="1400" spc="-15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400" b="1">
                <a:solidFill>
                  <a:srgbClr val="FFFFFF"/>
                </a:solidFill>
                <a:latin typeface="Courier New"/>
                <a:cs typeface="Courier New"/>
              </a:rPr>
              <a:t>==</a:t>
            </a:r>
            <a:r>
              <a:rPr dirty="0" sz="1400" spc="-15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400" b="1">
                <a:solidFill>
                  <a:srgbClr val="FFFFFF"/>
                </a:solidFill>
                <a:latin typeface="Courier New"/>
                <a:cs typeface="Courier New"/>
              </a:rPr>
              <a:t>0</a:t>
            </a: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)</a:t>
            </a:r>
            <a:r>
              <a:rPr dirty="0" sz="1300" spc="-15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spc="-50" b="1">
                <a:solidFill>
                  <a:srgbClr val="FFFFFF"/>
                </a:solidFill>
                <a:latin typeface="Courier New"/>
                <a:cs typeface="Courier New"/>
              </a:rPr>
              <a:t>{</a:t>
            </a:r>
            <a:endParaRPr sz="1300">
              <a:latin typeface="Courier New"/>
              <a:cs typeface="Courier New"/>
            </a:endParaRPr>
          </a:p>
          <a:p>
            <a:pPr marL="12700">
              <a:lnSpc>
                <a:spcPts val="1500"/>
              </a:lnSpc>
            </a:pPr>
            <a:r>
              <a:rPr dirty="0" sz="1300" spc="-25" b="1">
                <a:solidFill>
                  <a:srgbClr val="FFFFFF"/>
                </a:solidFill>
                <a:latin typeface="Courier New"/>
                <a:cs typeface="Courier New"/>
              </a:rPr>
              <a:t>19</a:t>
            </a:r>
            <a:endParaRPr sz="13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dirty="0" sz="1300" spc="-25" b="1">
                <a:solidFill>
                  <a:srgbClr val="FFFFFF"/>
                </a:solidFill>
                <a:latin typeface="Courier New"/>
                <a:cs typeface="Courier New"/>
              </a:rPr>
              <a:t>20</a:t>
            </a:r>
            <a:endParaRPr sz="13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dirty="0" sz="1300" spc="-25" b="1">
                <a:solidFill>
                  <a:srgbClr val="FFFFFF"/>
                </a:solidFill>
                <a:latin typeface="Courier New"/>
                <a:cs typeface="Courier New"/>
              </a:rPr>
              <a:t>21</a:t>
            </a:r>
            <a:endParaRPr sz="13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dirty="0" sz="1300" spc="-25" b="1">
                <a:solidFill>
                  <a:srgbClr val="FFFFFF"/>
                </a:solidFill>
                <a:latin typeface="Courier New"/>
                <a:cs typeface="Courier New"/>
              </a:rPr>
              <a:t>22</a:t>
            </a:r>
            <a:endParaRPr sz="13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dirty="0" sz="1300" spc="-25" b="1">
                <a:solidFill>
                  <a:srgbClr val="FFFFFF"/>
                </a:solidFill>
                <a:latin typeface="Courier New"/>
                <a:cs typeface="Courier New"/>
              </a:rPr>
              <a:t>23</a:t>
            </a:r>
            <a:endParaRPr sz="13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dirty="0" sz="1300" spc="-25" b="1">
                <a:solidFill>
                  <a:srgbClr val="FFFFFF"/>
                </a:solidFill>
                <a:latin typeface="Courier New"/>
                <a:cs typeface="Courier New"/>
              </a:rPr>
              <a:t>24</a:t>
            </a:r>
            <a:endParaRPr sz="13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dirty="0" sz="1300" spc="-25" b="1">
                <a:solidFill>
                  <a:srgbClr val="FFFFFF"/>
                </a:solidFill>
                <a:latin typeface="Courier New"/>
                <a:cs typeface="Courier New"/>
              </a:rPr>
              <a:t>25</a:t>
            </a:r>
            <a:endParaRPr sz="13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dirty="0" sz="1300" spc="-25" b="1">
                <a:solidFill>
                  <a:srgbClr val="FFFFFF"/>
                </a:solidFill>
                <a:latin typeface="Courier New"/>
                <a:cs typeface="Courier New"/>
              </a:rPr>
              <a:t>26</a:t>
            </a:r>
            <a:endParaRPr sz="13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dirty="0" sz="1300" spc="-25" b="1">
                <a:solidFill>
                  <a:srgbClr val="FFFFFF"/>
                </a:solidFill>
                <a:latin typeface="Courier New"/>
                <a:cs typeface="Courier New"/>
              </a:rPr>
              <a:t>27</a:t>
            </a:r>
            <a:endParaRPr sz="13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dirty="0" sz="1300" spc="-25" b="1">
                <a:solidFill>
                  <a:srgbClr val="FFFFFF"/>
                </a:solidFill>
                <a:latin typeface="Courier New"/>
                <a:cs typeface="Courier New"/>
              </a:rPr>
              <a:t>28</a:t>
            </a:r>
            <a:endParaRPr sz="13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dirty="0" sz="1300" spc="-25" b="1">
                <a:solidFill>
                  <a:srgbClr val="FFFFFF"/>
                </a:solidFill>
                <a:latin typeface="Courier New"/>
                <a:cs typeface="Courier New"/>
              </a:rPr>
              <a:t>29</a:t>
            </a:r>
            <a:endParaRPr sz="13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dirty="0" sz="1300" spc="-25" b="1">
                <a:solidFill>
                  <a:srgbClr val="FFFFFF"/>
                </a:solidFill>
                <a:latin typeface="Courier New"/>
                <a:cs typeface="Courier New"/>
              </a:rPr>
              <a:t>30</a:t>
            </a:r>
            <a:endParaRPr sz="13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dirty="0" sz="1300" spc="-25" b="1">
                <a:solidFill>
                  <a:srgbClr val="FFFFFF"/>
                </a:solidFill>
                <a:latin typeface="Courier New"/>
                <a:cs typeface="Courier New"/>
              </a:rPr>
              <a:t>31</a:t>
            </a:r>
            <a:endParaRPr sz="13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dirty="0" sz="1300" spc="-25" b="1">
                <a:solidFill>
                  <a:srgbClr val="FFFFFF"/>
                </a:solidFill>
                <a:latin typeface="Courier New"/>
                <a:cs typeface="Courier New"/>
              </a:rPr>
              <a:t>32</a:t>
            </a:r>
            <a:endParaRPr sz="13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9144000" cy="488315"/>
          </a:xfrm>
          <a:custGeom>
            <a:avLst/>
            <a:gdLst/>
            <a:ahLst/>
            <a:cxnLst/>
            <a:rect l="l" t="t" r="r" b="b"/>
            <a:pathLst>
              <a:path w="9144000" h="488315">
                <a:moveTo>
                  <a:pt x="9143999" y="487799"/>
                </a:moveTo>
                <a:lnTo>
                  <a:pt x="0" y="4877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487799"/>
                </a:lnTo>
                <a:close/>
              </a:path>
            </a:pathLst>
          </a:custGeom>
          <a:solidFill>
            <a:srgbClr val="E9EDE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40450" y="61137"/>
            <a:ext cx="2630805" cy="382270"/>
          </a:xfrm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140"/>
              <a:t>Mapeo</a:t>
            </a:r>
            <a:r>
              <a:rPr dirty="0" spc="-130"/>
              <a:t> </a:t>
            </a:r>
            <a:r>
              <a:rPr dirty="0" spc="114"/>
              <a:t>de</a:t>
            </a:r>
            <a:r>
              <a:rPr dirty="0" spc="-125"/>
              <a:t> </a:t>
            </a:r>
            <a:r>
              <a:rPr dirty="0" spc="100"/>
              <a:t>páginas</a:t>
            </a:r>
          </a:p>
        </p:txBody>
      </p:sp>
      <p:sp>
        <p:nvSpPr>
          <p:cNvPr id="4" name="object 4" descr=""/>
          <p:cNvSpPr/>
          <p:nvPr/>
        </p:nvSpPr>
        <p:spPr>
          <a:xfrm>
            <a:off x="615125" y="1185250"/>
            <a:ext cx="8335009" cy="3417570"/>
          </a:xfrm>
          <a:custGeom>
            <a:avLst/>
            <a:gdLst/>
            <a:ahLst/>
            <a:cxnLst/>
            <a:rect l="l" t="t" r="r" b="b"/>
            <a:pathLst>
              <a:path w="8335009" h="3417570">
                <a:moveTo>
                  <a:pt x="8334599" y="3416999"/>
                </a:moveTo>
                <a:lnTo>
                  <a:pt x="0" y="3416999"/>
                </a:lnTo>
                <a:lnTo>
                  <a:pt x="0" y="0"/>
                </a:lnTo>
                <a:lnTo>
                  <a:pt x="8334599" y="0"/>
                </a:lnTo>
                <a:lnTo>
                  <a:pt x="8334599" y="3416999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1084390" y="1251670"/>
            <a:ext cx="7256780" cy="83311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25" b="1">
                <a:solidFill>
                  <a:srgbClr val="FFFFFF"/>
                </a:solidFill>
                <a:latin typeface="Courier New"/>
                <a:cs typeface="Courier New"/>
              </a:rPr>
              <a:t>...</a:t>
            </a:r>
            <a:endParaRPr sz="13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//</a:t>
            </a:r>
            <a:r>
              <a:rPr dirty="0" sz="1300" spc="-30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Obtenemos</a:t>
            </a:r>
            <a:r>
              <a:rPr dirty="0" sz="1300" spc="-20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la</a:t>
            </a:r>
            <a:r>
              <a:rPr dirty="0" sz="1300" spc="-20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direccion</a:t>
            </a:r>
            <a:r>
              <a:rPr dirty="0" sz="1300" spc="-20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fisica</a:t>
            </a:r>
            <a:r>
              <a:rPr dirty="0" sz="1300" spc="-20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de</a:t>
            </a:r>
            <a:r>
              <a:rPr dirty="0" sz="1300" spc="-20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la</a:t>
            </a:r>
            <a:r>
              <a:rPr dirty="0" sz="1300" spc="-15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tabla</a:t>
            </a:r>
            <a:r>
              <a:rPr dirty="0" sz="1300" spc="-20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nivel</a:t>
            </a:r>
            <a:r>
              <a:rPr dirty="0" sz="1300" spc="-20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2</a:t>
            </a:r>
            <a:r>
              <a:rPr dirty="0" sz="1300" spc="-20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a</a:t>
            </a:r>
            <a:r>
              <a:rPr dirty="0" sz="1300" spc="-20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partir</a:t>
            </a:r>
            <a:r>
              <a:rPr dirty="0" sz="1300" spc="-20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de</a:t>
            </a:r>
            <a:r>
              <a:rPr dirty="0" sz="1300" spc="-20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la</a:t>
            </a:r>
            <a:r>
              <a:rPr dirty="0" sz="1300" spc="-15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spc="-10" b="1">
                <a:solidFill>
                  <a:srgbClr val="FFFFFF"/>
                </a:solidFill>
                <a:latin typeface="Courier New"/>
                <a:cs typeface="Courier New"/>
              </a:rPr>
              <a:t>entry</a:t>
            </a:r>
            <a:endParaRPr sz="1300">
              <a:latin typeface="Courier New"/>
              <a:cs typeface="Courier New"/>
            </a:endParaRPr>
          </a:p>
          <a:p>
            <a:pPr marL="12700">
              <a:lnSpc>
                <a:spcPts val="1560"/>
              </a:lnSpc>
            </a:pP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//</a:t>
            </a:r>
            <a:r>
              <a:rPr dirty="0" sz="1300" spc="-20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de</a:t>
            </a:r>
            <a:r>
              <a:rPr dirty="0" sz="1300" spc="-15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la</a:t>
            </a:r>
            <a:r>
              <a:rPr dirty="0" sz="1300" spc="-15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tabla</a:t>
            </a:r>
            <a:r>
              <a:rPr dirty="0" sz="1300" spc="-15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nivel</a:t>
            </a:r>
            <a:r>
              <a:rPr dirty="0" sz="1300" spc="-15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spc="-50" b="1">
                <a:solidFill>
                  <a:srgbClr val="FFFFFF"/>
                </a:solidFill>
                <a:latin typeface="Courier New"/>
                <a:cs typeface="Courier New"/>
              </a:rPr>
              <a:t>1</a:t>
            </a:r>
            <a:endParaRPr sz="1300">
              <a:latin typeface="Courier New"/>
              <a:cs typeface="Courier New"/>
            </a:endParaRPr>
          </a:p>
          <a:p>
            <a:pPr marL="12700">
              <a:lnSpc>
                <a:spcPts val="1680"/>
              </a:lnSpc>
            </a:pP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pte_t*</a:t>
            </a:r>
            <a:r>
              <a:rPr dirty="0" sz="1300" spc="5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E9EDEE"/>
                </a:solidFill>
                <a:latin typeface="Courier New"/>
                <a:cs typeface="Courier New"/>
              </a:rPr>
              <a:t>pagetable_level_2</a:t>
            </a:r>
            <a:r>
              <a:rPr dirty="0" sz="1300" spc="-40" b="1">
                <a:solidFill>
                  <a:srgbClr val="E9EDEE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=</a:t>
            </a:r>
            <a:r>
              <a:rPr dirty="0" sz="1300" spc="-40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(pte_t*)</a:t>
            </a:r>
            <a:r>
              <a:rPr dirty="0" sz="1300" spc="-35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400" spc="-10" b="1">
                <a:solidFill>
                  <a:srgbClr val="FFFFFF"/>
                </a:solidFill>
                <a:latin typeface="Courier New"/>
                <a:cs typeface="Courier New"/>
              </a:rPr>
              <a:t>pte_pa(</a:t>
            </a:r>
            <a:r>
              <a:rPr dirty="0" sz="1300" spc="-10" b="1">
                <a:solidFill>
                  <a:srgbClr val="E9EDEE"/>
                </a:solidFill>
                <a:latin typeface="Courier New"/>
                <a:cs typeface="Courier New"/>
              </a:rPr>
              <a:t>pte1</a:t>
            </a:r>
            <a:r>
              <a:rPr dirty="0" sz="1400" spc="-10" b="1">
                <a:solidFill>
                  <a:srgbClr val="FFFFFF"/>
                </a:solidFill>
                <a:latin typeface="Courier New"/>
                <a:cs typeface="Courier New"/>
              </a:rPr>
              <a:t>)</a:t>
            </a:r>
            <a:r>
              <a:rPr dirty="0" sz="1300" spc="-10" b="1">
                <a:solidFill>
                  <a:srgbClr val="FFFFFF"/>
                </a:solidFill>
                <a:latin typeface="Courier New"/>
                <a:cs typeface="Courier New"/>
              </a:rPr>
              <a:t>;</a:t>
            </a:r>
            <a:endParaRPr sz="1300">
              <a:latin typeface="Courier New"/>
              <a:cs typeface="Courier New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084390" y="2257510"/>
            <a:ext cx="4185920" cy="4216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//</a:t>
            </a:r>
            <a:r>
              <a:rPr dirty="0" sz="1300" spc="-30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Obtenemos</a:t>
            </a:r>
            <a:r>
              <a:rPr dirty="0" sz="1300" spc="-25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una</a:t>
            </a:r>
            <a:r>
              <a:rPr dirty="0" sz="1300" spc="-25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nueva</a:t>
            </a:r>
            <a:r>
              <a:rPr dirty="0" sz="1300" spc="-25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pagina</a:t>
            </a:r>
            <a:r>
              <a:rPr dirty="0" sz="1300" spc="-25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física</a:t>
            </a:r>
            <a:r>
              <a:rPr dirty="0" sz="1300" spc="-25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spc="-10" b="1">
                <a:solidFill>
                  <a:srgbClr val="FFFFFF"/>
                </a:solidFill>
                <a:latin typeface="Courier New"/>
                <a:cs typeface="Courier New"/>
              </a:rPr>
              <a:t>libre </a:t>
            </a: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uint32</a:t>
            </a:r>
            <a:r>
              <a:rPr dirty="0" sz="1300" spc="-35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new_page_addr</a:t>
            </a:r>
            <a:r>
              <a:rPr dirty="0" sz="1300" spc="-35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=</a:t>
            </a:r>
            <a:r>
              <a:rPr dirty="0" sz="1300" spc="-30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spc="-10" b="1">
                <a:solidFill>
                  <a:srgbClr val="00FF00"/>
                </a:solidFill>
                <a:latin typeface="Courier New"/>
                <a:cs typeface="Courier New"/>
              </a:rPr>
              <a:t>kalloc</a:t>
            </a:r>
            <a:r>
              <a:rPr dirty="0" sz="1300" spc="-10" b="1">
                <a:solidFill>
                  <a:srgbClr val="FFFFFF"/>
                </a:solidFill>
                <a:latin typeface="Courier New"/>
                <a:cs typeface="Courier New"/>
              </a:rPr>
              <a:t>();</a:t>
            </a:r>
            <a:endParaRPr sz="1300">
              <a:latin typeface="Courier New"/>
              <a:cs typeface="Courier New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084349" y="2851871"/>
            <a:ext cx="5907405" cy="635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//</a:t>
            </a:r>
            <a:r>
              <a:rPr dirty="0" sz="1300" spc="-35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Inicializamos</a:t>
            </a:r>
            <a:r>
              <a:rPr dirty="0" sz="1300" spc="-20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la</a:t>
            </a:r>
            <a:r>
              <a:rPr dirty="0" sz="1300" spc="-25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entrada</a:t>
            </a:r>
            <a:r>
              <a:rPr dirty="0" sz="1300" spc="-20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de</a:t>
            </a:r>
            <a:r>
              <a:rPr dirty="0" sz="1300" spc="-25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la</a:t>
            </a:r>
            <a:r>
              <a:rPr dirty="0" sz="1300" spc="-20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tabla</a:t>
            </a:r>
            <a:r>
              <a:rPr dirty="0" sz="1300" spc="-25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de</a:t>
            </a:r>
            <a:r>
              <a:rPr dirty="0" sz="1300" spc="-20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nivel</a:t>
            </a:r>
            <a:r>
              <a:rPr dirty="0" sz="1300" spc="-20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spc="-50" b="1">
                <a:solidFill>
                  <a:srgbClr val="FFFFFF"/>
                </a:solidFill>
                <a:latin typeface="Courier New"/>
                <a:cs typeface="Courier New"/>
              </a:rPr>
              <a:t>2</a:t>
            </a:r>
            <a:endParaRPr sz="1300">
              <a:latin typeface="Courier New"/>
              <a:cs typeface="Courier New"/>
            </a:endParaRPr>
          </a:p>
          <a:p>
            <a:pPr marL="12700" marR="5080">
              <a:lnSpc>
                <a:spcPct val="100000"/>
              </a:lnSpc>
            </a:pP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//</a:t>
            </a:r>
            <a:r>
              <a:rPr dirty="0" sz="1300" spc="-35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para</a:t>
            </a:r>
            <a:r>
              <a:rPr dirty="0" sz="1300" spc="-20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apuntar</a:t>
            </a:r>
            <a:r>
              <a:rPr dirty="0" sz="1300" spc="-20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al</a:t>
            </a:r>
            <a:r>
              <a:rPr dirty="0" sz="1300" spc="-20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frame</a:t>
            </a:r>
            <a:r>
              <a:rPr dirty="0" sz="1300" spc="-20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de</a:t>
            </a:r>
            <a:r>
              <a:rPr dirty="0" sz="1300" spc="-20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memoria</a:t>
            </a:r>
            <a:r>
              <a:rPr dirty="0" sz="1300" spc="-20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spc="-10" b="1">
                <a:solidFill>
                  <a:srgbClr val="FFFFFF"/>
                </a:solidFill>
                <a:latin typeface="Courier New"/>
                <a:cs typeface="Courier New"/>
              </a:rPr>
              <a:t>física </a:t>
            </a:r>
            <a:r>
              <a:rPr dirty="0" sz="1300" b="1">
                <a:solidFill>
                  <a:srgbClr val="00FF00"/>
                </a:solidFill>
                <a:latin typeface="Courier New"/>
                <a:cs typeface="Courier New"/>
              </a:rPr>
              <a:t>pte_init</a:t>
            </a: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(&amp;</a:t>
            </a:r>
            <a:r>
              <a:rPr dirty="0" sz="1300" b="1">
                <a:solidFill>
                  <a:srgbClr val="E9EDEE"/>
                </a:solidFill>
                <a:latin typeface="Courier New"/>
                <a:cs typeface="Courier New"/>
              </a:rPr>
              <a:t>pagetable_level_2</a:t>
            </a: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[idx_l2],</a:t>
            </a:r>
            <a:r>
              <a:rPr dirty="0" sz="1300" spc="-125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new_page_addr,</a:t>
            </a:r>
            <a:r>
              <a:rPr dirty="0" sz="1300" spc="-125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400" spc="-10" b="1">
                <a:solidFill>
                  <a:srgbClr val="FFFFFF"/>
                </a:solidFill>
                <a:latin typeface="Courier New"/>
                <a:cs typeface="Courier New"/>
              </a:rPr>
              <a:t>PTE_P</a:t>
            </a:r>
            <a:r>
              <a:rPr dirty="0" sz="1300" spc="-10" b="1">
                <a:solidFill>
                  <a:srgbClr val="FFFFFF"/>
                </a:solidFill>
                <a:latin typeface="Courier New"/>
                <a:cs typeface="Courier New"/>
              </a:rPr>
              <a:t>);</a:t>
            </a:r>
            <a:endParaRPr sz="1300">
              <a:latin typeface="Courier New"/>
              <a:cs typeface="Courier New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084390" y="3857711"/>
            <a:ext cx="916940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return</a:t>
            </a:r>
            <a:r>
              <a:rPr dirty="0" sz="1300" spc="-30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spc="-25" b="1">
                <a:solidFill>
                  <a:srgbClr val="FFFFFF"/>
                </a:solidFill>
                <a:latin typeface="Courier New"/>
                <a:cs typeface="Courier New"/>
              </a:rPr>
              <a:t>0;</a:t>
            </a:r>
            <a:endParaRPr sz="1300">
              <a:latin typeface="Courier New"/>
              <a:cs typeface="Courier New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688150" y="4055830"/>
            <a:ext cx="125095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50" b="1">
                <a:solidFill>
                  <a:srgbClr val="FFFFFF"/>
                </a:solidFill>
                <a:latin typeface="Courier New"/>
                <a:cs typeface="Courier New"/>
              </a:rPr>
              <a:t>}</a:t>
            </a:r>
            <a:endParaRPr sz="1300">
              <a:latin typeface="Courier New"/>
              <a:cs typeface="Courier New"/>
            </a:endParaRPr>
          </a:p>
        </p:txBody>
      </p:sp>
      <p:sp>
        <p:nvSpPr>
          <p:cNvPr id="10" name="object 10" descr=""/>
          <p:cNvSpPr/>
          <p:nvPr/>
        </p:nvSpPr>
        <p:spPr>
          <a:xfrm>
            <a:off x="166924" y="1185250"/>
            <a:ext cx="448309" cy="3386454"/>
          </a:xfrm>
          <a:custGeom>
            <a:avLst/>
            <a:gdLst/>
            <a:ahLst/>
            <a:cxnLst/>
            <a:rect l="l" t="t" r="r" b="b"/>
            <a:pathLst>
              <a:path w="448309" h="3386454">
                <a:moveTo>
                  <a:pt x="448199" y="3386399"/>
                </a:moveTo>
                <a:lnTo>
                  <a:pt x="0" y="3386399"/>
                </a:lnTo>
                <a:lnTo>
                  <a:pt x="0" y="0"/>
                </a:lnTo>
                <a:lnTo>
                  <a:pt x="448199" y="0"/>
                </a:lnTo>
                <a:lnTo>
                  <a:pt x="448199" y="3386399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 txBox="1"/>
          <p:nvPr/>
        </p:nvSpPr>
        <p:spPr>
          <a:xfrm>
            <a:off x="318607" y="1449790"/>
            <a:ext cx="223520" cy="2799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25" b="1">
                <a:solidFill>
                  <a:srgbClr val="FFFFFF"/>
                </a:solidFill>
                <a:latin typeface="Courier New"/>
                <a:cs typeface="Courier New"/>
              </a:rPr>
              <a:t>33</a:t>
            </a:r>
            <a:endParaRPr sz="13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dirty="0" sz="1300" spc="-25" b="1">
                <a:solidFill>
                  <a:srgbClr val="FFFFFF"/>
                </a:solidFill>
                <a:latin typeface="Courier New"/>
                <a:cs typeface="Courier New"/>
              </a:rPr>
              <a:t>34</a:t>
            </a:r>
            <a:endParaRPr sz="13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dirty="0" sz="1300" spc="-25" b="1">
                <a:solidFill>
                  <a:srgbClr val="FFFFFF"/>
                </a:solidFill>
                <a:latin typeface="Courier New"/>
                <a:cs typeface="Courier New"/>
              </a:rPr>
              <a:t>35</a:t>
            </a:r>
            <a:endParaRPr sz="13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dirty="0" sz="1300" spc="-25" b="1">
                <a:solidFill>
                  <a:srgbClr val="FFFFFF"/>
                </a:solidFill>
                <a:latin typeface="Courier New"/>
                <a:cs typeface="Courier New"/>
              </a:rPr>
              <a:t>36</a:t>
            </a:r>
            <a:endParaRPr sz="13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dirty="0" sz="1300" spc="-25" b="1">
                <a:solidFill>
                  <a:srgbClr val="FFFFFF"/>
                </a:solidFill>
                <a:latin typeface="Courier New"/>
                <a:cs typeface="Courier New"/>
              </a:rPr>
              <a:t>37</a:t>
            </a:r>
            <a:endParaRPr sz="13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dirty="0" sz="1300" spc="-25" b="1">
                <a:solidFill>
                  <a:srgbClr val="FFFFFF"/>
                </a:solidFill>
                <a:latin typeface="Courier New"/>
                <a:cs typeface="Courier New"/>
              </a:rPr>
              <a:t>38</a:t>
            </a:r>
            <a:endParaRPr sz="13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dirty="0" sz="1300" spc="-25" b="1">
                <a:solidFill>
                  <a:srgbClr val="FFFFFF"/>
                </a:solidFill>
                <a:latin typeface="Courier New"/>
                <a:cs typeface="Courier New"/>
              </a:rPr>
              <a:t>39</a:t>
            </a:r>
            <a:endParaRPr sz="13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dirty="0" sz="1300" spc="-25" b="1">
                <a:solidFill>
                  <a:srgbClr val="FFFFFF"/>
                </a:solidFill>
                <a:latin typeface="Courier New"/>
                <a:cs typeface="Courier New"/>
              </a:rPr>
              <a:t>40</a:t>
            </a:r>
            <a:endParaRPr sz="13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dirty="0" sz="1300" spc="-25" b="1">
                <a:solidFill>
                  <a:srgbClr val="FFFFFF"/>
                </a:solidFill>
                <a:latin typeface="Courier New"/>
                <a:cs typeface="Courier New"/>
              </a:rPr>
              <a:t>41</a:t>
            </a:r>
            <a:endParaRPr sz="13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dirty="0" sz="1300" spc="-25" b="1">
                <a:solidFill>
                  <a:srgbClr val="FFFFFF"/>
                </a:solidFill>
                <a:latin typeface="Courier New"/>
                <a:cs typeface="Courier New"/>
              </a:rPr>
              <a:t>42</a:t>
            </a:r>
            <a:endParaRPr sz="13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dirty="0" sz="1300" spc="-25" b="1">
                <a:solidFill>
                  <a:srgbClr val="FFFFFF"/>
                </a:solidFill>
                <a:latin typeface="Courier New"/>
                <a:cs typeface="Courier New"/>
              </a:rPr>
              <a:t>43</a:t>
            </a:r>
            <a:endParaRPr sz="13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dirty="0" sz="1300" spc="-25" b="1">
                <a:solidFill>
                  <a:srgbClr val="FFFFFF"/>
                </a:solidFill>
                <a:latin typeface="Courier New"/>
                <a:cs typeface="Courier New"/>
              </a:rPr>
              <a:t>44</a:t>
            </a:r>
            <a:endParaRPr sz="13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dirty="0" sz="1300" spc="-25" b="1">
                <a:solidFill>
                  <a:srgbClr val="FFFFFF"/>
                </a:solidFill>
                <a:latin typeface="Courier New"/>
                <a:cs typeface="Courier New"/>
              </a:rPr>
              <a:t>45</a:t>
            </a:r>
            <a:endParaRPr sz="13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dirty="0" sz="1300" spc="-25" b="1">
                <a:solidFill>
                  <a:srgbClr val="FFFFFF"/>
                </a:solidFill>
                <a:latin typeface="Courier New"/>
                <a:cs typeface="Courier New"/>
              </a:rPr>
              <a:t>46</a:t>
            </a:r>
            <a:endParaRPr sz="13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50398" y="718648"/>
            <a:ext cx="5593599" cy="4394451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40450" y="61137"/>
            <a:ext cx="3198495" cy="382270"/>
          </a:xfrm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105"/>
              <a:t>Páginas</a:t>
            </a:r>
            <a:r>
              <a:rPr dirty="0" spc="-100"/>
              <a:t> </a:t>
            </a:r>
            <a:r>
              <a:rPr dirty="0" spc="50"/>
              <a:t>en</a:t>
            </a:r>
            <a:r>
              <a:rPr dirty="0" spc="-100"/>
              <a:t> </a:t>
            </a:r>
            <a:r>
              <a:rPr dirty="0"/>
              <a:t>xv6</a:t>
            </a:r>
            <a:r>
              <a:rPr dirty="0" spc="-100"/>
              <a:t> </a:t>
            </a:r>
            <a:r>
              <a:rPr dirty="0" spc="135"/>
              <a:t>RISC-</a:t>
            </a:r>
            <a:r>
              <a:rPr dirty="0" spc="105"/>
              <a:t>V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695374" y="1461830"/>
            <a:ext cx="3208655" cy="2768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377825" marR="5080" indent="-365760">
              <a:lnSpc>
                <a:spcPct val="100000"/>
              </a:lnSpc>
              <a:spcBef>
                <a:spcPts val="100"/>
              </a:spcBef>
              <a:buFont typeface="Arial MT"/>
              <a:buChar char="●"/>
              <a:tabLst>
                <a:tab pos="379095" algn="l"/>
              </a:tabLst>
            </a:pPr>
            <a:r>
              <a:rPr dirty="0" sz="1800" spc="-20">
                <a:solidFill>
                  <a:srgbClr val="595959"/>
                </a:solidFill>
                <a:latin typeface="Tahoma"/>
                <a:cs typeface="Tahoma"/>
              </a:rPr>
              <a:t>Las</a:t>
            </a:r>
            <a:r>
              <a:rPr dirty="0" sz="1800" spc="-2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30">
                <a:solidFill>
                  <a:srgbClr val="595959"/>
                </a:solidFill>
                <a:latin typeface="Tahoma"/>
                <a:cs typeface="Tahoma"/>
              </a:rPr>
              <a:t>páginas</a:t>
            </a:r>
            <a:r>
              <a:rPr dirty="0" sz="1800" spc="-2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800" spc="-2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50">
                <a:solidFill>
                  <a:srgbClr val="595959"/>
                </a:solidFill>
                <a:latin typeface="Tahoma"/>
                <a:cs typeface="Tahoma"/>
              </a:rPr>
              <a:t>RISC-</a:t>
            </a:r>
            <a:r>
              <a:rPr dirty="0" sz="1800" spc="135">
                <a:solidFill>
                  <a:srgbClr val="595959"/>
                </a:solidFill>
                <a:latin typeface="Tahoma"/>
                <a:cs typeface="Tahoma"/>
              </a:rPr>
              <a:t>V</a:t>
            </a:r>
            <a:r>
              <a:rPr dirty="0" sz="1800" spc="-2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800" spc="-2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45">
                <a:solidFill>
                  <a:srgbClr val="595959"/>
                </a:solidFill>
                <a:latin typeface="Tahoma"/>
                <a:cs typeface="Tahoma"/>
              </a:rPr>
              <a:t>64</a:t>
            </a:r>
            <a:r>
              <a:rPr dirty="0" sz="1800" spc="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25">
                <a:solidFill>
                  <a:srgbClr val="595959"/>
                </a:solidFill>
                <a:latin typeface="Tahoma"/>
                <a:cs typeface="Tahoma"/>
              </a:rPr>
              <a:t>	</a:t>
            </a:r>
            <a:r>
              <a:rPr dirty="0" sz="1800" spc="20">
                <a:solidFill>
                  <a:srgbClr val="595959"/>
                </a:solidFill>
                <a:latin typeface="Tahoma"/>
                <a:cs typeface="Tahoma"/>
              </a:rPr>
              <a:t>bits</a:t>
            </a:r>
            <a:r>
              <a:rPr dirty="0" sz="1800" spc="-2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15">
                <a:solidFill>
                  <a:srgbClr val="595959"/>
                </a:solidFill>
                <a:latin typeface="Tahoma"/>
                <a:cs typeface="Tahoma"/>
              </a:rPr>
              <a:t>tienen</a:t>
            </a:r>
            <a:r>
              <a:rPr dirty="0" sz="1800" spc="-2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45">
                <a:solidFill>
                  <a:srgbClr val="595959"/>
                </a:solidFill>
                <a:latin typeface="Tahoma"/>
                <a:cs typeface="Tahoma"/>
              </a:rPr>
              <a:t>3</a:t>
            </a:r>
            <a:r>
              <a:rPr dirty="0" sz="1800" spc="-2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5">
                <a:solidFill>
                  <a:srgbClr val="595959"/>
                </a:solidFill>
                <a:latin typeface="Tahoma"/>
                <a:cs typeface="Tahoma"/>
              </a:rPr>
              <a:t>niveles</a:t>
            </a:r>
            <a:r>
              <a:rPr dirty="0" sz="1800" spc="-2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800" spc="-2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lugar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	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800" spc="-2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65">
                <a:solidFill>
                  <a:srgbClr val="595959"/>
                </a:solidFill>
                <a:latin typeface="Tahoma"/>
                <a:cs typeface="Tahoma"/>
              </a:rPr>
              <a:t>2.</a:t>
            </a:r>
            <a:endParaRPr sz="1800">
              <a:latin typeface="Tahoma"/>
              <a:cs typeface="Tahoma"/>
            </a:endParaRPr>
          </a:p>
          <a:p>
            <a:pPr algn="just" marL="377825" marR="130175" indent="-365760">
              <a:lnSpc>
                <a:spcPct val="100000"/>
              </a:lnSpc>
              <a:spcBef>
                <a:spcPts val="2160"/>
              </a:spcBef>
              <a:buFont typeface="Arial MT"/>
              <a:buChar char="●"/>
              <a:tabLst>
                <a:tab pos="379095" algn="l"/>
              </a:tabLst>
            </a:pPr>
            <a:r>
              <a:rPr dirty="0" sz="1800" spc="-50">
                <a:solidFill>
                  <a:srgbClr val="595959"/>
                </a:solidFill>
                <a:latin typeface="Tahoma"/>
                <a:cs typeface="Tahoma"/>
              </a:rPr>
              <a:t>Los</a:t>
            </a:r>
            <a:r>
              <a:rPr dirty="0" sz="1800" spc="-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25</a:t>
            </a:r>
            <a:r>
              <a:rPr dirty="0" sz="18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bits</a:t>
            </a:r>
            <a:r>
              <a:rPr dirty="0" sz="1800" spc="-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superiores</a:t>
            </a:r>
            <a:r>
              <a:rPr dirty="0" sz="1800" spc="-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800" spc="-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25">
                <a:solidFill>
                  <a:srgbClr val="595959"/>
                </a:solidFill>
                <a:latin typeface="Tahoma"/>
                <a:cs typeface="Tahoma"/>
              </a:rPr>
              <a:t>la </a:t>
            </a:r>
            <a:r>
              <a:rPr dirty="0" sz="1800" spc="-25">
                <a:solidFill>
                  <a:srgbClr val="595959"/>
                </a:solidFill>
                <a:latin typeface="Tahoma"/>
                <a:cs typeface="Tahoma"/>
              </a:rPr>
              <a:t>	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dirección</a:t>
            </a:r>
            <a:r>
              <a:rPr dirty="0" sz="1800" spc="-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virtual</a:t>
            </a:r>
            <a:r>
              <a:rPr dirty="0" sz="1800" spc="-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25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800" spc="-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ignoran</a:t>
            </a:r>
            <a:endParaRPr sz="1800">
              <a:latin typeface="Tahoma"/>
              <a:cs typeface="Tahoma"/>
            </a:endParaRPr>
          </a:p>
          <a:p>
            <a:pPr marL="379095" marR="93980" indent="-367030">
              <a:lnSpc>
                <a:spcPct val="100000"/>
              </a:lnSpc>
              <a:spcBef>
                <a:spcPts val="2160"/>
              </a:spcBef>
              <a:buFont typeface="Arial MT"/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8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bit</a:t>
            </a:r>
            <a:r>
              <a:rPr dirty="0" sz="18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135">
                <a:solidFill>
                  <a:srgbClr val="595959"/>
                </a:solidFill>
                <a:latin typeface="Tahoma"/>
                <a:cs typeface="Tahoma"/>
              </a:rPr>
              <a:t>V</a:t>
            </a:r>
            <a:r>
              <a:rPr dirty="0" sz="18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35">
                <a:solidFill>
                  <a:srgbClr val="595959"/>
                </a:solidFill>
                <a:latin typeface="Tahoma"/>
                <a:cs typeface="Tahoma"/>
              </a:rPr>
              <a:t>-</a:t>
            </a:r>
            <a:r>
              <a:rPr dirty="0" sz="18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Valid</a:t>
            </a:r>
            <a:r>
              <a:rPr dirty="0" sz="18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indica</a:t>
            </a:r>
            <a:r>
              <a:rPr dirty="0" sz="18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si</a:t>
            </a:r>
            <a:r>
              <a:rPr dirty="0" sz="18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25">
                <a:solidFill>
                  <a:srgbClr val="595959"/>
                </a:solidFill>
                <a:latin typeface="Tahoma"/>
                <a:cs typeface="Tahoma"/>
              </a:rPr>
              <a:t>la </a:t>
            </a:r>
            <a:r>
              <a:rPr dirty="0" sz="1800" spc="-35">
                <a:solidFill>
                  <a:srgbClr val="595959"/>
                </a:solidFill>
                <a:latin typeface="Tahoma"/>
                <a:cs typeface="Tahoma"/>
              </a:rPr>
              <a:t>página</a:t>
            </a:r>
            <a:r>
              <a:rPr dirty="0" sz="18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apunta</a:t>
            </a:r>
            <a:r>
              <a:rPr dirty="0" sz="18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45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8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otra</a:t>
            </a:r>
            <a:r>
              <a:rPr dirty="0" sz="18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pagina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valida</a:t>
            </a:r>
            <a:r>
              <a:rPr dirty="0" sz="1800" spc="-2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o</a:t>
            </a:r>
            <a:r>
              <a:rPr dirty="0" sz="1800" spc="-2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si</a:t>
            </a:r>
            <a:r>
              <a:rPr dirty="0" sz="18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no</a:t>
            </a:r>
            <a:r>
              <a:rPr dirty="0" sz="1800" spc="-2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esta</a:t>
            </a:r>
            <a:r>
              <a:rPr dirty="0" sz="1800" spc="-2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mapeada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9144000" cy="488315"/>
          </a:xfrm>
          <a:custGeom>
            <a:avLst/>
            <a:gdLst/>
            <a:ahLst/>
            <a:cxnLst/>
            <a:rect l="l" t="t" r="r" b="b"/>
            <a:pathLst>
              <a:path w="9144000" h="488315">
                <a:moveTo>
                  <a:pt x="9143999" y="487799"/>
                </a:moveTo>
                <a:lnTo>
                  <a:pt x="0" y="4877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487799"/>
                </a:lnTo>
                <a:close/>
              </a:path>
            </a:pathLst>
          </a:custGeom>
          <a:solidFill>
            <a:srgbClr val="E9EDE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40450" y="61137"/>
            <a:ext cx="2898140" cy="382270"/>
          </a:xfrm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/>
              <a:t>Función</a:t>
            </a:r>
            <a:r>
              <a:rPr dirty="0" spc="-114"/>
              <a:t> </a:t>
            </a:r>
            <a:r>
              <a:rPr dirty="0" spc="85"/>
              <a:t>walk</a:t>
            </a:r>
            <a:r>
              <a:rPr dirty="0" spc="-45"/>
              <a:t> </a:t>
            </a:r>
            <a:r>
              <a:rPr dirty="0" spc="50"/>
              <a:t>en</a:t>
            </a:r>
            <a:r>
              <a:rPr dirty="0" spc="-45"/>
              <a:t> </a:t>
            </a:r>
            <a:r>
              <a:rPr dirty="0" spc="-25"/>
              <a:t>xv6</a:t>
            </a:r>
          </a:p>
        </p:txBody>
      </p:sp>
      <p:sp>
        <p:nvSpPr>
          <p:cNvPr id="4" name="object 4" descr=""/>
          <p:cNvSpPr/>
          <p:nvPr/>
        </p:nvSpPr>
        <p:spPr>
          <a:xfrm>
            <a:off x="615100" y="956700"/>
            <a:ext cx="8335009" cy="4187190"/>
          </a:xfrm>
          <a:custGeom>
            <a:avLst/>
            <a:gdLst/>
            <a:ahLst/>
            <a:cxnLst/>
            <a:rect l="l" t="t" r="r" b="b"/>
            <a:pathLst>
              <a:path w="8335009" h="4187190">
                <a:moveTo>
                  <a:pt x="8334599" y="4186799"/>
                </a:moveTo>
                <a:lnTo>
                  <a:pt x="0" y="4186799"/>
                </a:lnTo>
                <a:lnTo>
                  <a:pt x="0" y="0"/>
                </a:lnTo>
                <a:lnTo>
                  <a:pt x="8334599" y="0"/>
                </a:lnTo>
                <a:lnTo>
                  <a:pt x="8334599" y="4186799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688125" y="558881"/>
            <a:ext cx="6835775" cy="44526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35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8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35">
                <a:solidFill>
                  <a:srgbClr val="595959"/>
                </a:solidFill>
                <a:latin typeface="Tahoma"/>
                <a:cs typeface="Tahoma"/>
              </a:rPr>
              <a:t>usa</a:t>
            </a:r>
            <a:r>
              <a:rPr dirty="0" sz="18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20">
                <a:solidFill>
                  <a:srgbClr val="595959"/>
                </a:solidFill>
                <a:latin typeface="Tahoma"/>
                <a:cs typeface="Tahoma"/>
              </a:rPr>
              <a:t>para</a:t>
            </a:r>
            <a:r>
              <a:rPr dirty="0" sz="18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obtener</a:t>
            </a:r>
            <a:r>
              <a:rPr dirty="0" sz="18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8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40">
                <a:solidFill>
                  <a:srgbClr val="595959"/>
                </a:solidFill>
                <a:latin typeface="Tahoma"/>
                <a:cs typeface="Tahoma"/>
              </a:rPr>
              <a:t>pte_t</a:t>
            </a:r>
            <a:r>
              <a:rPr dirty="0" sz="18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8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nivel</a:t>
            </a:r>
            <a:r>
              <a:rPr dirty="0" sz="18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inferior</a:t>
            </a:r>
            <a:r>
              <a:rPr dirty="0" sz="18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25">
                <a:solidFill>
                  <a:srgbClr val="595959"/>
                </a:solidFill>
                <a:latin typeface="Tahoma"/>
                <a:cs typeface="Tahoma"/>
              </a:rPr>
              <a:t>dada</a:t>
            </a:r>
            <a:r>
              <a:rPr dirty="0" sz="18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25">
                <a:solidFill>
                  <a:srgbClr val="595959"/>
                </a:solidFill>
                <a:latin typeface="Tahoma"/>
                <a:cs typeface="Tahoma"/>
              </a:rPr>
              <a:t>una</a:t>
            </a:r>
            <a:r>
              <a:rPr dirty="0" sz="18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virtual</a:t>
            </a:r>
            <a:r>
              <a:rPr dirty="0" sz="18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address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495"/>
              </a:spcBef>
            </a:pP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pte_t</a:t>
            </a:r>
            <a:r>
              <a:rPr dirty="0" sz="1300" spc="-35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*</a:t>
            </a:r>
            <a:r>
              <a:rPr dirty="0" sz="1300" spc="-30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walk(pagetable_t</a:t>
            </a:r>
            <a:r>
              <a:rPr dirty="0" sz="1300" spc="-30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pagetable,</a:t>
            </a:r>
            <a:r>
              <a:rPr dirty="0" sz="1300" spc="-35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uint64</a:t>
            </a:r>
            <a:r>
              <a:rPr dirty="0" sz="1300" spc="-30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va,</a:t>
            </a:r>
            <a:r>
              <a:rPr dirty="0" sz="1300" spc="-30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int</a:t>
            </a:r>
            <a:r>
              <a:rPr dirty="0" sz="1300" spc="-30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spc="-10" b="1">
                <a:solidFill>
                  <a:srgbClr val="FFFFFF"/>
                </a:solidFill>
                <a:latin typeface="Courier New"/>
                <a:cs typeface="Courier New"/>
              </a:rPr>
              <a:t>alloc)</a:t>
            </a:r>
            <a:endParaRPr sz="13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dirty="0" sz="1300" spc="-50" b="1">
                <a:solidFill>
                  <a:srgbClr val="FFFFFF"/>
                </a:solidFill>
                <a:latin typeface="Courier New"/>
                <a:cs typeface="Courier New"/>
              </a:rPr>
              <a:t>{</a:t>
            </a:r>
            <a:endParaRPr sz="1300">
              <a:latin typeface="Courier New"/>
              <a:cs typeface="Courier New"/>
            </a:endParaRPr>
          </a:p>
          <a:p>
            <a:pPr marL="408940" marR="5031740" indent="-198120">
              <a:lnSpc>
                <a:spcPct val="100000"/>
              </a:lnSpc>
            </a:pP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if(va</a:t>
            </a:r>
            <a:r>
              <a:rPr dirty="0" sz="1300" spc="-20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&gt;=</a:t>
            </a:r>
            <a:r>
              <a:rPr dirty="0" sz="1300" spc="-15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spc="-10" b="1">
                <a:solidFill>
                  <a:srgbClr val="FFFFFF"/>
                </a:solidFill>
                <a:latin typeface="Courier New"/>
                <a:cs typeface="Courier New"/>
              </a:rPr>
              <a:t>MAXVA) panic("walk");</a:t>
            </a:r>
            <a:endParaRPr sz="13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1300">
              <a:latin typeface="Courier New"/>
              <a:cs typeface="Courier New"/>
            </a:endParaRPr>
          </a:p>
          <a:p>
            <a:pPr marL="408940" marR="2555240" indent="-198120">
              <a:lnSpc>
                <a:spcPct val="100000"/>
              </a:lnSpc>
            </a:pP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for(int</a:t>
            </a:r>
            <a:r>
              <a:rPr dirty="0" sz="1300" spc="-25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level</a:t>
            </a:r>
            <a:r>
              <a:rPr dirty="0" sz="1300" spc="-10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=</a:t>
            </a:r>
            <a:r>
              <a:rPr dirty="0" sz="1300" spc="-10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2;</a:t>
            </a:r>
            <a:r>
              <a:rPr dirty="0" sz="1300" spc="-10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level</a:t>
            </a:r>
            <a:r>
              <a:rPr dirty="0" sz="1300" spc="-10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&gt;</a:t>
            </a:r>
            <a:r>
              <a:rPr dirty="0" sz="1300" spc="-10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0;</a:t>
            </a:r>
            <a:r>
              <a:rPr dirty="0" sz="1300" spc="-10" b="1">
                <a:solidFill>
                  <a:srgbClr val="FFFFFF"/>
                </a:solidFill>
                <a:latin typeface="Courier New"/>
                <a:cs typeface="Courier New"/>
              </a:rPr>
              <a:t> level--</a:t>
            </a: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)</a:t>
            </a:r>
            <a:r>
              <a:rPr dirty="0" sz="1300" spc="-10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spc="-50" b="1">
                <a:solidFill>
                  <a:srgbClr val="FFFFFF"/>
                </a:solidFill>
                <a:latin typeface="Courier New"/>
                <a:cs typeface="Courier New"/>
              </a:rPr>
              <a:t>{ </a:t>
            </a: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pte_t</a:t>
            </a:r>
            <a:r>
              <a:rPr dirty="0" sz="1300" spc="-40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*pte</a:t>
            </a:r>
            <a:r>
              <a:rPr dirty="0" sz="1300" spc="-35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=</a:t>
            </a:r>
            <a:r>
              <a:rPr dirty="0" sz="1300" spc="-40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&amp;pagetable[PX(level,</a:t>
            </a:r>
            <a:r>
              <a:rPr dirty="0" sz="1300" spc="-35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spc="-10" b="1">
                <a:solidFill>
                  <a:srgbClr val="FFFFFF"/>
                </a:solidFill>
                <a:latin typeface="Courier New"/>
                <a:cs typeface="Courier New"/>
              </a:rPr>
              <a:t>va)];</a:t>
            </a:r>
            <a:endParaRPr sz="13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300">
              <a:latin typeface="Courier New"/>
              <a:cs typeface="Courier New"/>
            </a:endParaRPr>
          </a:p>
          <a:p>
            <a:pPr marL="607060" marR="1663700" indent="-198120">
              <a:lnSpc>
                <a:spcPct val="100000"/>
              </a:lnSpc>
            </a:pP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if(*pte</a:t>
            </a:r>
            <a:r>
              <a:rPr dirty="0" sz="1300" spc="-30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&amp;</a:t>
            </a:r>
            <a:r>
              <a:rPr dirty="0" sz="1300" spc="-15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PTE_V)</a:t>
            </a:r>
            <a:r>
              <a:rPr dirty="0" sz="1300" spc="-20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{</a:t>
            </a:r>
            <a:r>
              <a:rPr dirty="0" sz="1300" spc="-15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//</a:t>
            </a:r>
            <a:r>
              <a:rPr dirty="0" sz="1300" spc="-20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Si</a:t>
            </a:r>
            <a:r>
              <a:rPr dirty="0" sz="1300" spc="-15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la</a:t>
            </a:r>
            <a:r>
              <a:rPr dirty="0" sz="1300" spc="-20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pagina</a:t>
            </a:r>
            <a:r>
              <a:rPr dirty="0" sz="1300" spc="-15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esta</a:t>
            </a:r>
            <a:r>
              <a:rPr dirty="0" sz="1300" spc="-15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spc="-10" b="1">
                <a:solidFill>
                  <a:srgbClr val="FFFFFF"/>
                </a:solidFill>
                <a:latin typeface="Courier New"/>
                <a:cs typeface="Courier New"/>
              </a:rPr>
              <a:t>presente </a:t>
            </a: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pagetable</a:t>
            </a:r>
            <a:r>
              <a:rPr dirty="0" sz="1300" spc="-35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=</a:t>
            </a:r>
            <a:r>
              <a:rPr dirty="0" sz="1300" spc="-25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spc="-10" b="1">
                <a:solidFill>
                  <a:srgbClr val="FFFFFF"/>
                </a:solidFill>
                <a:latin typeface="Courier New"/>
                <a:cs typeface="Courier New"/>
              </a:rPr>
              <a:t>(pagetable_t)PTE2PA(*pte);</a:t>
            </a:r>
            <a:endParaRPr sz="13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1300">
              <a:latin typeface="Courier New"/>
              <a:cs typeface="Courier New"/>
            </a:endParaRPr>
          </a:p>
          <a:p>
            <a:pPr marL="408940">
              <a:lnSpc>
                <a:spcPct val="100000"/>
              </a:lnSpc>
            </a:pP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}</a:t>
            </a:r>
            <a:r>
              <a:rPr dirty="0" sz="1300" spc="-15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else</a:t>
            </a:r>
            <a:r>
              <a:rPr dirty="0" sz="1300" spc="-10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spc="-60" b="1">
                <a:solidFill>
                  <a:srgbClr val="FFFFFF"/>
                </a:solidFill>
                <a:latin typeface="Courier New"/>
                <a:cs typeface="Courier New"/>
              </a:rPr>
              <a:t>{</a:t>
            </a:r>
            <a:endParaRPr sz="1300">
              <a:latin typeface="Courier New"/>
              <a:cs typeface="Courier New"/>
            </a:endParaRPr>
          </a:p>
          <a:p>
            <a:pPr marL="805180" marR="1366520" indent="-198120">
              <a:lnSpc>
                <a:spcPct val="100000"/>
              </a:lnSpc>
            </a:pP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if(!alloc</a:t>
            </a:r>
            <a:r>
              <a:rPr dirty="0" sz="1300" spc="-35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||</a:t>
            </a:r>
            <a:r>
              <a:rPr dirty="0" sz="1300" spc="-35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(pagetable</a:t>
            </a:r>
            <a:r>
              <a:rPr dirty="0" sz="1300" spc="-35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=</a:t>
            </a:r>
            <a:r>
              <a:rPr dirty="0" sz="1300" spc="-35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(pde_t*)kalloc())</a:t>
            </a:r>
            <a:r>
              <a:rPr dirty="0" sz="1300" spc="-35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==</a:t>
            </a:r>
            <a:r>
              <a:rPr dirty="0" sz="1300" spc="-30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spc="-25" b="1">
                <a:solidFill>
                  <a:srgbClr val="FFFFFF"/>
                </a:solidFill>
                <a:latin typeface="Courier New"/>
                <a:cs typeface="Courier New"/>
              </a:rPr>
              <a:t>0) </a:t>
            </a: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return</a:t>
            </a:r>
            <a:r>
              <a:rPr dirty="0" sz="1300" spc="-30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spc="-25" b="1">
                <a:solidFill>
                  <a:srgbClr val="FFFFFF"/>
                </a:solidFill>
                <a:latin typeface="Courier New"/>
                <a:cs typeface="Courier New"/>
              </a:rPr>
              <a:t>0;</a:t>
            </a:r>
            <a:endParaRPr sz="1300">
              <a:latin typeface="Courier New"/>
              <a:cs typeface="Courier New"/>
            </a:endParaRPr>
          </a:p>
          <a:p>
            <a:pPr marL="607060">
              <a:lnSpc>
                <a:spcPct val="100000"/>
              </a:lnSpc>
            </a:pP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memset(pagetable,</a:t>
            </a:r>
            <a:r>
              <a:rPr dirty="0" sz="1300" spc="-50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0,</a:t>
            </a:r>
            <a:r>
              <a:rPr dirty="0" sz="1300" spc="-45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spc="-10" b="1">
                <a:solidFill>
                  <a:srgbClr val="FFFFFF"/>
                </a:solidFill>
                <a:latin typeface="Courier New"/>
                <a:cs typeface="Courier New"/>
              </a:rPr>
              <a:t>PGSIZE);</a:t>
            </a:r>
            <a:endParaRPr sz="1300">
              <a:latin typeface="Courier New"/>
              <a:cs typeface="Courier New"/>
            </a:endParaRPr>
          </a:p>
          <a:p>
            <a:pPr marL="607060">
              <a:lnSpc>
                <a:spcPct val="100000"/>
              </a:lnSpc>
            </a:pP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*pte</a:t>
            </a:r>
            <a:r>
              <a:rPr dirty="0" sz="1300" spc="-30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=</a:t>
            </a:r>
            <a:r>
              <a:rPr dirty="0" sz="1300" spc="-30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PA2PTE(pagetable)</a:t>
            </a:r>
            <a:r>
              <a:rPr dirty="0" sz="1300" spc="-30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|</a:t>
            </a:r>
            <a:r>
              <a:rPr dirty="0" sz="1300" spc="-25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spc="-10" b="1">
                <a:solidFill>
                  <a:srgbClr val="FFFFFF"/>
                </a:solidFill>
                <a:latin typeface="Courier New"/>
                <a:cs typeface="Courier New"/>
              </a:rPr>
              <a:t>PTE_V;</a:t>
            </a:r>
            <a:endParaRPr sz="1300">
              <a:latin typeface="Courier New"/>
              <a:cs typeface="Courier New"/>
            </a:endParaRPr>
          </a:p>
          <a:p>
            <a:pPr marL="408940">
              <a:lnSpc>
                <a:spcPct val="100000"/>
              </a:lnSpc>
            </a:pPr>
            <a:r>
              <a:rPr dirty="0" sz="1300" spc="-50" b="1">
                <a:solidFill>
                  <a:srgbClr val="FFFFFF"/>
                </a:solidFill>
                <a:latin typeface="Courier New"/>
                <a:cs typeface="Courier New"/>
              </a:rPr>
              <a:t>}</a:t>
            </a:r>
            <a:endParaRPr sz="1300">
              <a:latin typeface="Courier New"/>
              <a:cs typeface="Courier New"/>
            </a:endParaRPr>
          </a:p>
          <a:p>
            <a:pPr marL="210820">
              <a:lnSpc>
                <a:spcPct val="100000"/>
              </a:lnSpc>
            </a:pPr>
            <a:r>
              <a:rPr dirty="0" sz="1300" spc="-50" b="1">
                <a:solidFill>
                  <a:srgbClr val="FFFFFF"/>
                </a:solidFill>
                <a:latin typeface="Courier New"/>
                <a:cs typeface="Courier New"/>
              </a:rPr>
              <a:t>}</a:t>
            </a:r>
            <a:endParaRPr sz="1300">
              <a:latin typeface="Courier New"/>
              <a:cs typeface="Courier New"/>
            </a:endParaRPr>
          </a:p>
          <a:p>
            <a:pPr marL="210820">
              <a:lnSpc>
                <a:spcPct val="100000"/>
              </a:lnSpc>
            </a:pP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return</a:t>
            </a:r>
            <a:r>
              <a:rPr dirty="0" sz="1300" spc="-55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&amp;pagetable[PX(0,</a:t>
            </a:r>
            <a:r>
              <a:rPr dirty="0" sz="1300" spc="-55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spc="-10" b="1">
                <a:solidFill>
                  <a:srgbClr val="FFFFFF"/>
                </a:solidFill>
                <a:latin typeface="Courier New"/>
                <a:cs typeface="Courier New"/>
              </a:rPr>
              <a:t>va)];</a:t>
            </a:r>
            <a:endParaRPr sz="13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dirty="0" sz="1300" spc="-50" b="1">
                <a:solidFill>
                  <a:srgbClr val="FFFFFF"/>
                </a:solidFill>
                <a:latin typeface="Courier New"/>
                <a:cs typeface="Courier New"/>
              </a:rPr>
              <a:t>}</a:t>
            </a:r>
            <a:endParaRPr sz="13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1A998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830389" y="1191259"/>
            <a:ext cx="746125" cy="46355"/>
          </a:xfrm>
          <a:custGeom>
            <a:avLst/>
            <a:gdLst/>
            <a:ahLst/>
            <a:cxnLst/>
            <a:rect l="l" t="t" r="r" b="b"/>
            <a:pathLst>
              <a:path w="746125" h="46355">
                <a:moveTo>
                  <a:pt x="745756" y="0"/>
                </a:moveTo>
                <a:lnTo>
                  <a:pt x="376008" y="0"/>
                </a:lnTo>
                <a:lnTo>
                  <a:pt x="372897" y="0"/>
                </a:lnTo>
                <a:lnTo>
                  <a:pt x="0" y="0"/>
                </a:lnTo>
                <a:lnTo>
                  <a:pt x="0" y="45834"/>
                </a:lnTo>
                <a:lnTo>
                  <a:pt x="372897" y="45834"/>
                </a:lnTo>
                <a:lnTo>
                  <a:pt x="376008" y="45834"/>
                </a:lnTo>
                <a:lnTo>
                  <a:pt x="745756" y="45834"/>
                </a:lnTo>
                <a:lnTo>
                  <a:pt x="74575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02475" y="1377186"/>
            <a:ext cx="6034405" cy="11226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3600" spc="45">
                <a:solidFill>
                  <a:srgbClr val="FFFFFF"/>
                </a:solidFill>
              </a:rPr>
              <a:t>Administración</a:t>
            </a:r>
            <a:r>
              <a:rPr dirty="0" sz="3600" spc="-215">
                <a:solidFill>
                  <a:srgbClr val="FFFFFF"/>
                </a:solidFill>
              </a:rPr>
              <a:t> </a:t>
            </a:r>
            <a:r>
              <a:rPr dirty="0" sz="3600" spc="145">
                <a:solidFill>
                  <a:srgbClr val="FFFFFF"/>
                </a:solidFill>
              </a:rPr>
              <a:t>de</a:t>
            </a:r>
            <a:r>
              <a:rPr dirty="0" sz="3600" spc="-210">
                <a:solidFill>
                  <a:srgbClr val="FFFFFF"/>
                </a:solidFill>
              </a:rPr>
              <a:t> </a:t>
            </a:r>
            <a:r>
              <a:rPr dirty="0" sz="3600" spc="75">
                <a:solidFill>
                  <a:srgbClr val="FFFFFF"/>
                </a:solidFill>
              </a:rPr>
              <a:t>Memoria </a:t>
            </a:r>
            <a:r>
              <a:rPr dirty="0" sz="3600" spc="60">
                <a:solidFill>
                  <a:srgbClr val="FFFFFF"/>
                </a:solidFill>
              </a:rPr>
              <a:t>Usuario</a:t>
            </a:r>
            <a:endParaRPr sz="3600"/>
          </a:p>
        </p:txBody>
      </p:sp>
      <p:sp>
        <p:nvSpPr>
          <p:cNvPr id="5" name="object 5" descr=""/>
          <p:cNvSpPr txBox="1"/>
          <p:nvPr/>
        </p:nvSpPr>
        <p:spPr>
          <a:xfrm>
            <a:off x="913550" y="3201581"/>
            <a:ext cx="1903730" cy="848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60" b="1">
                <a:solidFill>
                  <a:srgbClr val="FFFFFF"/>
                </a:solidFill>
                <a:latin typeface="Trebuchet MS"/>
                <a:cs typeface="Trebuchet MS"/>
              </a:rPr>
              <a:t>Conceptos</a:t>
            </a:r>
            <a:r>
              <a:rPr dirty="0" sz="1800" spc="-11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10" b="1">
                <a:solidFill>
                  <a:srgbClr val="FFFFFF"/>
                </a:solidFill>
                <a:latin typeface="Trebuchet MS"/>
                <a:cs typeface="Trebuchet MS"/>
              </a:rPr>
              <a:t>clave:</a:t>
            </a:r>
            <a:endParaRPr sz="1800">
              <a:latin typeface="Trebuchet MS"/>
              <a:cs typeface="Trebuchet MS"/>
            </a:endParaRPr>
          </a:p>
          <a:p>
            <a:pPr marL="469265" indent="-366395">
              <a:lnSpc>
                <a:spcPct val="100000"/>
              </a:lnSpc>
              <a:buFont typeface="Arial MT"/>
              <a:buChar char="●"/>
              <a:tabLst>
                <a:tab pos="469265" algn="l"/>
              </a:tabLst>
            </a:pPr>
            <a:r>
              <a:rPr dirty="0" sz="1800" spc="40">
                <a:solidFill>
                  <a:srgbClr val="FFFFFF"/>
                </a:solidFill>
                <a:latin typeface="Trebuchet MS"/>
                <a:cs typeface="Trebuchet MS"/>
              </a:rPr>
              <a:t>malloc</a:t>
            </a:r>
            <a:endParaRPr sz="1800">
              <a:latin typeface="Trebuchet MS"/>
              <a:cs typeface="Trebuchet MS"/>
            </a:endParaRPr>
          </a:p>
          <a:p>
            <a:pPr marL="469265" indent="-366395">
              <a:lnSpc>
                <a:spcPct val="100000"/>
              </a:lnSpc>
              <a:buFont typeface="Arial MT"/>
              <a:buChar char="●"/>
              <a:tabLst>
                <a:tab pos="469265" algn="l"/>
              </a:tabLst>
            </a:pPr>
            <a:r>
              <a:rPr dirty="0" sz="1800" spc="90">
                <a:solidFill>
                  <a:srgbClr val="FFFFFF"/>
                </a:solidFill>
                <a:latin typeface="Trebuchet MS"/>
                <a:cs typeface="Trebuchet MS"/>
              </a:rPr>
              <a:t>mmap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40"/>
              <a:t>malloc()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792305" y="3622152"/>
            <a:ext cx="8120380" cy="919480"/>
          </a:xfrm>
          <a:prstGeom prst="rect">
            <a:avLst/>
          </a:prstGeom>
        </p:spPr>
        <p:txBody>
          <a:bodyPr wrap="square" lIns="0" tIns="51435" rIns="0" bIns="0" rtlCol="0" vert="horz">
            <a:spAutoFit/>
          </a:bodyPr>
          <a:lstStyle/>
          <a:p>
            <a:pPr marL="371475" indent="-358775">
              <a:lnSpc>
                <a:spcPct val="100000"/>
              </a:lnSpc>
              <a:spcBef>
                <a:spcPts val="405"/>
              </a:spcBef>
              <a:buFont typeface="Arial MT"/>
              <a:buChar char="●"/>
              <a:tabLst>
                <a:tab pos="371475" algn="l"/>
              </a:tabLst>
            </a:pP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unix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40">
                <a:solidFill>
                  <a:srgbClr val="595959"/>
                </a:solidFill>
                <a:latin typeface="Tahoma"/>
                <a:cs typeface="Tahoma"/>
              </a:rPr>
              <a:t>malloc()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devuelve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bloque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size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bytes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alineado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35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8-bytes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25">
                <a:solidFill>
                  <a:srgbClr val="595959"/>
                </a:solidFill>
                <a:latin typeface="Tahoma"/>
                <a:cs typeface="Tahoma"/>
              </a:rPr>
              <a:t>(double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word).</a:t>
            </a:r>
            <a:endParaRPr sz="1700">
              <a:latin typeface="Tahoma"/>
              <a:cs typeface="Tahoma"/>
            </a:endParaRPr>
          </a:p>
          <a:p>
            <a:pPr marL="371475" indent="-358775">
              <a:lnSpc>
                <a:spcPct val="100000"/>
              </a:lnSpc>
              <a:spcBef>
                <a:spcPts val="305"/>
              </a:spcBef>
              <a:buFont typeface="Arial MT"/>
              <a:buChar char="●"/>
              <a:tabLst>
                <a:tab pos="371475" algn="l"/>
              </a:tabLst>
            </a:pPr>
            <a:r>
              <a:rPr dirty="0" sz="1700" spc="80">
                <a:solidFill>
                  <a:srgbClr val="595959"/>
                </a:solidFill>
                <a:latin typeface="Tahoma"/>
                <a:cs typeface="Tahoma"/>
              </a:rPr>
              <a:t>No</a:t>
            </a:r>
            <a:r>
              <a:rPr dirty="0" sz="17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inicializa</a:t>
            </a:r>
            <a:r>
              <a:rPr dirty="0" sz="17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7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memoria</a:t>
            </a:r>
            <a:r>
              <a:rPr dirty="0" sz="17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devuelta.</a:t>
            </a:r>
            <a:endParaRPr sz="1700">
              <a:latin typeface="Tahoma"/>
              <a:cs typeface="Tahoma"/>
            </a:endParaRPr>
          </a:p>
          <a:p>
            <a:pPr marL="371475" indent="-358775">
              <a:lnSpc>
                <a:spcPct val="100000"/>
              </a:lnSpc>
              <a:spcBef>
                <a:spcPts val="305"/>
              </a:spcBef>
              <a:buFont typeface="Arial MT"/>
              <a:buChar char="●"/>
              <a:tabLst>
                <a:tab pos="371475" algn="l"/>
              </a:tabLst>
            </a:pP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Utiliza</a:t>
            </a:r>
            <a:r>
              <a:rPr dirty="0" sz="17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7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system</a:t>
            </a:r>
            <a:r>
              <a:rPr dirty="0" sz="17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call</a:t>
            </a:r>
            <a:r>
              <a:rPr dirty="0" sz="17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sbrk</a:t>
            </a:r>
            <a:r>
              <a:rPr dirty="0" sz="17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o</a:t>
            </a:r>
            <a:r>
              <a:rPr dirty="0" sz="17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mmap.</a:t>
            </a:r>
            <a:endParaRPr sz="1700">
              <a:latin typeface="Tahoma"/>
              <a:cs typeface="Tahoma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9740" y="1913992"/>
            <a:ext cx="7946787" cy="136026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-30"/>
              <a:t>free()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694050" y="3384955"/>
            <a:ext cx="8239759" cy="932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Libera</a:t>
            </a:r>
            <a:r>
              <a:rPr dirty="0" sz="15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bloques</a:t>
            </a:r>
            <a:r>
              <a:rPr dirty="0" sz="15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reservados</a:t>
            </a:r>
            <a:r>
              <a:rPr dirty="0" sz="15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5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5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595959"/>
                </a:solidFill>
                <a:latin typeface="Tahoma"/>
                <a:cs typeface="Tahoma"/>
              </a:rPr>
              <a:t>heap.</a:t>
            </a:r>
            <a:endParaRPr sz="1500">
              <a:latin typeface="Tahoma"/>
              <a:cs typeface="Tahoma"/>
            </a:endParaRPr>
          </a:p>
          <a:p>
            <a:pPr marL="12700" marR="5080">
              <a:lnSpc>
                <a:spcPct val="114999"/>
              </a:lnSpc>
              <a:spcBef>
                <a:spcPts val="1200"/>
              </a:spcBef>
            </a:pP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500" spc="-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ptr</a:t>
            </a:r>
            <a:r>
              <a:rPr dirty="0" sz="1500" spc="-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debe</a:t>
            </a:r>
            <a:r>
              <a:rPr dirty="0" sz="1500" spc="-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haber</a:t>
            </a:r>
            <a:r>
              <a:rPr dirty="0" sz="1500" spc="-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sido</a:t>
            </a:r>
            <a:r>
              <a:rPr dirty="0" sz="1500" spc="-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reservado</a:t>
            </a:r>
            <a:r>
              <a:rPr dirty="0" sz="1500" spc="-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previamente</a:t>
            </a:r>
            <a:r>
              <a:rPr dirty="0" sz="1500" spc="-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con</a:t>
            </a:r>
            <a:r>
              <a:rPr dirty="0" sz="1500" spc="-45">
                <a:solidFill>
                  <a:srgbClr val="595959"/>
                </a:solidFill>
                <a:latin typeface="Tahoma"/>
                <a:cs typeface="Tahoma"/>
              </a:rPr>
              <a:t> malloc(),</a:t>
            </a:r>
            <a:r>
              <a:rPr dirty="0" sz="1500" spc="-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20">
                <a:solidFill>
                  <a:srgbClr val="595959"/>
                </a:solidFill>
                <a:latin typeface="Tahoma"/>
                <a:cs typeface="Tahoma"/>
              </a:rPr>
              <a:t>calloc()</a:t>
            </a:r>
            <a:r>
              <a:rPr dirty="0" sz="1500" spc="-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o</a:t>
            </a:r>
            <a:r>
              <a:rPr dirty="0" sz="1500" spc="-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30">
                <a:solidFill>
                  <a:srgbClr val="595959"/>
                </a:solidFill>
                <a:latin typeface="Tahoma"/>
                <a:cs typeface="Tahoma"/>
              </a:rPr>
              <a:t>realloc().</a:t>
            </a:r>
            <a:r>
              <a:rPr dirty="0" sz="1500" spc="-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Si</a:t>
            </a:r>
            <a:r>
              <a:rPr dirty="0" sz="1500" spc="-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esto</a:t>
            </a:r>
            <a:r>
              <a:rPr dirty="0" sz="1500" spc="-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no</a:t>
            </a:r>
            <a:r>
              <a:rPr dirty="0" sz="1500" spc="-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595959"/>
                </a:solidFill>
                <a:latin typeface="Tahoma"/>
                <a:cs typeface="Tahoma"/>
              </a:rPr>
              <a:t>sucede</a:t>
            </a:r>
            <a:r>
              <a:rPr dirty="0" sz="1500" spc="-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25">
                <a:solidFill>
                  <a:srgbClr val="595959"/>
                </a:solidFill>
                <a:latin typeface="Tahoma"/>
                <a:cs typeface="Tahoma"/>
              </a:rPr>
              <a:t>el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comportamiento</a:t>
            </a:r>
            <a:r>
              <a:rPr dirty="0" sz="1500" spc="-10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500" spc="-10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free</a:t>
            </a:r>
            <a:r>
              <a:rPr dirty="0" sz="1500" spc="-10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20">
                <a:solidFill>
                  <a:srgbClr val="595959"/>
                </a:solidFill>
                <a:latin typeface="Tahoma"/>
                <a:cs typeface="Tahoma"/>
              </a:rPr>
              <a:t>es</a:t>
            </a:r>
            <a:r>
              <a:rPr dirty="0" sz="1500" spc="-10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595959"/>
                </a:solidFill>
                <a:latin typeface="Tahoma"/>
                <a:cs typeface="Tahoma"/>
              </a:rPr>
              <a:t>INDEFINIDO</a:t>
            </a:r>
            <a:endParaRPr sz="1500">
              <a:latin typeface="Tahoma"/>
              <a:cs typeface="Tahoma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9672" y="1934097"/>
            <a:ext cx="7689222" cy="1316179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9144000" cy="488315"/>
          </a:xfrm>
          <a:custGeom>
            <a:avLst/>
            <a:gdLst/>
            <a:ahLst/>
            <a:cxnLst/>
            <a:rect l="l" t="t" r="r" b="b"/>
            <a:pathLst>
              <a:path w="9144000" h="488315">
                <a:moveTo>
                  <a:pt x="9143999" y="487799"/>
                </a:moveTo>
                <a:lnTo>
                  <a:pt x="0" y="4877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487799"/>
                </a:lnTo>
                <a:close/>
              </a:path>
            </a:pathLst>
          </a:custGeom>
          <a:solidFill>
            <a:srgbClr val="E9EDE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491825" y="638867"/>
            <a:ext cx="1979930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350" b="1">
                <a:solidFill>
                  <a:srgbClr val="339900"/>
                </a:solidFill>
                <a:latin typeface="Courier New"/>
                <a:cs typeface="Courier New"/>
              </a:rPr>
              <a:t>#include</a:t>
            </a:r>
            <a:r>
              <a:rPr dirty="0" sz="1350" spc="-105" b="1">
                <a:solidFill>
                  <a:srgbClr val="339900"/>
                </a:solidFill>
                <a:latin typeface="Courier New"/>
                <a:cs typeface="Courier New"/>
              </a:rPr>
              <a:t> </a:t>
            </a:r>
            <a:r>
              <a:rPr dirty="0" sz="1350" spc="-10" b="1">
                <a:solidFill>
                  <a:srgbClr val="339900"/>
                </a:solidFill>
                <a:latin typeface="Courier New"/>
                <a:cs typeface="Courier New"/>
              </a:rPr>
              <a:t>&lt;stdio.h&gt; </a:t>
            </a:r>
            <a:r>
              <a:rPr dirty="0" sz="1350" b="1">
                <a:solidFill>
                  <a:srgbClr val="339900"/>
                </a:solidFill>
                <a:latin typeface="Courier New"/>
                <a:cs typeface="Courier New"/>
              </a:rPr>
              <a:t>#include</a:t>
            </a:r>
            <a:r>
              <a:rPr dirty="0" sz="1350" spc="-114" b="1">
                <a:solidFill>
                  <a:srgbClr val="339900"/>
                </a:solidFill>
                <a:latin typeface="Courier New"/>
                <a:cs typeface="Courier New"/>
              </a:rPr>
              <a:t> </a:t>
            </a:r>
            <a:r>
              <a:rPr dirty="0" sz="1350" spc="-10" b="1">
                <a:solidFill>
                  <a:srgbClr val="339900"/>
                </a:solidFill>
                <a:latin typeface="Courier New"/>
                <a:cs typeface="Courier New"/>
              </a:rPr>
              <a:t>&lt;stdlib.h&gt;</a:t>
            </a:r>
            <a:endParaRPr sz="1350">
              <a:latin typeface="Courier New"/>
              <a:cs typeface="Courier New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91825" y="1256086"/>
            <a:ext cx="3729354" cy="6426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b="1">
                <a:solidFill>
                  <a:srgbClr val="0000FF"/>
                </a:solidFill>
                <a:latin typeface="Courier New"/>
                <a:cs typeface="Courier New"/>
              </a:rPr>
              <a:t>int</a:t>
            </a:r>
            <a:r>
              <a:rPr dirty="0" sz="1350" spc="-35" b="1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dirty="0" sz="1350" spc="-10" b="1">
                <a:solidFill>
                  <a:srgbClr val="1A9988"/>
                </a:solidFill>
                <a:latin typeface="Courier New"/>
                <a:cs typeface="Courier New"/>
              </a:rPr>
              <a:t>main</a:t>
            </a:r>
            <a:r>
              <a:rPr dirty="0" sz="1350" spc="-10" b="1">
                <a:solidFill>
                  <a:srgbClr val="008000"/>
                </a:solidFill>
                <a:latin typeface="Courier New"/>
                <a:cs typeface="Courier New"/>
              </a:rPr>
              <a:t>(</a:t>
            </a:r>
            <a:r>
              <a:rPr dirty="0" sz="1350" spc="-10" b="1">
                <a:solidFill>
                  <a:srgbClr val="0000FF"/>
                </a:solidFill>
                <a:latin typeface="Courier New"/>
                <a:cs typeface="Courier New"/>
              </a:rPr>
              <a:t>void</a:t>
            </a:r>
            <a:r>
              <a:rPr dirty="0" sz="1350" spc="-10" b="1">
                <a:solidFill>
                  <a:srgbClr val="008000"/>
                </a:solidFill>
                <a:latin typeface="Courier New"/>
                <a:cs typeface="Courier New"/>
              </a:rPr>
              <a:t>)</a:t>
            </a:r>
            <a:endParaRPr sz="13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dirty="0" sz="1350" spc="-50" b="1">
                <a:solidFill>
                  <a:srgbClr val="008000"/>
                </a:solidFill>
                <a:latin typeface="Courier New"/>
                <a:cs typeface="Courier New"/>
              </a:rPr>
              <a:t>{</a:t>
            </a:r>
            <a:endParaRPr sz="1350">
              <a:latin typeface="Courier New"/>
              <a:cs typeface="Courier New"/>
            </a:endParaRPr>
          </a:p>
          <a:p>
            <a:pPr marL="424180">
              <a:lnSpc>
                <a:spcPct val="100000"/>
              </a:lnSpc>
            </a:pPr>
            <a:r>
              <a:rPr dirty="0" sz="1350" b="1">
                <a:solidFill>
                  <a:srgbClr val="0000FF"/>
                </a:solidFill>
                <a:latin typeface="Courier New"/>
                <a:cs typeface="Courier New"/>
              </a:rPr>
              <a:t>int</a:t>
            </a:r>
            <a:r>
              <a:rPr dirty="0" sz="1350" spc="-25" b="1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dirty="0" sz="1350" b="1">
                <a:solidFill>
                  <a:srgbClr val="000040"/>
                </a:solidFill>
                <a:latin typeface="Courier New"/>
                <a:cs typeface="Courier New"/>
              </a:rPr>
              <a:t>*</a:t>
            </a:r>
            <a:r>
              <a:rPr dirty="0" sz="1350" b="1">
                <a:solidFill>
                  <a:srgbClr val="1A9988"/>
                </a:solidFill>
                <a:latin typeface="Courier New"/>
                <a:cs typeface="Courier New"/>
              </a:rPr>
              <a:t>p1</a:t>
            </a:r>
            <a:r>
              <a:rPr dirty="0" sz="1350" spc="-25" b="1">
                <a:solidFill>
                  <a:srgbClr val="1A9988"/>
                </a:solidFill>
                <a:latin typeface="Courier New"/>
                <a:cs typeface="Courier New"/>
              </a:rPr>
              <a:t> </a:t>
            </a:r>
            <a:r>
              <a:rPr dirty="0" sz="1350" b="1">
                <a:solidFill>
                  <a:srgbClr val="000080"/>
                </a:solidFill>
                <a:latin typeface="Courier New"/>
                <a:cs typeface="Courier New"/>
              </a:rPr>
              <a:t>=</a:t>
            </a:r>
            <a:r>
              <a:rPr dirty="0" sz="1350" spc="-30" b="1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dirty="0" sz="1350" spc="-10" b="1">
                <a:solidFill>
                  <a:srgbClr val="1A9988"/>
                </a:solidFill>
                <a:latin typeface="Courier New"/>
                <a:cs typeface="Courier New"/>
              </a:rPr>
              <a:t>malloc</a:t>
            </a:r>
            <a:r>
              <a:rPr dirty="0" sz="1350" spc="-10" b="1">
                <a:solidFill>
                  <a:srgbClr val="008000"/>
                </a:solidFill>
                <a:latin typeface="Courier New"/>
                <a:cs typeface="Courier New"/>
              </a:rPr>
              <a:t>(</a:t>
            </a:r>
            <a:r>
              <a:rPr dirty="0" sz="1350" spc="-10" b="1">
                <a:solidFill>
                  <a:srgbClr val="000080"/>
                </a:solidFill>
                <a:latin typeface="Courier New"/>
                <a:cs typeface="Courier New"/>
              </a:rPr>
              <a:t>4</a:t>
            </a:r>
            <a:r>
              <a:rPr dirty="0" sz="1350" spc="-10" b="1">
                <a:solidFill>
                  <a:srgbClr val="000040"/>
                </a:solidFill>
                <a:latin typeface="Courier New"/>
                <a:cs typeface="Courier New"/>
              </a:rPr>
              <a:t>*</a:t>
            </a:r>
            <a:r>
              <a:rPr dirty="0" sz="1350" spc="-10" b="1">
                <a:solidFill>
                  <a:srgbClr val="0000FF"/>
                </a:solidFill>
                <a:latin typeface="Courier New"/>
                <a:cs typeface="Courier New"/>
              </a:rPr>
              <a:t>sizeof</a:t>
            </a:r>
            <a:r>
              <a:rPr dirty="0" sz="1350" spc="-10" b="1">
                <a:solidFill>
                  <a:srgbClr val="008000"/>
                </a:solidFill>
                <a:latin typeface="Courier New"/>
                <a:cs typeface="Courier New"/>
              </a:rPr>
              <a:t>(</a:t>
            </a:r>
            <a:r>
              <a:rPr dirty="0" sz="1350" spc="-10" b="1">
                <a:solidFill>
                  <a:srgbClr val="0000FF"/>
                </a:solidFill>
                <a:latin typeface="Courier New"/>
                <a:cs typeface="Courier New"/>
              </a:rPr>
              <a:t>int</a:t>
            </a:r>
            <a:r>
              <a:rPr dirty="0" sz="1350" spc="-10" b="1">
                <a:solidFill>
                  <a:srgbClr val="008000"/>
                </a:solidFill>
                <a:latin typeface="Courier New"/>
                <a:cs typeface="Courier New"/>
              </a:rPr>
              <a:t>))</a:t>
            </a:r>
            <a:r>
              <a:rPr dirty="0" sz="1350" spc="-10" b="1">
                <a:solidFill>
                  <a:srgbClr val="008080"/>
                </a:solidFill>
                <a:latin typeface="Courier New"/>
                <a:cs typeface="Courier New"/>
              </a:rPr>
              <a:t>;</a:t>
            </a:r>
            <a:endParaRPr sz="1350">
              <a:latin typeface="Courier New"/>
              <a:cs typeface="Courier New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401521" y="1667567"/>
            <a:ext cx="4243070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b="1">
                <a:solidFill>
                  <a:srgbClr val="909090"/>
                </a:solidFill>
                <a:latin typeface="Courier New"/>
                <a:cs typeface="Courier New"/>
              </a:rPr>
              <a:t>//</a:t>
            </a:r>
            <a:r>
              <a:rPr dirty="0" sz="1350" spc="-50" b="1">
                <a:solidFill>
                  <a:srgbClr val="909090"/>
                </a:solidFill>
                <a:latin typeface="Courier New"/>
                <a:cs typeface="Courier New"/>
              </a:rPr>
              <a:t> </a:t>
            </a:r>
            <a:r>
              <a:rPr dirty="0" sz="1350" b="1">
                <a:solidFill>
                  <a:srgbClr val="909090"/>
                </a:solidFill>
                <a:latin typeface="Courier New"/>
                <a:cs typeface="Courier New"/>
              </a:rPr>
              <a:t>allocates</a:t>
            </a:r>
            <a:r>
              <a:rPr dirty="0" sz="1350" spc="-50" b="1">
                <a:solidFill>
                  <a:srgbClr val="909090"/>
                </a:solidFill>
                <a:latin typeface="Courier New"/>
                <a:cs typeface="Courier New"/>
              </a:rPr>
              <a:t> </a:t>
            </a:r>
            <a:r>
              <a:rPr dirty="0" sz="1350" b="1">
                <a:solidFill>
                  <a:srgbClr val="909090"/>
                </a:solidFill>
                <a:latin typeface="Courier New"/>
                <a:cs typeface="Courier New"/>
              </a:rPr>
              <a:t>enough</a:t>
            </a:r>
            <a:r>
              <a:rPr dirty="0" sz="1350" spc="-50" b="1">
                <a:solidFill>
                  <a:srgbClr val="909090"/>
                </a:solidFill>
                <a:latin typeface="Courier New"/>
                <a:cs typeface="Courier New"/>
              </a:rPr>
              <a:t> </a:t>
            </a:r>
            <a:r>
              <a:rPr dirty="0" sz="1350" b="1">
                <a:solidFill>
                  <a:srgbClr val="909090"/>
                </a:solidFill>
                <a:latin typeface="Courier New"/>
                <a:cs typeface="Courier New"/>
              </a:rPr>
              <a:t>for</a:t>
            </a:r>
            <a:r>
              <a:rPr dirty="0" sz="1350" spc="-50" b="1">
                <a:solidFill>
                  <a:srgbClr val="909090"/>
                </a:solidFill>
                <a:latin typeface="Courier New"/>
                <a:cs typeface="Courier New"/>
              </a:rPr>
              <a:t> </a:t>
            </a:r>
            <a:r>
              <a:rPr dirty="0" sz="1350" b="1">
                <a:solidFill>
                  <a:srgbClr val="909090"/>
                </a:solidFill>
                <a:latin typeface="Courier New"/>
                <a:cs typeface="Courier New"/>
              </a:rPr>
              <a:t>an</a:t>
            </a:r>
            <a:r>
              <a:rPr dirty="0" sz="1350" spc="-50" b="1">
                <a:solidFill>
                  <a:srgbClr val="909090"/>
                </a:solidFill>
                <a:latin typeface="Courier New"/>
                <a:cs typeface="Courier New"/>
              </a:rPr>
              <a:t> </a:t>
            </a:r>
            <a:r>
              <a:rPr dirty="0" sz="1350" b="1">
                <a:solidFill>
                  <a:srgbClr val="909090"/>
                </a:solidFill>
                <a:latin typeface="Courier New"/>
                <a:cs typeface="Courier New"/>
              </a:rPr>
              <a:t>array</a:t>
            </a:r>
            <a:r>
              <a:rPr dirty="0" sz="1350" spc="-50" b="1">
                <a:solidFill>
                  <a:srgbClr val="909090"/>
                </a:solidFill>
                <a:latin typeface="Courier New"/>
                <a:cs typeface="Courier New"/>
              </a:rPr>
              <a:t> </a:t>
            </a:r>
            <a:r>
              <a:rPr dirty="0" sz="1350" b="1">
                <a:solidFill>
                  <a:srgbClr val="909090"/>
                </a:solidFill>
                <a:latin typeface="Courier New"/>
                <a:cs typeface="Courier New"/>
              </a:rPr>
              <a:t>of</a:t>
            </a:r>
            <a:r>
              <a:rPr dirty="0" sz="1350" spc="-45" b="1">
                <a:solidFill>
                  <a:srgbClr val="909090"/>
                </a:solidFill>
                <a:latin typeface="Courier New"/>
                <a:cs typeface="Courier New"/>
              </a:rPr>
              <a:t> </a:t>
            </a:r>
            <a:r>
              <a:rPr dirty="0" sz="1350" b="1">
                <a:solidFill>
                  <a:srgbClr val="909090"/>
                </a:solidFill>
                <a:latin typeface="Courier New"/>
                <a:cs typeface="Courier New"/>
              </a:rPr>
              <a:t>4</a:t>
            </a:r>
            <a:r>
              <a:rPr dirty="0" sz="1350" spc="-50" b="1">
                <a:solidFill>
                  <a:srgbClr val="909090"/>
                </a:solidFill>
                <a:latin typeface="Courier New"/>
                <a:cs typeface="Courier New"/>
              </a:rPr>
              <a:t> </a:t>
            </a:r>
            <a:r>
              <a:rPr dirty="0" sz="1350" spc="-25" b="1">
                <a:solidFill>
                  <a:srgbClr val="909090"/>
                </a:solidFill>
                <a:latin typeface="Courier New"/>
                <a:cs typeface="Courier New"/>
              </a:rPr>
              <a:t>int</a:t>
            </a:r>
            <a:endParaRPr sz="1350">
              <a:latin typeface="Courier New"/>
              <a:cs typeface="Courier New"/>
            </a:endParaRPr>
          </a:p>
        </p:txBody>
      </p:sp>
      <p:graphicFrame>
        <p:nvGraphicFramePr>
          <p:cNvPr id="6" name="object 6" descr=""/>
          <p:cNvGraphicFramePr>
            <a:graphicFrameLocks noGrp="1"/>
          </p:cNvGraphicFramePr>
          <p:nvPr/>
        </p:nvGraphicFramePr>
        <p:xfrm>
          <a:off x="884321" y="1914721"/>
          <a:ext cx="7752715" cy="3987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91795"/>
                <a:gridCol w="411480"/>
                <a:gridCol w="205740"/>
                <a:gridCol w="2469515"/>
                <a:gridCol w="308610"/>
                <a:gridCol w="617220"/>
                <a:gridCol w="2777490"/>
                <a:gridCol w="494665"/>
              </a:tblGrid>
              <a:tr h="199390">
                <a:tc>
                  <a:txBody>
                    <a:bodyPr/>
                    <a:lstStyle/>
                    <a:p>
                      <a:pPr algn="ctr" marR="12065">
                        <a:lnSpc>
                          <a:spcPts val="1395"/>
                        </a:lnSpc>
                      </a:pPr>
                      <a:r>
                        <a:rPr dirty="0" sz="1350" spc="-25" b="1">
                          <a:solidFill>
                            <a:srgbClr val="0000FF"/>
                          </a:solidFill>
                          <a:latin typeface="Courier New"/>
                          <a:cs typeface="Courier New"/>
                        </a:rPr>
                        <a:t>int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95"/>
                        </a:lnSpc>
                      </a:pPr>
                      <a:r>
                        <a:rPr dirty="0" sz="1350" spc="-25" b="1">
                          <a:solidFill>
                            <a:srgbClr val="000040"/>
                          </a:solidFill>
                          <a:latin typeface="Courier New"/>
                          <a:cs typeface="Courier New"/>
                        </a:rPr>
                        <a:t>*</a:t>
                      </a:r>
                      <a:r>
                        <a:rPr dirty="0" sz="1350" spc="-25" b="1">
                          <a:solidFill>
                            <a:srgbClr val="1A9988"/>
                          </a:solidFill>
                          <a:latin typeface="Courier New"/>
                          <a:cs typeface="Courier New"/>
                        </a:rPr>
                        <a:t>p2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95"/>
                        </a:lnSpc>
                      </a:pPr>
                      <a:r>
                        <a:rPr dirty="0" sz="1350" spc="-50" b="1">
                          <a:solidFill>
                            <a:srgbClr val="000080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1395"/>
                        </a:lnSpc>
                      </a:pPr>
                      <a:r>
                        <a:rPr dirty="0" sz="1350" spc="-10" b="1">
                          <a:solidFill>
                            <a:srgbClr val="1A9988"/>
                          </a:solidFill>
                          <a:latin typeface="Courier New"/>
                          <a:cs typeface="Courier New"/>
                        </a:rPr>
                        <a:t>malloc</a:t>
                      </a:r>
                      <a:r>
                        <a:rPr dirty="0" sz="1350" spc="-10" b="1">
                          <a:solidFill>
                            <a:srgbClr val="008000"/>
                          </a:solidFill>
                          <a:latin typeface="Courier New"/>
                          <a:cs typeface="Courier New"/>
                        </a:rPr>
                        <a:t>(</a:t>
                      </a:r>
                      <a:r>
                        <a:rPr dirty="0" sz="1350" spc="-10" b="1">
                          <a:solidFill>
                            <a:srgbClr val="0000FF"/>
                          </a:solidFill>
                          <a:latin typeface="Courier New"/>
                          <a:cs typeface="Courier New"/>
                        </a:rPr>
                        <a:t>sizeof</a:t>
                      </a:r>
                      <a:r>
                        <a:rPr dirty="0" sz="1350" spc="-10" b="1">
                          <a:solidFill>
                            <a:srgbClr val="008000"/>
                          </a:solidFill>
                          <a:latin typeface="Courier New"/>
                          <a:cs typeface="Courier New"/>
                        </a:rPr>
                        <a:t>(</a:t>
                      </a:r>
                      <a:r>
                        <a:rPr dirty="0" sz="1350" spc="-10" b="1">
                          <a:solidFill>
                            <a:srgbClr val="0000FF"/>
                          </a:solidFill>
                          <a:latin typeface="Courier New"/>
                          <a:cs typeface="Courier New"/>
                        </a:rPr>
                        <a:t>int</a:t>
                      </a:r>
                      <a:r>
                        <a:rPr dirty="0" sz="1350" spc="-10" b="1">
                          <a:solidFill>
                            <a:srgbClr val="008000"/>
                          </a:solidFill>
                          <a:latin typeface="Courier New"/>
                          <a:cs typeface="Courier New"/>
                        </a:rPr>
                        <a:t>[</a:t>
                      </a:r>
                      <a:r>
                        <a:rPr dirty="0" sz="1350" spc="-10" b="1">
                          <a:solidFill>
                            <a:srgbClr val="000080"/>
                          </a:solidFill>
                          <a:latin typeface="Courier New"/>
                          <a:cs typeface="Courier New"/>
                        </a:rPr>
                        <a:t>4</a:t>
                      </a:r>
                      <a:r>
                        <a:rPr dirty="0" sz="1350" spc="-10" b="1">
                          <a:solidFill>
                            <a:srgbClr val="008000"/>
                          </a:solidFill>
                          <a:latin typeface="Courier New"/>
                          <a:cs typeface="Courier New"/>
                        </a:rPr>
                        <a:t>]))</a:t>
                      </a:r>
                      <a:r>
                        <a:rPr dirty="0" sz="1350" spc="-10" b="1">
                          <a:solidFill>
                            <a:srgbClr val="008080"/>
                          </a:solidFill>
                          <a:latin typeface="Courier New"/>
                          <a:cs typeface="Courier New"/>
                        </a:rPr>
                        <a:t>;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95"/>
                        </a:lnSpc>
                      </a:pPr>
                      <a:r>
                        <a:rPr dirty="0" sz="1350" spc="-25" b="1">
                          <a:solidFill>
                            <a:srgbClr val="909090"/>
                          </a:solidFill>
                          <a:latin typeface="Courier New"/>
                          <a:cs typeface="Courier New"/>
                        </a:rPr>
                        <a:t>//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95"/>
                        </a:lnSpc>
                      </a:pPr>
                      <a:r>
                        <a:rPr dirty="0" sz="1350" spc="-10" b="1">
                          <a:solidFill>
                            <a:srgbClr val="909090"/>
                          </a:solidFill>
                          <a:latin typeface="Courier New"/>
                          <a:cs typeface="Courier New"/>
                        </a:rPr>
                        <a:t>same,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1435">
                        <a:lnSpc>
                          <a:spcPts val="1395"/>
                        </a:lnSpc>
                      </a:pPr>
                      <a:r>
                        <a:rPr dirty="0" sz="1350" b="1">
                          <a:solidFill>
                            <a:srgbClr val="909090"/>
                          </a:solidFill>
                          <a:latin typeface="Courier New"/>
                          <a:cs typeface="Courier New"/>
                        </a:rPr>
                        <a:t>naming</a:t>
                      </a:r>
                      <a:r>
                        <a:rPr dirty="0" sz="1350" spc="-60" b="1">
                          <a:solidFill>
                            <a:srgbClr val="90909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350" b="1">
                          <a:solidFill>
                            <a:srgbClr val="909090"/>
                          </a:solidFill>
                          <a:latin typeface="Courier New"/>
                          <a:cs typeface="Courier New"/>
                        </a:rPr>
                        <a:t>the</a:t>
                      </a:r>
                      <a:r>
                        <a:rPr dirty="0" sz="1350" spc="-55" b="1">
                          <a:solidFill>
                            <a:srgbClr val="90909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350" b="1">
                          <a:solidFill>
                            <a:srgbClr val="909090"/>
                          </a:solidFill>
                          <a:latin typeface="Courier New"/>
                          <a:cs typeface="Courier New"/>
                        </a:rPr>
                        <a:t>type</a:t>
                      </a:r>
                      <a:r>
                        <a:rPr dirty="0" sz="1350" spc="-60" b="1">
                          <a:solidFill>
                            <a:srgbClr val="90909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350" spc="-10" b="1">
                          <a:solidFill>
                            <a:srgbClr val="909090"/>
                          </a:solidFill>
                          <a:latin typeface="Courier New"/>
                          <a:cs typeface="Courier New"/>
                        </a:rPr>
                        <a:t>directly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199390">
                <a:tc>
                  <a:txBody>
                    <a:bodyPr/>
                    <a:lstStyle/>
                    <a:p>
                      <a:pPr algn="ctr" marR="12065">
                        <a:lnSpc>
                          <a:spcPts val="1440"/>
                        </a:lnSpc>
                      </a:pPr>
                      <a:r>
                        <a:rPr dirty="0" sz="1350" spc="-25" b="1">
                          <a:solidFill>
                            <a:srgbClr val="0000FF"/>
                          </a:solidFill>
                          <a:latin typeface="Courier New"/>
                          <a:cs typeface="Courier New"/>
                        </a:rPr>
                        <a:t>int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40"/>
                        </a:lnSpc>
                      </a:pPr>
                      <a:r>
                        <a:rPr dirty="0" sz="1350" spc="-25" b="1">
                          <a:solidFill>
                            <a:srgbClr val="000040"/>
                          </a:solidFill>
                          <a:latin typeface="Courier New"/>
                          <a:cs typeface="Courier New"/>
                        </a:rPr>
                        <a:t>*</a:t>
                      </a:r>
                      <a:r>
                        <a:rPr dirty="0" sz="1350" spc="-25" b="1">
                          <a:solidFill>
                            <a:srgbClr val="1A9988"/>
                          </a:solidFill>
                          <a:latin typeface="Courier New"/>
                          <a:cs typeface="Courier New"/>
                        </a:rPr>
                        <a:t>p3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40"/>
                        </a:lnSpc>
                      </a:pPr>
                      <a:r>
                        <a:rPr dirty="0" sz="1350" spc="-50" b="1">
                          <a:solidFill>
                            <a:srgbClr val="000080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1440"/>
                        </a:lnSpc>
                      </a:pPr>
                      <a:r>
                        <a:rPr dirty="0" sz="1350" b="1">
                          <a:solidFill>
                            <a:srgbClr val="1A9988"/>
                          </a:solidFill>
                          <a:latin typeface="Courier New"/>
                          <a:cs typeface="Courier New"/>
                        </a:rPr>
                        <a:t>malloc</a:t>
                      </a:r>
                      <a:r>
                        <a:rPr dirty="0" sz="1350" b="1">
                          <a:solidFill>
                            <a:srgbClr val="008000"/>
                          </a:solidFill>
                          <a:latin typeface="Courier New"/>
                          <a:cs typeface="Courier New"/>
                        </a:rPr>
                        <a:t>(</a:t>
                      </a:r>
                      <a:r>
                        <a:rPr dirty="0" sz="1350" b="1">
                          <a:solidFill>
                            <a:srgbClr val="000080"/>
                          </a:solidFill>
                          <a:latin typeface="Courier New"/>
                          <a:cs typeface="Courier New"/>
                        </a:rPr>
                        <a:t>4</a:t>
                      </a:r>
                      <a:r>
                        <a:rPr dirty="0" sz="1350" b="1">
                          <a:solidFill>
                            <a:srgbClr val="000040"/>
                          </a:solidFill>
                          <a:latin typeface="Courier New"/>
                          <a:cs typeface="Courier New"/>
                        </a:rPr>
                        <a:t>*</a:t>
                      </a:r>
                      <a:r>
                        <a:rPr dirty="0" sz="1350" b="1">
                          <a:solidFill>
                            <a:srgbClr val="0000FF"/>
                          </a:solidFill>
                          <a:latin typeface="Courier New"/>
                          <a:cs typeface="Courier New"/>
                        </a:rPr>
                        <a:t>sizeof</a:t>
                      </a:r>
                      <a:r>
                        <a:rPr dirty="0" sz="1350" spc="-175" b="1">
                          <a:solidFill>
                            <a:srgbClr val="0000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350" spc="-20" b="1">
                          <a:solidFill>
                            <a:srgbClr val="000040"/>
                          </a:solidFill>
                          <a:latin typeface="Courier New"/>
                          <a:cs typeface="Courier New"/>
                        </a:rPr>
                        <a:t>*</a:t>
                      </a:r>
                      <a:r>
                        <a:rPr dirty="0" sz="1350" spc="-20" b="1">
                          <a:solidFill>
                            <a:srgbClr val="1A9988"/>
                          </a:solidFill>
                          <a:latin typeface="Courier New"/>
                          <a:cs typeface="Courier New"/>
                        </a:rPr>
                        <a:t>p3</a:t>
                      </a:r>
                      <a:r>
                        <a:rPr dirty="0" sz="1350" spc="-20" b="1">
                          <a:solidFill>
                            <a:srgbClr val="008000"/>
                          </a:solidFill>
                          <a:latin typeface="Courier New"/>
                          <a:cs typeface="Courier New"/>
                        </a:rPr>
                        <a:t>)</a:t>
                      </a:r>
                      <a:r>
                        <a:rPr dirty="0" sz="1350" spc="-20" b="1">
                          <a:solidFill>
                            <a:srgbClr val="008080"/>
                          </a:solidFill>
                          <a:latin typeface="Courier New"/>
                          <a:cs typeface="Courier New"/>
                        </a:rPr>
                        <a:t>;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40"/>
                        </a:lnSpc>
                      </a:pPr>
                      <a:r>
                        <a:rPr dirty="0" sz="1350" spc="-25" b="1">
                          <a:solidFill>
                            <a:srgbClr val="909090"/>
                          </a:solidFill>
                          <a:latin typeface="Courier New"/>
                          <a:cs typeface="Courier New"/>
                        </a:rPr>
                        <a:t>//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40"/>
                        </a:lnSpc>
                      </a:pPr>
                      <a:r>
                        <a:rPr dirty="0" sz="1350" spc="-10" b="1">
                          <a:solidFill>
                            <a:srgbClr val="909090"/>
                          </a:solidFill>
                          <a:latin typeface="Courier New"/>
                          <a:cs typeface="Courier New"/>
                        </a:rPr>
                        <a:t>same,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1435">
                        <a:lnSpc>
                          <a:spcPts val="1440"/>
                        </a:lnSpc>
                      </a:pPr>
                      <a:r>
                        <a:rPr dirty="0" sz="1350" b="1">
                          <a:solidFill>
                            <a:srgbClr val="909090"/>
                          </a:solidFill>
                          <a:latin typeface="Courier New"/>
                          <a:cs typeface="Courier New"/>
                        </a:rPr>
                        <a:t>without</a:t>
                      </a:r>
                      <a:r>
                        <a:rPr dirty="0" sz="1350" spc="-85" b="1">
                          <a:solidFill>
                            <a:srgbClr val="90909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350" b="1">
                          <a:solidFill>
                            <a:srgbClr val="909090"/>
                          </a:solidFill>
                          <a:latin typeface="Courier New"/>
                          <a:cs typeface="Courier New"/>
                        </a:rPr>
                        <a:t>repeating</a:t>
                      </a:r>
                      <a:r>
                        <a:rPr dirty="0" sz="1350" spc="-85" b="1">
                          <a:solidFill>
                            <a:srgbClr val="90909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350" b="1">
                          <a:solidFill>
                            <a:srgbClr val="909090"/>
                          </a:solidFill>
                          <a:latin typeface="Courier New"/>
                          <a:cs typeface="Courier New"/>
                        </a:rPr>
                        <a:t>the</a:t>
                      </a:r>
                      <a:r>
                        <a:rPr dirty="0" sz="1350" spc="-80" b="1">
                          <a:solidFill>
                            <a:srgbClr val="90909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350" spc="-20" b="1">
                          <a:solidFill>
                            <a:srgbClr val="909090"/>
                          </a:solidFill>
                          <a:latin typeface="Courier New"/>
                          <a:cs typeface="Courier New"/>
                        </a:rPr>
                        <a:t>type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1435">
                        <a:lnSpc>
                          <a:spcPts val="1440"/>
                        </a:lnSpc>
                      </a:pPr>
                      <a:r>
                        <a:rPr dirty="0" sz="1350" spc="-20" b="1">
                          <a:solidFill>
                            <a:srgbClr val="909090"/>
                          </a:solidFill>
                          <a:latin typeface="Courier New"/>
                          <a:cs typeface="Courier New"/>
                        </a:rPr>
                        <a:t>name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7" name="object 7" descr=""/>
          <p:cNvSpPr txBox="1"/>
          <p:nvPr/>
        </p:nvSpPr>
        <p:spPr>
          <a:xfrm>
            <a:off x="491825" y="2490527"/>
            <a:ext cx="5375275" cy="22885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24180">
              <a:lnSpc>
                <a:spcPct val="100000"/>
              </a:lnSpc>
              <a:spcBef>
                <a:spcPts val="100"/>
              </a:spcBef>
            </a:pPr>
            <a:r>
              <a:rPr dirty="0" sz="1350" b="1">
                <a:solidFill>
                  <a:srgbClr val="0000DD"/>
                </a:solidFill>
                <a:latin typeface="Courier New"/>
                <a:cs typeface="Courier New"/>
              </a:rPr>
              <a:t>if</a:t>
            </a:r>
            <a:r>
              <a:rPr dirty="0" sz="1350" b="1">
                <a:solidFill>
                  <a:srgbClr val="008000"/>
                </a:solidFill>
                <a:latin typeface="Courier New"/>
                <a:cs typeface="Courier New"/>
              </a:rPr>
              <a:t>(</a:t>
            </a:r>
            <a:r>
              <a:rPr dirty="0" sz="1350" b="1">
                <a:solidFill>
                  <a:srgbClr val="1A9988"/>
                </a:solidFill>
                <a:latin typeface="Courier New"/>
                <a:cs typeface="Courier New"/>
              </a:rPr>
              <a:t>p1</a:t>
            </a:r>
            <a:r>
              <a:rPr dirty="0" sz="1350" b="1">
                <a:solidFill>
                  <a:srgbClr val="008000"/>
                </a:solidFill>
                <a:latin typeface="Courier New"/>
                <a:cs typeface="Courier New"/>
              </a:rPr>
              <a:t>)</a:t>
            </a:r>
            <a:r>
              <a:rPr dirty="0" sz="1350" spc="-60" b="1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dirty="0" sz="1350" spc="-50" b="1">
                <a:solidFill>
                  <a:srgbClr val="008000"/>
                </a:solidFill>
                <a:latin typeface="Courier New"/>
                <a:cs typeface="Courier New"/>
              </a:rPr>
              <a:t>{</a:t>
            </a:r>
            <a:endParaRPr sz="1350">
              <a:latin typeface="Courier New"/>
              <a:cs typeface="Courier New"/>
            </a:endParaRPr>
          </a:p>
          <a:p>
            <a:pPr marL="1247140" marR="5080" indent="-411480">
              <a:lnSpc>
                <a:spcPct val="100000"/>
              </a:lnSpc>
            </a:pPr>
            <a:r>
              <a:rPr dirty="0" sz="1350" b="1">
                <a:solidFill>
                  <a:srgbClr val="0000DD"/>
                </a:solidFill>
                <a:latin typeface="Courier New"/>
                <a:cs typeface="Courier New"/>
              </a:rPr>
              <a:t>for</a:t>
            </a:r>
            <a:r>
              <a:rPr dirty="0" sz="1350" b="1">
                <a:solidFill>
                  <a:srgbClr val="008000"/>
                </a:solidFill>
                <a:latin typeface="Courier New"/>
                <a:cs typeface="Courier New"/>
              </a:rPr>
              <a:t>(</a:t>
            </a:r>
            <a:r>
              <a:rPr dirty="0" sz="1350" b="1">
                <a:solidFill>
                  <a:srgbClr val="0000FF"/>
                </a:solidFill>
                <a:latin typeface="Courier New"/>
                <a:cs typeface="Courier New"/>
              </a:rPr>
              <a:t>int</a:t>
            </a:r>
            <a:r>
              <a:rPr dirty="0" sz="1350" spc="-60" b="1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dirty="0" sz="1350" b="1">
                <a:solidFill>
                  <a:srgbClr val="1A9988"/>
                </a:solidFill>
                <a:latin typeface="Courier New"/>
                <a:cs typeface="Courier New"/>
              </a:rPr>
              <a:t>n</a:t>
            </a:r>
            <a:r>
              <a:rPr dirty="0" sz="1350" b="1">
                <a:solidFill>
                  <a:srgbClr val="000080"/>
                </a:solidFill>
                <a:latin typeface="Courier New"/>
                <a:cs typeface="Courier New"/>
              </a:rPr>
              <a:t>=0</a:t>
            </a:r>
            <a:r>
              <a:rPr dirty="0" sz="1350" b="1">
                <a:solidFill>
                  <a:srgbClr val="008080"/>
                </a:solidFill>
                <a:latin typeface="Courier New"/>
                <a:cs typeface="Courier New"/>
              </a:rPr>
              <a:t>;</a:t>
            </a:r>
            <a:r>
              <a:rPr dirty="0" sz="1350" spc="-55" b="1">
                <a:solidFill>
                  <a:srgbClr val="008080"/>
                </a:solidFill>
                <a:latin typeface="Courier New"/>
                <a:cs typeface="Courier New"/>
              </a:rPr>
              <a:t> </a:t>
            </a:r>
            <a:r>
              <a:rPr dirty="0" sz="1350" b="1">
                <a:solidFill>
                  <a:srgbClr val="1A9988"/>
                </a:solidFill>
                <a:latin typeface="Courier New"/>
                <a:cs typeface="Courier New"/>
              </a:rPr>
              <a:t>n</a:t>
            </a:r>
            <a:r>
              <a:rPr dirty="0" sz="1350" b="1">
                <a:solidFill>
                  <a:srgbClr val="000080"/>
                </a:solidFill>
                <a:latin typeface="Courier New"/>
                <a:cs typeface="Courier New"/>
              </a:rPr>
              <a:t>&lt;4</a:t>
            </a:r>
            <a:r>
              <a:rPr dirty="0" sz="1350" b="1">
                <a:solidFill>
                  <a:srgbClr val="008080"/>
                </a:solidFill>
                <a:latin typeface="Courier New"/>
                <a:cs typeface="Courier New"/>
              </a:rPr>
              <a:t>;</a:t>
            </a:r>
            <a:r>
              <a:rPr dirty="0" sz="1350" spc="-50" b="1">
                <a:solidFill>
                  <a:srgbClr val="008080"/>
                </a:solidFill>
                <a:latin typeface="Courier New"/>
                <a:cs typeface="Courier New"/>
              </a:rPr>
              <a:t> </a:t>
            </a:r>
            <a:r>
              <a:rPr dirty="0" sz="1350" b="1">
                <a:solidFill>
                  <a:srgbClr val="000040"/>
                </a:solidFill>
                <a:latin typeface="Courier New"/>
                <a:cs typeface="Courier New"/>
              </a:rPr>
              <a:t>++</a:t>
            </a:r>
            <a:r>
              <a:rPr dirty="0" sz="1350" b="1">
                <a:solidFill>
                  <a:srgbClr val="1A9988"/>
                </a:solidFill>
                <a:latin typeface="Courier New"/>
                <a:cs typeface="Courier New"/>
              </a:rPr>
              <a:t>n</a:t>
            </a:r>
            <a:r>
              <a:rPr dirty="0" sz="1350" b="1">
                <a:solidFill>
                  <a:srgbClr val="008000"/>
                </a:solidFill>
                <a:latin typeface="Courier New"/>
                <a:cs typeface="Courier New"/>
              </a:rPr>
              <a:t>)</a:t>
            </a:r>
            <a:r>
              <a:rPr dirty="0" sz="1350" spc="-50" b="1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dirty="0" sz="1350" b="1">
                <a:solidFill>
                  <a:srgbClr val="909090"/>
                </a:solidFill>
                <a:latin typeface="Courier New"/>
                <a:cs typeface="Courier New"/>
              </a:rPr>
              <a:t>//</a:t>
            </a:r>
            <a:r>
              <a:rPr dirty="0" sz="1350" spc="-55" b="1">
                <a:solidFill>
                  <a:srgbClr val="909090"/>
                </a:solidFill>
                <a:latin typeface="Courier New"/>
                <a:cs typeface="Courier New"/>
              </a:rPr>
              <a:t> </a:t>
            </a:r>
            <a:r>
              <a:rPr dirty="0" sz="1350" b="1">
                <a:solidFill>
                  <a:srgbClr val="909090"/>
                </a:solidFill>
                <a:latin typeface="Courier New"/>
                <a:cs typeface="Courier New"/>
              </a:rPr>
              <a:t>populate</a:t>
            </a:r>
            <a:r>
              <a:rPr dirty="0" sz="1350" spc="-55" b="1">
                <a:solidFill>
                  <a:srgbClr val="909090"/>
                </a:solidFill>
                <a:latin typeface="Courier New"/>
                <a:cs typeface="Courier New"/>
              </a:rPr>
              <a:t> </a:t>
            </a:r>
            <a:r>
              <a:rPr dirty="0" sz="1350" b="1">
                <a:solidFill>
                  <a:srgbClr val="909090"/>
                </a:solidFill>
                <a:latin typeface="Courier New"/>
                <a:cs typeface="Courier New"/>
              </a:rPr>
              <a:t>the</a:t>
            </a:r>
            <a:r>
              <a:rPr dirty="0" sz="1350" spc="-50" b="1">
                <a:solidFill>
                  <a:srgbClr val="909090"/>
                </a:solidFill>
                <a:latin typeface="Courier New"/>
                <a:cs typeface="Courier New"/>
              </a:rPr>
              <a:t> </a:t>
            </a:r>
            <a:r>
              <a:rPr dirty="0" sz="1350" spc="-10" b="1">
                <a:solidFill>
                  <a:srgbClr val="909090"/>
                </a:solidFill>
                <a:latin typeface="Courier New"/>
                <a:cs typeface="Courier New"/>
              </a:rPr>
              <a:t>array </a:t>
            </a:r>
            <a:r>
              <a:rPr dirty="0" sz="1350" b="1">
                <a:solidFill>
                  <a:srgbClr val="1A9988"/>
                </a:solidFill>
                <a:latin typeface="Courier New"/>
                <a:cs typeface="Courier New"/>
              </a:rPr>
              <a:t>p1</a:t>
            </a:r>
            <a:r>
              <a:rPr dirty="0" sz="1350" b="1">
                <a:solidFill>
                  <a:srgbClr val="008000"/>
                </a:solidFill>
                <a:latin typeface="Courier New"/>
                <a:cs typeface="Courier New"/>
              </a:rPr>
              <a:t>[</a:t>
            </a:r>
            <a:r>
              <a:rPr dirty="0" sz="1350" b="1">
                <a:solidFill>
                  <a:srgbClr val="1A9988"/>
                </a:solidFill>
                <a:latin typeface="Courier New"/>
                <a:cs typeface="Courier New"/>
              </a:rPr>
              <a:t>n</a:t>
            </a:r>
            <a:r>
              <a:rPr dirty="0" sz="1350" b="1">
                <a:solidFill>
                  <a:srgbClr val="008000"/>
                </a:solidFill>
                <a:latin typeface="Courier New"/>
                <a:cs typeface="Courier New"/>
              </a:rPr>
              <a:t>]</a:t>
            </a:r>
            <a:r>
              <a:rPr dirty="0" sz="1350" spc="-30" b="1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dirty="0" sz="1350" b="1">
                <a:solidFill>
                  <a:srgbClr val="000080"/>
                </a:solidFill>
                <a:latin typeface="Courier New"/>
                <a:cs typeface="Courier New"/>
              </a:rPr>
              <a:t>=</a:t>
            </a:r>
            <a:r>
              <a:rPr dirty="0" sz="1350" spc="-30" b="1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dirty="0" sz="1350" spc="-20" b="1">
                <a:solidFill>
                  <a:srgbClr val="1A9988"/>
                </a:solidFill>
                <a:latin typeface="Courier New"/>
                <a:cs typeface="Courier New"/>
              </a:rPr>
              <a:t>n</a:t>
            </a:r>
            <a:r>
              <a:rPr dirty="0" sz="1350" spc="-20" b="1">
                <a:solidFill>
                  <a:srgbClr val="000040"/>
                </a:solidFill>
                <a:latin typeface="Courier New"/>
                <a:cs typeface="Courier New"/>
              </a:rPr>
              <a:t>*</a:t>
            </a:r>
            <a:r>
              <a:rPr dirty="0" sz="1350" spc="-20" b="1">
                <a:solidFill>
                  <a:srgbClr val="1A9988"/>
                </a:solidFill>
                <a:latin typeface="Courier New"/>
                <a:cs typeface="Courier New"/>
              </a:rPr>
              <a:t>n</a:t>
            </a:r>
            <a:r>
              <a:rPr dirty="0" sz="1350" spc="-20" b="1">
                <a:solidFill>
                  <a:srgbClr val="008080"/>
                </a:solidFill>
                <a:latin typeface="Courier New"/>
                <a:cs typeface="Courier New"/>
              </a:rPr>
              <a:t>;</a:t>
            </a:r>
            <a:endParaRPr sz="1350">
              <a:latin typeface="Courier New"/>
              <a:cs typeface="Courier New"/>
            </a:endParaRPr>
          </a:p>
          <a:p>
            <a:pPr marL="1247140" marR="107950" indent="-412115">
              <a:lnSpc>
                <a:spcPct val="100000"/>
              </a:lnSpc>
            </a:pPr>
            <a:r>
              <a:rPr dirty="0" sz="1350" b="1">
                <a:solidFill>
                  <a:srgbClr val="0000DD"/>
                </a:solidFill>
                <a:latin typeface="Courier New"/>
                <a:cs typeface="Courier New"/>
              </a:rPr>
              <a:t>for</a:t>
            </a:r>
            <a:r>
              <a:rPr dirty="0" sz="1350" b="1">
                <a:solidFill>
                  <a:srgbClr val="008000"/>
                </a:solidFill>
                <a:latin typeface="Courier New"/>
                <a:cs typeface="Courier New"/>
              </a:rPr>
              <a:t>(</a:t>
            </a:r>
            <a:r>
              <a:rPr dirty="0" sz="1350" b="1">
                <a:solidFill>
                  <a:srgbClr val="0000FF"/>
                </a:solidFill>
                <a:latin typeface="Courier New"/>
                <a:cs typeface="Courier New"/>
              </a:rPr>
              <a:t>int</a:t>
            </a:r>
            <a:r>
              <a:rPr dirty="0" sz="1350" spc="-55" b="1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dirty="0" sz="1350" b="1">
                <a:solidFill>
                  <a:srgbClr val="1A9988"/>
                </a:solidFill>
                <a:latin typeface="Courier New"/>
                <a:cs typeface="Courier New"/>
              </a:rPr>
              <a:t>n</a:t>
            </a:r>
            <a:r>
              <a:rPr dirty="0" sz="1350" b="1">
                <a:solidFill>
                  <a:srgbClr val="000080"/>
                </a:solidFill>
                <a:latin typeface="Courier New"/>
                <a:cs typeface="Courier New"/>
              </a:rPr>
              <a:t>=0</a:t>
            </a:r>
            <a:r>
              <a:rPr dirty="0" sz="1350" b="1">
                <a:solidFill>
                  <a:srgbClr val="008080"/>
                </a:solidFill>
                <a:latin typeface="Courier New"/>
                <a:cs typeface="Courier New"/>
              </a:rPr>
              <a:t>;</a:t>
            </a:r>
            <a:r>
              <a:rPr dirty="0" sz="1350" spc="-50" b="1">
                <a:solidFill>
                  <a:srgbClr val="008080"/>
                </a:solidFill>
                <a:latin typeface="Courier New"/>
                <a:cs typeface="Courier New"/>
              </a:rPr>
              <a:t> </a:t>
            </a:r>
            <a:r>
              <a:rPr dirty="0" sz="1350" b="1">
                <a:solidFill>
                  <a:srgbClr val="1A9988"/>
                </a:solidFill>
                <a:latin typeface="Courier New"/>
                <a:cs typeface="Courier New"/>
              </a:rPr>
              <a:t>n</a:t>
            </a:r>
            <a:r>
              <a:rPr dirty="0" sz="1350" b="1">
                <a:solidFill>
                  <a:srgbClr val="000080"/>
                </a:solidFill>
                <a:latin typeface="Courier New"/>
                <a:cs typeface="Courier New"/>
              </a:rPr>
              <a:t>&lt;4</a:t>
            </a:r>
            <a:r>
              <a:rPr dirty="0" sz="1350" b="1">
                <a:solidFill>
                  <a:srgbClr val="008080"/>
                </a:solidFill>
                <a:latin typeface="Courier New"/>
                <a:cs typeface="Courier New"/>
              </a:rPr>
              <a:t>;</a:t>
            </a:r>
            <a:r>
              <a:rPr dirty="0" sz="1350" spc="-40" b="1">
                <a:solidFill>
                  <a:srgbClr val="008080"/>
                </a:solidFill>
                <a:latin typeface="Courier New"/>
                <a:cs typeface="Courier New"/>
              </a:rPr>
              <a:t> </a:t>
            </a:r>
            <a:r>
              <a:rPr dirty="0" sz="1350" b="1">
                <a:solidFill>
                  <a:srgbClr val="000040"/>
                </a:solidFill>
                <a:latin typeface="Courier New"/>
                <a:cs typeface="Courier New"/>
              </a:rPr>
              <a:t>++</a:t>
            </a:r>
            <a:r>
              <a:rPr dirty="0" sz="1350" b="1">
                <a:solidFill>
                  <a:srgbClr val="1A9988"/>
                </a:solidFill>
                <a:latin typeface="Courier New"/>
                <a:cs typeface="Courier New"/>
              </a:rPr>
              <a:t>n</a:t>
            </a:r>
            <a:r>
              <a:rPr dirty="0" sz="1350" b="1">
                <a:solidFill>
                  <a:srgbClr val="008000"/>
                </a:solidFill>
                <a:latin typeface="Courier New"/>
                <a:cs typeface="Courier New"/>
              </a:rPr>
              <a:t>)</a:t>
            </a:r>
            <a:r>
              <a:rPr dirty="0" sz="1350" spc="-45" b="1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dirty="0" sz="1350" b="1">
                <a:solidFill>
                  <a:srgbClr val="909090"/>
                </a:solidFill>
                <a:latin typeface="Courier New"/>
                <a:cs typeface="Courier New"/>
              </a:rPr>
              <a:t>//</a:t>
            </a:r>
            <a:r>
              <a:rPr dirty="0" sz="1350" spc="-45" b="1">
                <a:solidFill>
                  <a:srgbClr val="909090"/>
                </a:solidFill>
                <a:latin typeface="Courier New"/>
                <a:cs typeface="Courier New"/>
              </a:rPr>
              <a:t> </a:t>
            </a:r>
            <a:r>
              <a:rPr dirty="0" sz="1350" b="1">
                <a:solidFill>
                  <a:srgbClr val="909090"/>
                </a:solidFill>
                <a:latin typeface="Courier New"/>
                <a:cs typeface="Courier New"/>
              </a:rPr>
              <a:t>print</a:t>
            </a:r>
            <a:r>
              <a:rPr dirty="0" sz="1350" spc="-50" b="1">
                <a:solidFill>
                  <a:srgbClr val="909090"/>
                </a:solidFill>
                <a:latin typeface="Courier New"/>
                <a:cs typeface="Courier New"/>
              </a:rPr>
              <a:t> </a:t>
            </a:r>
            <a:r>
              <a:rPr dirty="0" sz="1350" b="1">
                <a:solidFill>
                  <a:srgbClr val="909090"/>
                </a:solidFill>
                <a:latin typeface="Courier New"/>
                <a:cs typeface="Courier New"/>
              </a:rPr>
              <a:t>it</a:t>
            </a:r>
            <a:r>
              <a:rPr dirty="0" sz="1350" spc="-45" b="1">
                <a:solidFill>
                  <a:srgbClr val="909090"/>
                </a:solidFill>
                <a:latin typeface="Courier New"/>
                <a:cs typeface="Courier New"/>
              </a:rPr>
              <a:t> </a:t>
            </a:r>
            <a:r>
              <a:rPr dirty="0" sz="1350" b="1">
                <a:solidFill>
                  <a:srgbClr val="909090"/>
                </a:solidFill>
                <a:latin typeface="Courier New"/>
                <a:cs typeface="Courier New"/>
              </a:rPr>
              <a:t>back</a:t>
            </a:r>
            <a:r>
              <a:rPr dirty="0" sz="1350" spc="-45" b="1">
                <a:solidFill>
                  <a:srgbClr val="909090"/>
                </a:solidFill>
                <a:latin typeface="Courier New"/>
                <a:cs typeface="Courier New"/>
              </a:rPr>
              <a:t> </a:t>
            </a:r>
            <a:r>
              <a:rPr dirty="0" sz="1350" spc="-25" b="1">
                <a:solidFill>
                  <a:srgbClr val="909090"/>
                </a:solidFill>
                <a:latin typeface="Courier New"/>
                <a:cs typeface="Courier New"/>
              </a:rPr>
              <a:t>out </a:t>
            </a:r>
            <a:r>
              <a:rPr dirty="0" sz="1350" b="1">
                <a:solidFill>
                  <a:srgbClr val="003080"/>
                </a:solidFill>
                <a:latin typeface="Courier New"/>
                <a:cs typeface="Courier New"/>
                <a:hlinkClick r:id="rId2"/>
              </a:rPr>
              <a:t>printf</a:t>
            </a:r>
            <a:r>
              <a:rPr dirty="0" sz="1350" b="1">
                <a:solidFill>
                  <a:srgbClr val="008000"/>
                </a:solidFill>
                <a:latin typeface="Courier New"/>
                <a:cs typeface="Courier New"/>
              </a:rPr>
              <a:t>("p1[%d]</a:t>
            </a:r>
            <a:r>
              <a:rPr dirty="0" sz="1350" spc="-90" b="1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dirty="0" sz="1350" b="1">
                <a:solidFill>
                  <a:srgbClr val="008000"/>
                </a:solidFill>
                <a:latin typeface="Courier New"/>
                <a:cs typeface="Courier New"/>
              </a:rPr>
              <a:t>==</a:t>
            </a:r>
            <a:r>
              <a:rPr dirty="0" sz="1350" spc="-75" b="1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dirty="0" sz="1350" b="1">
                <a:solidFill>
                  <a:srgbClr val="008000"/>
                </a:solidFill>
                <a:latin typeface="Courier New"/>
                <a:cs typeface="Courier New"/>
              </a:rPr>
              <a:t>%d\n"</a:t>
            </a:r>
            <a:r>
              <a:rPr dirty="0" sz="1350" b="1">
                <a:solidFill>
                  <a:srgbClr val="1A9988"/>
                </a:solidFill>
                <a:latin typeface="Courier New"/>
                <a:cs typeface="Courier New"/>
              </a:rPr>
              <a:t>,</a:t>
            </a:r>
            <a:r>
              <a:rPr dirty="0" sz="1350" spc="-75" b="1">
                <a:solidFill>
                  <a:srgbClr val="1A9988"/>
                </a:solidFill>
                <a:latin typeface="Courier New"/>
                <a:cs typeface="Courier New"/>
              </a:rPr>
              <a:t> </a:t>
            </a:r>
            <a:r>
              <a:rPr dirty="0" sz="1350" b="1">
                <a:solidFill>
                  <a:srgbClr val="1A9988"/>
                </a:solidFill>
                <a:latin typeface="Courier New"/>
                <a:cs typeface="Courier New"/>
              </a:rPr>
              <a:t>n,</a:t>
            </a:r>
            <a:r>
              <a:rPr dirty="0" sz="1350" spc="-75" b="1">
                <a:solidFill>
                  <a:srgbClr val="1A9988"/>
                </a:solidFill>
                <a:latin typeface="Courier New"/>
                <a:cs typeface="Courier New"/>
              </a:rPr>
              <a:t> </a:t>
            </a:r>
            <a:r>
              <a:rPr dirty="0" sz="1350" spc="-10" b="1">
                <a:solidFill>
                  <a:srgbClr val="1A9988"/>
                </a:solidFill>
                <a:latin typeface="Courier New"/>
                <a:cs typeface="Courier New"/>
              </a:rPr>
              <a:t>p1</a:t>
            </a:r>
            <a:r>
              <a:rPr dirty="0" sz="1350" spc="-10" b="1">
                <a:solidFill>
                  <a:srgbClr val="008000"/>
                </a:solidFill>
                <a:latin typeface="Courier New"/>
                <a:cs typeface="Courier New"/>
              </a:rPr>
              <a:t>[</a:t>
            </a:r>
            <a:r>
              <a:rPr dirty="0" sz="1350" spc="-10" b="1">
                <a:solidFill>
                  <a:srgbClr val="1A9988"/>
                </a:solidFill>
                <a:latin typeface="Courier New"/>
                <a:cs typeface="Courier New"/>
              </a:rPr>
              <a:t>n</a:t>
            </a:r>
            <a:r>
              <a:rPr dirty="0" sz="1350" spc="-10" b="1">
                <a:solidFill>
                  <a:srgbClr val="008000"/>
                </a:solidFill>
                <a:latin typeface="Courier New"/>
                <a:cs typeface="Courier New"/>
              </a:rPr>
              <a:t>])</a:t>
            </a:r>
            <a:r>
              <a:rPr dirty="0" sz="1350" spc="-10" b="1">
                <a:solidFill>
                  <a:srgbClr val="008080"/>
                </a:solidFill>
                <a:latin typeface="Courier New"/>
                <a:cs typeface="Courier New"/>
              </a:rPr>
              <a:t>;</a:t>
            </a:r>
            <a:endParaRPr sz="1350">
              <a:latin typeface="Courier New"/>
              <a:cs typeface="Courier New"/>
            </a:endParaRPr>
          </a:p>
          <a:p>
            <a:pPr marL="424180">
              <a:lnSpc>
                <a:spcPct val="100000"/>
              </a:lnSpc>
            </a:pPr>
            <a:r>
              <a:rPr dirty="0" sz="1350" spc="-50" b="1">
                <a:solidFill>
                  <a:srgbClr val="008000"/>
                </a:solidFill>
                <a:latin typeface="Courier New"/>
                <a:cs typeface="Courier New"/>
              </a:rPr>
              <a:t>}</a:t>
            </a:r>
            <a:endParaRPr sz="13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350">
              <a:latin typeface="Courier New"/>
              <a:cs typeface="Courier New"/>
            </a:endParaRPr>
          </a:p>
          <a:p>
            <a:pPr marL="424180">
              <a:lnSpc>
                <a:spcPct val="100000"/>
              </a:lnSpc>
            </a:pPr>
            <a:r>
              <a:rPr dirty="0" sz="1350" spc="-10" b="1">
                <a:solidFill>
                  <a:srgbClr val="003080"/>
                </a:solidFill>
                <a:latin typeface="Courier New"/>
                <a:cs typeface="Courier New"/>
                <a:hlinkClick r:id="rId3"/>
              </a:rPr>
              <a:t>free</a:t>
            </a:r>
            <a:r>
              <a:rPr dirty="0" sz="1350" spc="-10" b="1">
                <a:solidFill>
                  <a:srgbClr val="008000"/>
                </a:solidFill>
                <a:latin typeface="Courier New"/>
                <a:cs typeface="Courier New"/>
              </a:rPr>
              <a:t>(</a:t>
            </a:r>
            <a:r>
              <a:rPr dirty="0" sz="1350" spc="-10" b="1">
                <a:solidFill>
                  <a:srgbClr val="1A9988"/>
                </a:solidFill>
                <a:latin typeface="Courier New"/>
                <a:cs typeface="Courier New"/>
              </a:rPr>
              <a:t>p1</a:t>
            </a:r>
            <a:r>
              <a:rPr dirty="0" sz="1350" spc="-10" b="1">
                <a:solidFill>
                  <a:srgbClr val="008000"/>
                </a:solidFill>
                <a:latin typeface="Courier New"/>
                <a:cs typeface="Courier New"/>
              </a:rPr>
              <a:t>)</a:t>
            </a:r>
            <a:r>
              <a:rPr dirty="0" sz="1350" spc="-10" b="1">
                <a:solidFill>
                  <a:srgbClr val="008080"/>
                </a:solidFill>
                <a:latin typeface="Courier New"/>
                <a:cs typeface="Courier New"/>
              </a:rPr>
              <a:t>;</a:t>
            </a:r>
            <a:endParaRPr sz="1350">
              <a:latin typeface="Courier New"/>
              <a:cs typeface="Courier New"/>
            </a:endParaRPr>
          </a:p>
          <a:p>
            <a:pPr marL="424180">
              <a:lnSpc>
                <a:spcPct val="100000"/>
              </a:lnSpc>
            </a:pPr>
            <a:r>
              <a:rPr dirty="0" sz="1350" spc="-10" b="1">
                <a:solidFill>
                  <a:srgbClr val="003080"/>
                </a:solidFill>
                <a:latin typeface="Courier New"/>
                <a:cs typeface="Courier New"/>
                <a:hlinkClick r:id="rId3"/>
              </a:rPr>
              <a:t>free</a:t>
            </a:r>
            <a:r>
              <a:rPr dirty="0" sz="1350" spc="-10" b="1">
                <a:solidFill>
                  <a:srgbClr val="008000"/>
                </a:solidFill>
                <a:latin typeface="Courier New"/>
                <a:cs typeface="Courier New"/>
              </a:rPr>
              <a:t>(</a:t>
            </a:r>
            <a:r>
              <a:rPr dirty="0" sz="1350" spc="-10" b="1">
                <a:solidFill>
                  <a:srgbClr val="1A9988"/>
                </a:solidFill>
                <a:latin typeface="Courier New"/>
                <a:cs typeface="Courier New"/>
              </a:rPr>
              <a:t>p2</a:t>
            </a:r>
            <a:r>
              <a:rPr dirty="0" sz="1350" spc="-10" b="1">
                <a:solidFill>
                  <a:srgbClr val="008000"/>
                </a:solidFill>
                <a:latin typeface="Courier New"/>
                <a:cs typeface="Courier New"/>
              </a:rPr>
              <a:t>)</a:t>
            </a:r>
            <a:r>
              <a:rPr dirty="0" sz="1350" spc="-10" b="1">
                <a:solidFill>
                  <a:srgbClr val="008080"/>
                </a:solidFill>
                <a:latin typeface="Courier New"/>
                <a:cs typeface="Courier New"/>
              </a:rPr>
              <a:t>;</a:t>
            </a:r>
            <a:endParaRPr sz="1350">
              <a:latin typeface="Courier New"/>
              <a:cs typeface="Courier New"/>
            </a:endParaRPr>
          </a:p>
          <a:p>
            <a:pPr marL="424180">
              <a:lnSpc>
                <a:spcPct val="100000"/>
              </a:lnSpc>
            </a:pPr>
            <a:r>
              <a:rPr dirty="0" sz="1350" spc="-10" b="1">
                <a:solidFill>
                  <a:srgbClr val="003080"/>
                </a:solidFill>
                <a:latin typeface="Courier New"/>
                <a:cs typeface="Courier New"/>
                <a:hlinkClick r:id="rId3"/>
              </a:rPr>
              <a:t>free</a:t>
            </a:r>
            <a:r>
              <a:rPr dirty="0" sz="1350" spc="-10" b="1">
                <a:solidFill>
                  <a:srgbClr val="008000"/>
                </a:solidFill>
                <a:latin typeface="Courier New"/>
                <a:cs typeface="Courier New"/>
              </a:rPr>
              <a:t>(</a:t>
            </a:r>
            <a:r>
              <a:rPr dirty="0" sz="1350" spc="-10" b="1">
                <a:solidFill>
                  <a:srgbClr val="1A9988"/>
                </a:solidFill>
                <a:latin typeface="Courier New"/>
                <a:cs typeface="Courier New"/>
              </a:rPr>
              <a:t>p3</a:t>
            </a:r>
            <a:r>
              <a:rPr dirty="0" sz="1350" spc="-10" b="1">
                <a:solidFill>
                  <a:srgbClr val="008000"/>
                </a:solidFill>
                <a:latin typeface="Courier New"/>
                <a:cs typeface="Courier New"/>
              </a:rPr>
              <a:t>)</a:t>
            </a:r>
            <a:r>
              <a:rPr dirty="0" sz="1350" spc="-10" b="1">
                <a:solidFill>
                  <a:srgbClr val="008080"/>
                </a:solidFill>
                <a:latin typeface="Courier New"/>
                <a:cs typeface="Courier New"/>
              </a:rPr>
              <a:t>;</a:t>
            </a:r>
            <a:endParaRPr sz="13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dirty="0" sz="1350" spc="-50" b="1">
                <a:solidFill>
                  <a:srgbClr val="008000"/>
                </a:solidFill>
                <a:latin typeface="Courier New"/>
                <a:cs typeface="Courier New"/>
              </a:rPr>
              <a:t>}</a:t>
            </a:r>
            <a:endParaRPr sz="135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491825" y="61137"/>
            <a:ext cx="1199515" cy="382270"/>
          </a:xfrm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50"/>
              <a:t>Ejemplo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321950" y="2070299"/>
            <a:ext cx="1367790" cy="1003300"/>
          </a:xfrm>
          <a:prstGeom prst="rect">
            <a:avLst/>
          </a:prstGeom>
          <a:solidFill>
            <a:srgbClr val="E9EDEE"/>
          </a:solidFill>
          <a:ln w="9525">
            <a:solidFill>
              <a:srgbClr val="1A1A1A"/>
            </a:solidFill>
          </a:ln>
        </p:spPr>
        <p:txBody>
          <a:bodyPr wrap="square" lIns="0" tIns="18478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455"/>
              </a:spcBef>
            </a:pPr>
            <a:endParaRPr sz="1400">
              <a:latin typeface="Times New Roman"/>
              <a:cs typeface="Times New Roman"/>
            </a:endParaRPr>
          </a:p>
          <a:p>
            <a:pPr marL="392430">
              <a:lnSpc>
                <a:spcPct val="100000"/>
              </a:lnSpc>
            </a:pPr>
            <a:r>
              <a:rPr dirty="0" sz="1400" spc="-10">
                <a:latin typeface="Arial MT"/>
                <a:cs typeface="Arial MT"/>
              </a:rPr>
              <a:t>Header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2689649" y="2070299"/>
            <a:ext cx="5675630" cy="1003300"/>
          </a:xfrm>
          <a:prstGeom prst="rect">
            <a:avLst/>
          </a:prstGeom>
          <a:solidFill>
            <a:srgbClr val="E9EDEE"/>
          </a:solidFill>
          <a:ln w="9524">
            <a:solidFill>
              <a:srgbClr val="1A1A1A"/>
            </a:solidFill>
          </a:ln>
        </p:spPr>
        <p:txBody>
          <a:bodyPr wrap="square" lIns="0" tIns="18478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455"/>
              </a:spcBef>
            </a:pPr>
            <a:endParaRPr sz="14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dirty="0" sz="1400">
                <a:latin typeface="Arial MT"/>
                <a:cs typeface="Arial MT"/>
              </a:rPr>
              <a:t>memoria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alocada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3423525" y="1028731"/>
            <a:ext cx="1945639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1A1A1A"/>
                </a:solidFill>
                <a:latin typeface="Courier New"/>
                <a:cs typeface="Courier New"/>
              </a:rPr>
              <a:t>ap</a:t>
            </a:r>
            <a:r>
              <a:rPr dirty="0" sz="1800" spc="-10" b="1">
                <a:solidFill>
                  <a:srgbClr val="1A1A1A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1A1A1A"/>
                </a:solidFill>
                <a:latin typeface="Courier New"/>
                <a:cs typeface="Courier New"/>
              </a:rPr>
              <a:t>=</a:t>
            </a:r>
            <a:r>
              <a:rPr dirty="0" sz="1800" spc="-5" b="1">
                <a:solidFill>
                  <a:srgbClr val="1A1A1A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1A1A1A"/>
                </a:solidFill>
                <a:latin typeface="Courier New"/>
                <a:cs typeface="Courier New"/>
              </a:rPr>
              <a:t>malloc(n)</a:t>
            </a:r>
            <a:endParaRPr sz="1800">
              <a:latin typeface="Courier New"/>
              <a:cs typeface="Courier New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2668527" y="3082411"/>
            <a:ext cx="41275" cy="278130"/>
            <a:chOff x="2668527" y="3082411"/>
            <a:chExt cx="41275" cy="278130"/>
          </a:xfrm>
        </p:grpSpPr>
        <p:sp>
          <p:nvSpPr>
            <p:cNvPr id="6" name="object 6" descr=""/>
            <p:cNvSpPr/>
            <p:nvPr/>
          </p:nvSpPr>
          <p:spPr>
            <a:xfrm>
              <a:off x="2686149" y="3130395"/>
              <a:ext cx="3175" cy="225425"/>
            </a:xfrm>
            <a:custGeom>
              <a:avLst/>
              <a:gdLst/>
              <a:ahLst/>
              <a:cxnLst/>
              <a:rect l="l" t="t" r="r" b="b"/>
              <a:pathLst>
                <a:path w="3175" h="225425">
                  <a:moveTo>
                    <a:pt x="0" y="225154"/>
                  </a:moveTo>
                  <a:lnTo>
                    <a:pt x="2871" y="0"/>
                  </a:lnTo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2673289" y="3087173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2" y="43422"/>
                  </a:moveTo>
                  <a:lnTo>
                    <a:pt x="0" y="43021"/>
                  </a:lnTo>
                  <a:lnTo>
                    <a:pt x="16282" y="0"/>
                  </a:lnTo>
                  <a:lnTo>
                    <a:pt x="31462" y="43422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2673289" y="3087173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2" y="43422"/>
                  </a:moveTo>
                  <a:lnTo>
                    <a:pt x="16282" y="0"/>
                  </a:lnTo>
                  <a:lnTo>
                    <a:pt x="0" y="43021"/>
                  </a:lnTo>
                  <a:lnTo>
                    <a:pt x="31462" y="43422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" name="object 9" descr=""/>
          <p:cNvGrpSpPr/>
          <p:nvPr/>
        </p:nvGrpSpPr>
        <p:grpSpPr>
          <a:xfrm>
            <a:off x="1300802" y="3082461"/>
            <a:ext cx="41275" cy="905510"/>
            <a:chOff x="1300802" y="3082461"/>
            <a:chExt cx="41275" cy="905510"/>
          </a:xfrm>
        </p:grpSpPr>
        <p:sp>
          <p:nvSpPr>
            <p:cNvPr id="10" name="object 10" descr=""/>
            <p:cNvSpPr/>
            <p:nvPr/>
          </p:nvSpPr>
          <p:spPr>
            <a:xfrm>
              <a:off x="1313424" y="3130447"/>
              <a:ext cx="8255" cy="852169"/>
            </a:xfrm>
            <a:custGeom>
              <a:avLst/>
              <a:gdLst/>
              <a:ahLst/>
              <a:cxnLst/>
              <a:rect l="l" t="t" r="r" b="b"/>
              <a:pathLst>
                <a:path w="8255" h="852170">
                  <a:moveTo>
                    <a:pt x="0" y="852152"/>
                  </a:moveTo>
                  <a:lnTo>
                    <a:pt x="7872" y="0"/>
                  </a:lnTo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1305564" y="3087223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4" y="43368"/>
                  </a:moveTo>
                  <a:lnTo>
                    <a:pt x="0" y="43078"/>
                  </a:lnTo>
                  <a:lnTo>
                    <a:pt x="16131" y="0"/>
                  </a:lnTo>
                  <a:lnTo>
                    <a:pt x="31464" y="43368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1305564" y="3087223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4" y="43368"/>
                  </a:moveTo>
                  <a:lnTo>
                    <a:pt x="16131" y="0"/>
                  </a:lnTo>
                  <a:lnTo>
                    <a:pt x="0" y="43078"/>
                  </a:lnTo>
                  <a:lnTo>
                    <a:pt x="31464" y="43368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"/>
          <p:cNvSpPr txBox="1"/>
          <p:nvPr/>
        </p:nvSpPr>
        <p:spPr>
          <a:xfrm>
            <a:off x="1213469" y="3310080"/>
            <a:ext cx="3043555" cy="98551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06045">
              <a:lnSpc>
                <a:spcPct val="100000"/>
              </a:lnSpc>
              <a:spcBef>
                <a:spcPts val="100"/>
              </a:spcBef>
            </a:pPr>
            <a:r>
              <a:rPr dirty="0" sz="1800" spc="-25" b="1">
                <a:solidFill>
                  <a:srgbClr val="1A1A1A"/>
                </a:solidFill>
                <a:latin typeface="Courier New"/>
                <a:cs typeface="Courier New"/>
              </a:rPr>
              <a:t>ap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195"/>
              </a:spcBef>
            </a:pP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800" b="1">
                <a:solidFill>
                  <a:srgbClr val="1A1A1A"/>
                </a:solidFill>
                <a:latin typeface="Courier New"/>
                <a:cs typeface="Courier New"/>
              </a:rPr>
              <a:t>bp</a:t>
            </a:r>
            <a:r>
              <a:rPr dirty="0" sz="1800" spc="-35" b="1">
                <a:solidFill>
                  <a:srgbClr val="1A1A1A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1A1A1A"/>
                </a:solidFill>
                <a:latin typeface="Courier New"/>
                <a:cs typeface="Courier New"/>
              </a:rPr>
              <a:t>=(Header</a:t>
            </a:r>
            <a:r>
              <a:rPr dirty="0" sz="1800" spc="-20" b="1">
                <a:solidFill>
                  <a:srgbClr val="1A1A1A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1A1A1A"/>
                </a:solidFill>
                <a:latin typeface="Courier New"/>
                <a:cs typeface="Courier New"/>
              </a:rPr>
              <a:t>*)addr</a:t>
            </a:r>
            <a:r>
              <a:rPr dirty="0" sz="1800" spc="-20" b="1">
                <a:solidFill>
                  <a:srgbClr val="1A1A1A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1A1A1A"/>
                </a:solidFill>
                <a:latin typeface="Courier New"/>
                <a:cs typeface="Courier New"/>
              </a:rPr>
              <a:t>-</a:t>
            </a:r>
            <a:r>
              <a:rPr dirty="0" sz="1800" spc="-20" b="1">
                <a:solidFill>
                  <a:srgbClr val="1A1A1A"/>
                </a:solidFill>
                <a:latin typeface="Courier New"/>
                <a:cs typeface="Courier New"/>
              </a:rPr>
              <a:t> </a:t>
            </a:r>
            <a:r>
              <a:rPr dirty="0" sz="1800" spc="-50" b="1">
                <a:solidFill>
                  <a:srgbClr val="1A1A1A"/>
                </a:solidFill>
                <a:latin typeface="Courier New"/>
                <a:cs typeface="Courier New"/>
              </a:rPr>
              <a:t>1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0650">
              <a:lnSpc>
                <a:spcPct val="100000"/>
              </a:lnSpc>
              <a:spcBef>
                <a:spcPts val="140"/>
              </a:spcBef>
            </a:pPr>
            <a:r>
              <a:rPr dirty="0"/>
              <a:t>Estructura</a:t>
            </a:r>
            <a:r>
              <a:rPr dirty="0" spc="295"/>
              <a:t> </a:t>
            </a:r>
            <a:r>
              <a:rPr dirty="0" spc="60"/>
              <a:t>Header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802475" y="1992032"/>
            <a:ext cx="4666615" cy="27641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740" marR="1285240" indent="-320675">
              <a:lnSpc>
                <a:spcPct val="142600"/>
              </a:lnSpc>
              <a:spcBef>
                <a:spcPts val="100"/>
              </a:spcBef>
            </a:pPr>
            <a:r>
              <a:rPr dirty="0" sz="2100" b="1">
                <a:solidFill>
                  <a:srgbClr val="0000FF"/>
                </a:solidFill>
                <a:latin typeface="Courier New"/>
                <a:cs typeface="Courier New"/>
              </a:rPr>
              <a:t>struct</a:t>
            </a:r>
            <a:r>
              <a:rPr dirty="0" sz="2100" spc="-105" b="1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dirty="0" sz="2100" b="1">
                <a:solidFill>
                  <a:srgbClr val="595959"/>
                </a:solidFill>
                <a:latin typeface="Courier New"/>
                <a:cs typeface="Courier New"/>
              </a:rPr>
              <a:t>header</a:t>
            </a:r>
            <a:r>
              <a:rPr dirty="0" sz="2100" spc="-105" b="1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2100" spc="-50" b="1">
                <a:solidFill>
                  <a:srgbClr val="595959"/>
                </a:solidFill>
                <a:latin typeface="Courier New"/>
                <a:cs typeface="Courier New"/>
              </a:rPr>
              <a:t>{ </a:t>
            </a:r>
            <a:r>
              <a:rPr dirty="0" sz="2100" b="1">
                <a:solidFill>
                  <a:srgbClr val="0000FF"/>
                </a:solidFill>
                <a:latin typeface="Courier New"/>
                <a:cs typeface="Courier New"/>
              </a:rPr>
              <a:t>struct</a:t>
            </a:r>
            <a:r>
              <a:rPr dirty="0" sz="2100" spc="-105" b="1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dirty="0" sz="2100" b="1">
                <a:solidFill>
                  <a:srgbClr val="595959"/>
                </a:solidFill>
                <a:latin typeface="Courier New"/>
                <a:cs typeface="Courier New"/>
              </a:rPr>
              <a:t>header</a:t>
            </a:r>
            <a:r>
              <a:rPr dirty="0" sz="2100" spc="-105" b="1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2100" spc="-10" b="1">
                <a:solidFill>
                  <a:srgbClr val="595959"/>
                </a:solidFill>
                <a:latin typeface="Courier New"/>
                <a:cs typeface="Courier New"/>
              </a:rPr>
              <a:t>*ptr; </a:t>
            </a:r>
            <a:r>
              <a:rPr dirty="0" sz="2100" b="1">
                <a:solidFill>
                  <a:srgbClr val="0000FF"/>
                </a:solidFill>
                <a:latin typeface="Courier New"/>
                <a:cs typeface="Courier New"/>
              </a:rPr>
              <a:t>unsigned</a:t>
            </a:r>
            <a:r>
              <a:rPr dirty="0" sz="2100" spc="-100" b="1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dirty="0" sz="2100" b="1">
                <a:solidFill>
                  <a:srgbClr val="0000FF"/>
                </a:solidFill>
                <a:latin typeface="Courier New"/>
                <a:cs typeface="Courier New"/>
              </a:rPr>
              <a:t>int</a:t>
            </a:r>
            <a:r>
              <a:rPr dirty="0" sz="2100" spc="-90" b="1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dirty="0" sz="2100" spc="-10" b="1">
                <a:solidFill>
                  <a:srgbClr val="595959"/>
                </a:solidFill>
                <a:latin typeface="Courier New"/>
                <a:cs typeface="Courier New"/>
              </a:rPr>
              <a:t>size;</a:t>
            </a:r>
            <a:endParaRPr sz="21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075"/>
              </a:spcBef>
            </a:pPr>
            <a:r>
              <a:rPr dirty="0" sz="2100" spc="-25" b="1">
                <a:solidFill>
                  <a:srgbClr val="595959"/>
                </a:solidFill>
                <a:latin typeface="Courier New"/>
                <a:cs typeface="Courier New"/>
              </a:rPr>
              <a:t>};</a:t>
            </a:r>
            <a:endParaRPr sz="21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285"/>
              </a:spcBef>
            </a:pPr>
            <a:endParaRPr sz="21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dirty="0" sz="2100" b="1">
                <a:solidFill>
                  <a:srgbClr val="0000FF"/>
                </a:solidFill>
                <a:latin typeface="Courier New"/>
                <a:cs typeface="Courier New"/>
              </a:rPr>
              <a:t>typedef</a:t>
            </a:r>
            <a:r>
              <a:rPr dirty="0" sz="2100" spc="-114" b="1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dirty="0" sz="2100" b="1">
                <a:solidFill>
                  <a:srgbClr val="0000FF"/>
                </a:solidFill>
                <a:latin typeface="Courier New"/>
                <a:cs typeface="Courier New"/>
              </a:rPr>
              <a:t>struct</a:t>
            </a:r>
            <a:r>
              <a:rPr dirty="0" sz="2100" spc="-105" b="1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dirty="0" sz="2100" b="1">
                <a:solidFill>
                  <a:srgbClr val="595959"/>
                </a:solidFill>
                <a:latin typeface="Courier New"/>
                <a:cs typeface="Courier New"/>
              </a:rPr>
              <a:t>header</a:t>
            </a:r>
            <a:r>
              <a:rPr dirty="0" sz="2100" spc="-110" b="1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2100" spc="-10" b="1">
                <a:solidFill>
                  <a:srgbClr val="595959"/>
                </a:solidFill>
                <a:latin typeface="Courier New"/>
                <a:cs typeface="Courier New"/>
              </a:rPr>
              <a:t>Header;</a:t>
            </a:r>
            <a:endParaRPr sz="21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301012" y="2018337"/>
            <a:ext cx="6000750" cy="584200"/>
            <a:chOff x="1301012" y="2018337"/>
            <a:chExt cx="6000750" cy="584200"/>
          </a:xfrm>
        </p:grpSpPr>
        <p:sp>
          <p:nvSpPr>
            <p:cNvPr id="3" name="object 3" descr=""/>
            <p:cNvSpPr/>
            <p:nvPr/>
          </p:nvSpPr>
          <p:spPr>
            <a:xfrm>
              <a:off x="1305774" y="2359124"/>
              <a:ext cx="1762125" cy="238125"/>
            </a:xfrm>
            <a:custGeom>
              <a:avLst/>
              <a:gdLst/>
              <a:ahLst/>
              <a:cxnLst/>
              <a:rect l="l" t="t" r="r" b="b"/>
              <a:pathLst>
                <a:path w="1762125" h="238125">
                  <a:moveTo>
                    <a:pt x="0" y="238124"/>
                  </a:moveTo>
                  <a:lnTo>
                    <a:pt x="28663" y="184944"/>
                  </a:lnTo>
                  <a:lnTo>
                    <a:pt x="76828" y="150677"/>
                  </a:lnTo>
                  <a:lnTo>
                    <a:pt x="145107" y="118196"/>
                  </a:lnTo>
                  <a:lnTo>
                    <a:pt x="185951" y="102848"/>
                  </a:lnTo>
                  <a:lnTo>
                    <a:pt x="230819" y="88215"/>
                  </a:lnTo>
                  <a:lnTo>
                    <a:pt x="279374" y="74385"/>
                  </a:lnTo>
                  <a:lnTo>
                    <a:pt x="331282" y="61450"/>
                  </a:lnTo>
                  <a:lnTo>
                    <a:pt x="386207" y="49497"/>
                  </a:lnTo>
                  <a:lnTo>
                    <a:pt x="443815" y="38617"/>
                  </a:lnTo>
                  <a:lnTo>
                    <a:pt x="503768" y="28899"/>
                  </a:lnTo>
                  <a:lnTo>
                    <a:pt x="565734" y="20432"/>
                  </a:lnTo>
                  <a:lnTo>
                    <a:pt x="629375" y="13306"/>
                  </a:lnTo>
                  <a:lnTo>
                    <a:pt x="694358" y="7610"/>
                  </a:lnTo>
                  <a:lnTo>
                    <a:pt x="760346" y="3434"/>
                  </a:lnTo>
                  <a:lnTo>
                    <a:pt x="827005" y="867"/>
                  </a:lnTo>
                  <a:lnTo>
                    <a:pt x="893999" y="0"/>
                  </a:lnTo>
                  <a:lnTo>
                    <a:pt x="949842" y="621"/>
                  </a:lnTo>
                  <a:lnTo>
                    <a:pt x="1005491" y="2433"/>
                  </a:lnTo>
                  <a:lnTo>
                    <a:pt x="1060751" y="5383"/>
                  </a:lnTo>
                  <a:lnTo>
                    <a:pt x="1115430" y="9420"/>
                  </a:lnTo>
                  <a:lnTo>
                    <a:pt x="1169333" y="14492"/>
                  </a:lnTo>
                  <a:lnTo>
                    <a:pt x="1222265" y="20547"/>
                  </a:lnTo>
                  <a:lnTo>
                    <a:pt x="1274034" y="27533"/>
                  </a:lnTo>
                  <a:lnTo>
                    <a:pt x="1324444" y="35400"/>
                  </a:lnTo>
                  <a:lnTo>
                    <a:pt x="1373302" y="44094"/>
                  </a:lnTo>
                  <a:lnTo>
                    <a:pt x="1420414" y="53565"/>
                  </a:lnTo>
                  <a:lnTo>
                    <a:pt x="1465587" y="63761"/>
                  </a:lnTo>
                  <a:lnTo>
                    <a:pt x="1508624" y="74629"/>
                  </a:lnTo>
                  <a:lnTo>
                    <a:pt x="1568756" y="92081"/>
                  </a:lnTo>
                  <a:lnTo>
                    <a:pt x="1622994" y="110756"/>
                  </a:lnTo>
                  <a:lnTo>
                    <a:pt x="1670684" y="130480"/>
                  </a:lnTo>
                  <a:lnTo>
                    <a:pt x="1711171" y="151078"/>
                  </a:lnTo>
                  <a:lnTo>
                    <a:pt x="1743801" y="172376"/>
                  </a:lnTo>
                  <a:lnTo>
                    <a:pt x="1756965" y="183233"/>
                  </a:lnTo>
                  <a:lnTo>
                    <a:pt x="1757971" y="184143"/>
                  </a:lnTo>
                  <a:lnTo>
                    <a:pt x="1758954" y="185054"/>
                  </a:lnTo>
                  <a:lnTo>
                    <a:pt x="1759914" y="185965"/>
                  </a:lnTo>
                  <a:lnTo>
                    <a:pt x="1761887" y="187889"/>
                  </a:lnTo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3053668" y="2539825"/>
              <a:ext cx="34290" cy="45720"/>
            </a:xfrm>
            <a:custGeom>
              <a:avLst/>
              <a:gdLst/>
              <a:ahLst/>
              <a:cxnLst/>
              <a:rect l="l" t="t" r="r" b="b"/>
              <a:pathLst>
                <a:path w="34289" h="45719">
                  <a:moveTo>
                    <a:pt x="33744" y="45638"/>
                  </a:moveTo>
                  <a:lnTo>
                    <a:pt x="0" y="14376"/>
                  </a:lnTo>
                  <a:lnTo>
                    <a:pt x="27988" y="0"/>
                  </a:lnTo>
                  <a:lnTo>
                    <a:pt x="33744" y="45638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3053668" y="2539825"/>
              <a:ext cx="34290" cy="45720"/>
            </a:xfrm>
            <a:custGeom>
              <a:avLst/>
              <a:gdLst/>
              <a:ahLst/>
              <a:cxnLst/>
              <a:rect l="l" t="t" r="r" b="b"/>
              <a:pathLst>
                <a:path w="34289" h="45719">
                  <a:moveTo>
                    <a:pt x="0" y="14376"/>
                  </a:moveTo>
                  <a:lnTo>
                    <a:pt x="33744" y="45638"/>
                  </a:lnTo>
                  <a:lnTo>
                    <a:pt x="27988" y="0"/>
                  </a:lnTo>
                  <a:lnTo>
                    <a:pt x="0" y="14376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3093774" y="2359124"/>
              <a:ext cx="1571625" cy="238125"/>
            </a:xfrm>
            <a:custGeom>
              <a:avLst/>
              <a:gdLst/>
              <a:ahLst/>
              <a:cxnLst/>
              <a:rect l="l" t="t" r="r" b="b"/>
              <a:pathLst>
                <a:path w="1571625" h="238125">
                  <a:moveTo>
                    <a:pt x="0" y="238124"/>
                  </a:moveTo>
                  <a:lnTo>
                    <a:pt x="14225" y="198598"/>
                  </a:lnTo>
                  <a:lnTo>
                    <a:pt x="54711" y="160047"/>
                  </a:lnTo>
                  <a:lnTo>
                    <a:pt x="118177" y="123455"/>
                  </a:lnTo>
                  <a:lnTo>
                    <a:pt x="157501" y="106200"/>
                  </a:lnTo>
                  <a:lnTo>
                    <a:pt x="201339" y="89802"/>
                  </a:lnTo>
                  <a:lnTo>
                    <a:pt x="249281" y="74385"/>
                  </a:lnTo>
                  <a:lnTo>
                    <a:pt x="300915" y="60072"/>
                  </a:lnTo>
                  <a:lnTo>
                    <a:pt x="355832" y="46983"/>
                  </a:lnTo>
                  <a:lnTo>
                    <a:pt x="413622" y="35244"/>
                  </a:lnTo>
                  <a:lnTo>
                    <a:pt x="473873" y="24976"/>
                  </a:lnTo>
                  <a:lnTo>
                    <a:pt x="536176" y="16302"/>
                  </a:lnTo>
                  <a:lnTo>
                    <a:pt x="600121" y="9344"/>
                  </a:lnTo>
                  <a:lnTo>
                    <a:pt x="665297" y="4226"/>
                  </a:lnTo>
                  <a:lnTo>
                    <a:pt x="731293" y="1070"/>
                  </a:lnTo>
                  <a:lnTo>
                    <a:pt x="797699" y="0"/>
                  </a:lnTo>
                  <a:lnTo>
                    <a:pt x="852051" y="737"/>
                  </a:lnTo>
                  <a:lnTo>
                    <a:pt x="906177" y="2886"/>
                  </a:lnTo>
                  <a:lnTo>
                    <a:pt x="959854" y="6378"/>
                  </a:lnTo>
                  <a:lnTo>
                    <a:pt x="1012857" y="11147"/>
                  </a:lnTo>
                  <a:lnTo>
                    <a:pt x="1064960" y="17125"/>
                  </a:lnTo>
                  <a:lnTo>
                    <a:pt x="1115940" y="24245"/>
                  </a:lnTo>
                  <a:lnTo>
                    <a:pt x="1165572" y="32440"/>
                  </a:lnTo>
                  <a:lnTo>
                    <a:pt x="1213630" y="41644"/>
                  </a:lnTo>
                  <a:lnTo>
                    <a:pt x="1259891" y="51788"/>
                  </a:lnTo>
                  <a:lnTo>
                    <a:pt x="1304128" y="62805"/>
                  </a:lnTo>
                  <a:lnTo>
                    <a:pt x="1346118" y="74629"/>
                  </a:lnTo>
                  <a:lnTo>
                    <a:pt x="1399772" y="92081"/>
                  </a:lnTo>
                  <a:lnTo>
                    <a:pt x="1448168" y="110756"/>
                  </a:lnTo>
                  <a:lnTo>
                    <a:pt x="1490721" y="130480"/>
                  </a:lnTo>
                  <a:lnTo>
                    <a:pt x="1526847" y="151078"/>
                  </a:lnTo>
                  <a:lnTo>
                    <a:pt x="1560198" y="175975"/>
                  </a:lnTo>
                  <a:lnTo>
                    <a:pt x="1567708" y="183233"/>
                  </a:lnTo>
                  <a:lnTo>
                    <a:pt x="1568606" y="184143"/>
                  </a:lnTo>
                  <a:lnTo>
                    <a:pt x="1569483" y="185054"/>
                  </a:lnTo>
                  <a:lnTo>
                    <a:pt x="1570340" y="185965"/>
                  </a:lnTo>
                  <a:lnTo>
                    <a:pt x="1571229" y="186937"/>
                  </a:lnTo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4650747" y="2539408"/>
              <a:ext cx="33020" cy="46355"/>
            </a:xfrm>
            <a:custGeom>
              <a:avLst/>
              <a:gdLst/>
              <a:ahLst/>
              <a:cxnLst/>
              <a:rect l="l" t="t" r="r" b="b"/>
              <a:pathLst>
                <a:path w="33020" h="46355">
                  <a:moveTo>
                    <a:pt x="32537" y="45822"/>
                  </a:moveTo>
                  <a:lnTo>
                    <a:pt x="0" y="13307"/>
                  </a:lnTo>
                  <a:lnTo>
                    <a:pt x="28512" y="0"/>
                  </a:lnTo>
                  <a:lnTo>
                    <a:pt x="32537" y="45822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4650747" y="2539408"/>
              <a:ext cx="33020" cy="46355"/>
            </a:xfrm>
            <a:custGeom>
              <a:avLst/>
              <a:gdLst/>
              <a:ahLst/>
              <a:cxnLst/>
              <a:rect l="l" t="t" r="r" b="b"/>
              <a:pathLst>
                <a:path w="33020" h="46355">
                  <a:moveTo>
                    <a:pt x="0" y="13307"/>
                  </a:moveTo>
                  <a:lnTo>
                    <a:pt x="32537" y="45822"/>
                  </a:lnTo>
                  <a:lnTo>
                    <a:pt x="28512" y="0"/>
                  </a:lnTo>
                  <a:lnTo>
                    <a:pt x="0" y="13307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4689025" y="2359124"/>
              <a:ext cx="2575560" cy="238125"/>
            </a:xfrm>
            <a:custGeom>
              <a:avLst/>
              <a:gdLst/>
              <a:ahLst/>
              <a:cxnLst/>
              <a:rect l="l" t="t" r="r" b="b"/>
              <a:pathLst>
                <a:path w="2575559" h="238125">
                  <a:moveTo>
                    <a:pt x="0" y="238124"/>
                  </a:moveTo>
                  <a:lnTo>
                    <a:pt x="21651" y="199999"/>
                  </a:lnTo>
                  <a:lnTo>
                    <a:pt x="58657" y="175013"/>
                  </a:lnTo>
                  <a:lnTo>
                    <a:pt x="112058" y="150677"/>
                  </a:lnTo>
                  <a:lnTo>
                    <a:pt x="180427" y="127252"/>
                  </a:lnTo>
                  <a:lnTo>
                    <a:pt x="219780" y="115963"/>
                  </a:lnTo>
                  <a:lnTo>
                    <a:pt x="262340" y="104999"/>
                  </a:lnTo>
                  <a:lnTo>
                    <a:pt x="307929" y="94393"/>
                  </a:lnTo>
                  <a:lnTo>
                    <a:pt x="356370" y="84177"/>
                  </a:lnTo>
                  <a:lnTo>
                    <a:pt x="407484" y="74385"/>
                  </a:lnTo>
                  <a:lnTo>
                    <a:pt x="461092" y="65049"/>
                  </a:lnTo>
                  <a:lnTo>
                    <a:pt x="517018" y="56202"/>
                  </a:lnTo>
                  <a:lnTo>
                    <a:pt x="575081" y="47875"/>
                  </a:lnTo>
                  <a:lnTo>
                    <a:pt x="635105" y="40102"/>
                  </a:lnTo>
                  <a:lnTo>
                    <a:pt x="696911" y="32916"/>
                  </a:lnTo>
                  <a:lnTo>
                    <a:pt x="760320" y="26348"/>
                  </a:lnTo>
                  <a:lnTo>
                    <a:pt x="825155" y="20432"/>
                  </a:lnTo>
                  <a:lnTo>
                    <a:pt x="891238" y="15200"/>
                  </a:lnTo>
                  <a:lnTo>
                    <a:pt x="958390" y="10684"/>
                  </a:lnTo>
                  <a:lnTo>
                    <a:pt x="1026432" y="6918"/>
                  </a:lnTo>
                  <a:lnTo>
                    <a:pt x="1095188" y="3934"/>
                  </a:lnTo>
                  <a:lnTo>
                    <a:pt x="1164478" y="1765"/>
                  </a:lnTo>
                  <a:lnTo>
                    <a:pt x="1234125" y="442"/>
                  </a:lnTo>
                  <a:lnTo>
                    <a:pt x="1303949" y="0"/>
                  </a:lnTo>
                  <a:lnTo>
                    <a:pt x="1358267" y="279"/>
                  </a:lnTo>
                  <a:lnTo>
                    <a:pt x="1412500" y="1095"/>
                  </a:lnTo>
                  <a:lnTo>
                    <a:pt x="1466566" y="2433"/>
                  </a:lnTo>
                  <a:lnTo>
                    <a:pt x="1520380" y="4276"/>
                  </a:lnTo>
                  <a:lnTo>
                    <a:pt x="1573859" y="6610"/>
                  </a:lnTo>
                  <a:lnTo>
                    <a:pt x="1626919" y="9420"/>
                  </a:lnTo>
                  <a:lnTo>
                    <a:pt x="1679475" y="12689"/>
                  </a:lnTo>
                  <a:lnTo>
                    <a:pt x="1731445" y="16403"/>
                  </a:lnTo>
                  <a:lnTo>
                    <a:pt x="1782744" y="20547"/>
                  </a:lnTo>
                  <a:lnTo>
                    <a:pt x="1833288" y="25104"/>
                  </a:lnTo>
                  <a:lnTo>
                    <a:pt x="1882994" y="30060"/>
                  </a:lnTo>
                  <a:lnTo>
                    <a:pt x="1931777" y="35400"/>
                  </a:lnTo>
                  <a:lnTo>
                    <a:pt x="1979555" y="41107"/>
                  </a:lnTo>
                  <a:lnTo>
                    <a:pt x="2026242" y="47167"/>
                  </a:lnTo>
                  <a:lnTo>
                    <a:pt x="2071756" y="53565"/>
                  </a:lnTo>
                  <a:lnTo>
                    <a:pt x="2116012" y="60285"/>
                  </a:lnTo>
                  <a:lnTo>
                    <a:pt x="2158926" y="67311"/>
                  </a:lnTo>
                  <a:lnTo>
                    <a:pt x="2200415" y="74629"/>
                  </a:lnTo>
                  <a:lnTo>
                    <a:pt x="2259793" y="86119"/>
                  </a:lnTo>
                  <a:lnTo>
                    <a:pt x="2315492" y="98179"/>
                  </a:lnTo>
                  <a:lnTo>
                    <a:pt x="2367229" y="110756"/>
                  </a:lnTo>
                  <a:lnTo>
                    <a:pt x="2414722" y="123800"/>
                  </a:lnTo>
                  <a:lnTo>
                    <a:pt x="2457687" y="137258"/>
                  </a:lnTo>
                  <a:lnTo>
                    <a:pt x="2495842" y="151078"/>
                  </a:lnTo>
                  <a:lnTo>
                    <a:pt x="2532663" y="166996"/>
                  </a:lnTo>
                  <a:lnTo>
                    <a:pt x="2568369" y="186876"/>
                  </a:lnTo>
                  <a:lnTo>
                    <a:pt x="2571033" y="188704"/>
                  </a:lnTo>
                  <a:lnTo>
                    <a:pt x="2572365" y="189618"/>
                  </a:lnTo>
                  <a:lnTo>
                    <a:pt x="2573663" y="190533"/>
                  </a:lnTo>
                  <a:lnTo>
                    <a:pt x="2574926" y="191449"/>
                  </a:lnTo>
                  <a:lnTo>
                    <a:pt x="2575338" y="191757"/>
                  </a:lnTo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7251434" y="2541919"/>
              <a:ext cx="38100" cy="45085"/>
            </a:xfrm>
            <a:custGeom>
              <a:avLst/>
              <a:gdLst/>
              <a:ahLst/>
              <a:cxnLst/>
              <a:rect l="l" t="t" r="r" b="b"/>
              <a:pathLst>
                <a:path w="38100" h="45085">
                  <a:moveTo>
                    <a:pt x="37556" y="44487"/>
                  </a:moveTo>
                  <a:lnTo>
                    <a:pt x="0" y="17927"/>
                  </a:lnTo>
                  <a:lnTo>
                    <a:pt x="25858" y="0"/>
                  </a:lnTo>
                  <a:lnTo>
                    <a:pt x="37556" y="44487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7251434" y="2541919"/>
              <a:ext cx="38100" cy="45085"/>
            </a:xfrm>
            <a:custGeom>
              <a:avLst/>
              <a:gdLst/>
              <a:ahLst/>
              <a:cxnLst/>
              <a:rect l="l" t="t" r="r" b="b"/>
              <a:pathLst>
                <a:path w="38100" h="45085">
                  <a:moveTo>
                    <a:pt x="0" y="17927"/>
                  </a:moveTo>
                  <a:lnTo>
                    <a:pt x="37556" y="44487"/>
                  </a:lnTo>
                  <a:lnTo>
                    <a:pt x="25858" y="0"/>
                  </a:lnTo>
                  <a:lnTo>
                    <a:pt x="0" y="17927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1323335" y="2023099"/>
              <a:ext cx="5973445" cy="574675"/>
            </a:xfrm>
            <a:custGeom>
              <a:avLst/>
              <a:gdLst/>
              <a:ahLst/>
              <a:cxnLst/>
              <a:rect l="l" t="t" r="r" b="b"/>
              <a:pathLst>
                <a:path w="5973445" h="574675">
                  <a:moveTo>
                    <a:pt x="5973439" y="574149"/>
                  </a:moveTo>
                  <a:lnTo>
                    <a:pt x="5964015" y="534428"/>
                  </a:lnTo>
                  <a:lnTo>
                    <a:pt x="5936331" y="494876"/>
                  </a:lnTo>
                  <a:lnTo>
                    <a:pt x="5908168" y="468685"/>
                  </a:lnTo>
                  <a:lnTo>
                    <a:pt x="5872544" y="442694"/>
                  </a:lnTo>
                  <a:lnTo>
                    <a:pt x="5829720" y="416954"/>
                  </a:lnTo>
                  <a:lnTo>
                    <a:pt x="5779960" y="391515"/>
                  </a:lnTo>
                  <a:lnTo>
                    <a:pt x="5723524" y="366427"/>
                  </a:lnTo>
                  <a:lnTo>
                    <a:pt x="5660674" y="341740"/>
                  </a:lnTo>
                  <a:lnTo>
                    <a:pt x="5591673" y="317505"/>
                  </a:lnTo>
                  <a:lnTo>
                    <a:pt x="5554947" y="305573"/>
                  </a:lnTo>
                  <a:lnTo>
                    <a:pt x="5516781" y="293772"/>
                  </a:lnTo>
                  <a:lnTo>
                    <a:pt x="5477209" y="282109"/>
                  </a:lnTo>
                  <a:lnTo>
                    <a:pt x="5436261" y="270590"/>
                  </a:lnTo>
                  <a:lnTo>
                    <a:pt x="5393973" y="259222"/>
                  </a:lnTo>
                  <a:lnTo>
                    <a:pt x="5350375" y="248011"/>
                  </a:lnTo>
                  <a:lnTo>
                    <a:pt x="5305501" y="236963"/>
                  </a:lnTo>
                  <a:lnTo>
                    <a:pt x="5259384" y="226084"/>
                  </a:lnTo>
                  <a:lnTo>
                    <a:pt x="5212056" y="215381"/>
                  </a:lnTo>
                  <a:lnTo>
                    <a:pt x="5163550" y="204859"/>
                  </a:lnTo>
                  <a:lnTo>
                    <a:pt x="5113898" y="194526"/>
                  </a:lnTo>
                  <a:lnTo>
                    <a:pt x="5063134" y="184388"/>
                  </a:lnTo>
                  <a:lnTo>
                    <a:pt x="5011290" y="174450"/>
                  </a:lnTo>
                  <a:lnTo>
                    <a:pt x="4958399" y="164719"/>
                  </a:lnTo>
                  <a:lnTo>
                    <a:pt x="4904494" y="155202"/>
                  </a:lnTo>
                  <a:lnTo>
                    <a:pt x="4849607" y="145904"/>
                  </a:lnTo>
                  <a:lnTo>
                    <a:pt x="4793771" y="136832"/>
                  </a:lnTo>
                  <a:lnTo>
                    <a:pt x="4737019" y="127992"/>
                  </a:lnTo>
                  <a:lnTo>
                    <a:pt x="4679383" y="119390"/>
                  </a:lnTo>
                  <a:lnTo>
                    <a:pt x="4620896" y="111034"/>
                  </a:lnTo>
                  <a:lnTo>
                    <a:pt x="4561592" y="102928"/>
                  </a:lnTo>
                  <a:lnTo>
                    <a:pt x="4501502" y="95079"/>
                  </a:lnTo>
                  <a:lnTo>
                    <a:pt x="4440659" y="87494"/>
                  </a:lnTo>
                  <a:lnTo>
                    <a:pt x="4379097" y="80179"/>
                  </a:lnTo>
                  <a:lnTo>
                    <a:pt x="4316847" y="73140"/>
                  </a:lnTo>
                  <a:lnTo>
                    <a:pt x="4253943" y="66383"/>
                  </a:lnTo>
                  <a:lnTo>
                    <a:pt x="4190417" y="59915"/>
                  </a:lnTo>
                  <a:lnTo>
                    <a:pt x="4126302" y="53742"/>
                  </a:lnTo>
                  <a:lnTo>
                    <a:pt x="4061631" y="47869"/>
                  </a:lnTo>
                  <a:lnTo>
                    <a:pt x="3996436" y="42305"/>
                  </a:lnTo>
                  <a:lnTo>
                    <a:pt x="3930751" y="37054"/>
                  </a:lnTo>
                  <a:lnTo>
                    <a:pt x="3864607" y="32123"/>
                  </a:lnTo>
                  <a:lnTo>
                    <a:pt x="3798038" y="27519"/>
                  </a:lnTo>
                  <a:lnTo>
                    <a:pt x="3731076" y="23247"/>
                  </a:lnTo>
                  <a:lnTo>
                    <a:pt x="3663754" y="19313"/>
                  </a:lnTo>
                  <a:lnTo>
                    <a:pt x="3596106" y="15725"/>
                  </a:lnTo>
                  <a:lnTo>
                    <a:pt x="3528162" y="12489"/>
                  </a:lnTo>
                  <a:lnTo>
                    <a:pt x="3459957" y="9610"/>
                  </a:lnTo>
                  <a:lnTo>
                    <a:pt x="3391523" y="7095"/>
                  </a:lnTo>
                  <a:lnTo>
                    <a:pt x="3322892" y="4950"/>
                  </a:lnTo>
                  <a:lnTo>
                    <a:pt x="3254098" y="3182"/>
                  </a:lnTo>
                  <a:lnTo>
                    <a:pt x="3185173" y="1796"/>
                  </a:lnTo>
                  <a:lnTo>
                    <a:pt x="3116149" y="800"/>
                  </a:lnTo>
                  <a:lnTo>
                    <a:pt x="3047061" y="199"/>
                  </a:lnTo>
                  <a:lnTo>
                    <a:pt x="2977939" y="0"/>
                  </a:lnTo>
                  <a:lnTo>
                    <a:pt x="2923146" y="130"/>
                  </a:lnTo>
                  <a:lnTo>
                    <a:pt x="2868369" y="513"/>
                  </a:lnTo>
                  <a:lnTo>
                    <a:pt x="2813625" y="1147"/>
                  </a:lnTo>
                  <a:lnTo>
                    <a:pt x="2758930" y="2028"/>
                  </a:lnTo>
                  <a:lnTo>
                    <a:pt x="2704300" y="3152"/>
                  </a:lnTo>
                  <a:lnTo>
                    <a:pt x="2649751" y="4517"/>
                  </a:lnTo>
                  <a:lnTo>
                    <a:pt x="2595301" y="6119"/>
                  </a:lnTo>
                  <a:lnTo>
                    <a:pt x="2540964" y="7956"/>
                  </a:lnTo>
                  <a:lnTo>
                    <a:pt x="2486758" y="10025"/>
                  </a:lnTo>
                  <a:lnTo>
                    <a:pt x="2432698" y="12321"/>
                  </a:lnTo>
                  <a:lnTo>
                    <a:pt x="2378802" y="14843"/>
                  </a:lnTo>
                  <a:lnTo>
                    <a:pt x="2325084" y="17586"/>
                  </a:lnTo>
                  <a:lnTo>
                    <a:pt x="2271563" y="20548"/>
                  </a:lnTo>
                  <a:lnTo>
                    <a:pt x="2218253" y="23726"/>
                  </a:lnTo>
                  <a:lnTo>
                    <a:pt x="2165171" y="27117"/>
                  </a:lnTo>
                  <a:lnTo>
                    <a:pt x="2112334" y="30716"/>
                  </a:lnTo>
                  <a:lnTo>
                    <a:pt x="2059757" y="34523"/>
                  </a:lnTo>
                  <a:lnTo>
                    <a:pt x="2007458" y="38532"/>
                  </a:lnTo>
                  <a:lnTo>
                    <a:pt x="1955452" y="42741"/>
                  </a:lnTo>
                  <a:lnTo>
                    <a:pt x="1903756" y="47148"/>
                  </a:lnTo>
                  <a:lnTo>
                    <a:pt x="1852385" y="51748"/>
                  </a:lnTo>
                  <a:lnTo>
                    <a:pt x="1801357" y="56539"/>
                  </a:lnTo>
                  <a:lnTo>
                    <a:pt x="1750688" y="61517"/>
                  </a:lnTo>
                  <a:lnTo>
                    <a:pt x="1700393" y="66680"/>
                  </a:lnTo>
                  <a:lnTo>
                    <a:pt x="1650490" y="72024"/>
                  </a:lnTo>
                  <a:lnTo>
                    <a:pt x="1600994" y="77546"/>
                  </a:lnTo>
                  <a:lnTo>
                    <a:pt x="1551922" y="83244"/>
                  </a:lnTo>
                  <a:lnTo>
                    <a:pt x="1503290" y="89113"/>
                  </a:lnTo>
                  <a:lnTo>
                    <a:pt x="1455114" y="95151"/>
                  </a:lnTo>
                  <a:lnTo>
                    <a:pt x="1407411" y="101355"/>
                  </a:lnTo>
                  <a:lnTo>
                    <a:pt x="1360196" y="107721"/>
                  </a:lnTo>
                  <a:lnTo>
                    <a:pt x="1313487" y="114247"/>
                  </a:lnTo>
                  <a:lnTo>
                    <a:pt x="1267300" y="120929"/>
                  </a:lnTo>
                  <a:lnTo>
                    <a:pt x="1221651" y="127764"/>
                  </a:lnTo>
                  <a:lnTo>
                    <a:pt x="1176555" y="134749"/>
                  </a:lnTo>
                  <a:lnTo>
                    <a:pt x="1132030" y="141881"/>
                  </a:lnTo>
                  <a:lnTo>
                    <a:pt x="1088092" y="149157"/>
                  </a:lnTo>
                  <a:lnTo>
                    <a:pt x="1044757" y="156574"/>
                  </a:lnTo>
                  <a:lnTo>
                    <a:pt x="1002041" y="164128"/>
                  </a:lnTo>
                  <a:lnTo>
                    <a:pt x="959961" y="171817"/>
                  </a:lnTo>
                  <a:lnTo>
                    <a:pt x="918533" y="179637"/>
                  </a:lnTo>
                  <a:lnTo>
                    <a:pt x="859080" y="191318"/>
                  </a:lnTo>
                  <a:lnTo>
                    <a:pt x="801112" y="203264"/>
                  </a:lnTo>
                  <a:lnTo>
                    <a:pt x="744678" y="215466"/>
                  </a:lnTo>
                  <a:lnTo>
                    <a:pt x="689831" y="227912"/>
                  </a:lnTo>
                  <a:lnTo>
                    <a:pt x="636622" y="240595"/>
                  </a:lnTo>
                  <a:lnTo>
                    <a:pt x="585101" y="253503"/>
                  </a:lnTo>
                  <a:lnTo>
                    <a:pt x="535319" y="266627"/>
                  </a:lnTo>
                  <a:lnTo>
                    <a:pt x="487329" y="279957"/>
                  </a:lnTo>
                  <a:lnTo>
                    <a:pt x="441181" y="293484"/>
                  </a:lnTo>
                  <a:lnTo>
                    <a:pt x="396927" y="307197"/>
                  </a:lnTo>
                  <a:lnTo>
                    <a:pt x="354616" y="321087"/>
                  </a:lnTo>
                  <a:lnTo>
                    <a:pt x="314302" y="335144"/>
                  </a:lnTo>
                  <a:lnTo>
                    <a:pt x="276034" y="349358"/>
                  </a:lnTo>
                  <a:lnTo>
                    <a:pt x="239865" y="363719"/>
                  </a:lnTo>
                  <a:lnTo>
                    <a:pt x="181770" y="389176"/>
                  </a:lnTo>
                  <a:lnTo>
                    <a:pt x="130532" y="415002"/>
                  </a:lnTo>
                  <a:lnTo>
                    <a:pt x="86424" y="441143"/>
                  </a:lnTo>
                  <a:lnTo>
                    <a:pt x="49721" y="467548"/>
                  </a:lnTo>
                  <a:lnTo>
                    <a:pt x="20696" y="494164"/>
                  </a:lnTo>
                  <a:lnTo>
                    <a:pt x="1815" y="517584"/>
                  </a:lnTo>
                  <a:lnTo>
                    <a:pt x="0" y="520364"/>
                  </a:lnTo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1308363" y="2538630"/>
              <a:ext cx="30480" cy="46355"/>
            </a:xfrm>
            <a:custGeom>
              <a:avLst/>
              <a:gdLst/>
              <a:ahLst/>
              <a:cxnLst/>
              <a:rect l="l" t="t" r="r" b="b"/>
              <a:pathLst>
                <a:path w="30480" h="46355">
                  <a:moveTo>
                    <a:pt x="1689" y="45968"/>
                  </a:moveTo>
                  <a:lnTo>
                    <a:pt x="0" y="0"/>
                  </a:lnTo>
                  <a:lnTo>
                    <a:pt x="29943" y="9668"/>
                  </a:lnTo>
                  <a:lnTo>
                    <a:pt x="1689" y="45968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1308363" y="2538630"/>
              <a:ext cx="30480" cy="46355"/>
            </a:xfrm>
            <a:custGeom>
              <a:avLst/>
              <a:gdLst/>
              <a:ahLst/>
              <a:cxnLst/>
              <a:rect l="l" t="t" r="r" b="b"/>
              <a:pathLst>
                <a:path w="30480" h="46355">
                  <a:moveTo>
                    <a:pt x="0" y="0"/>
                  </a:moveTo>
                  <a:lnTo>
                    <a:pt x="1689" y="45968"/>
                  </a:lnTo>
                  <a:lnTo>
                    <a:pt x="29943" y="966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15" name="object 15" descr=""/>
          <p:cNvGraphicFramePr>
            <a:graphicFrameLocks noGrp="1"/>
          </p:cNvGraphicFramePr>
          <p:nvPr/>
        </p:nvGraphicFramePr>
        <p:xfrm>
          <a:off x="1239962" y="2592487"/>
          <a:ext cx="7265670" cy="4235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920"/>
                <a:gridCol w="318134"/>
                <a:gridCol w="121920"/>
                <a:gridCol w="1224914"/>
                <a:gridCol w="121919"/>
                <a:gridCol w="489584"/>
                <a:gridCol w="123825"/>
                <a:gridCol w="857250"/>
                <a:gridCol w="122554"/>
                <a:gridCol w="857885"/>
                <a:gridCol w="121285"/>
                <a:gridCol w="1503680"/>
                <a:gridCol w="121285"/>
                <a:gridCol w="1066164"/>
              </a:tblGrid>
              <a:tr h="4235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6AA4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6AA4C8"/>
                    </a:solidFill>
                  </a:tcPr>
                </a:tc>
                <a:tc>
                  <a:txBody>
                    <a:bodyPr/>
                    <a:lstStyle/>
                    <a:p>
                      <a:pPr marL="284480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1400">
                          <a:latin typeface="Arial MT"/>
                          <a:cs typeface="Arial MT"/>
                        </a:rPr>
                        <a:t>en</a:t>
                      </a:r>
                      <a:r>
                        <a:rPr dirty="0" sz="14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 spc="-25">
                          <a:latin typeface="Arial MT"/>
                          <a:cs typeface="Arial MT"/>
                        </a:rPr>
                        <a:t>uso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99695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E9ED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6AA4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R w="19050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6AA4C8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14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en</a:t>
                      </a:r>
                      <a:r>
                        <a:rPr dirty="0" sz="1400" spc="-1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 spc="-2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uso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99695">
                    <a:lnL w="9525">
                      <a:solidFill>
                        <a:srgbClr val="1A1A1A"/>
                      </a:solidFill>
                      <a:prstDash val="solid"/>
                    </a:lnL>
                    <a:lnR w="12700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E9ED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6AA4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6AA4C8"/>
                    </a:solidFill>
                  </a:tcPr>
                </a:tc>
                <a:tc>
                  <a:txBody>
                    <a:bodyPr/>
                    <a:lstStyle/>
                    <a:p>
                      <a:pPr marL="424180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14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en</a:t>
                      </a:r>
                      <a:r>
                        <a:rPr dirty="0" sz="1400" spc="-1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 spc="-2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uso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99695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E9ED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6AA4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224483" y="3673631"/>
            <a:ext cx="16319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 b="1">
                <a:solidFill>
                  <a:srgbClr val="1A1A1A"/>
                </a:solidFill>
                <a:latin typeface="Courier New"/>
                <a:cs typeface="Courier New"/>
              </a:rPr>
              <a:t>p</a:t>
            </a:r>
            <a:endParaRPr sz="1800">
              <a:latin typeface="Courier New"/>
              <a:cs typeface="Courier New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1284579" y="3030012"/>
            <a:ext cx="41275" cy="579755"/>
            <a:chOff x="1284579" y="3030012"/>
            <a:chExt cx="41275" cy="579755"/>
          </a:xfrm>
        </p:grpSpPr>
        <p:sp>
          <p:nvSpPr>
            <p:cNvPr id="4" name="object 4" descr=""/>
            <p:cNvSpPr/>
            <p:nvPr/>
          </p:nvSpPr>
          <p:spPr>
            <a:xfrm>
              <a:off x="1305074" y="3078000"/>
              <a:ext cx="0" cy="532130"/>
            </a:xfrm>
            <a:custGeom>
              <a:avLst/>
              <a:gdLst/>
              <a:ahLst/>
              <a:cxnLst/>
              <a:rect l="l" t="t" r="r" b="b"/>
              <a:pathLst>
                <a:path w="0" h="532129">
                  <a:moveTo>
                    <a:pt x="0" y="531749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289342" y="3034774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0" y="43225"/>
                  </a:lnTo>
                  <a:lnTo>
                    <a:pt x="15732" y="0"/>
                  </a:lnTo>
                  <a:lnTo>
                    <a:pt x="31465" y="43225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289342" y="3034774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15732" y="0"/>
                  </a:lnTo>
                  <a:lnTo>
                    <a:pt x="0" y="43225"/>
                  </a:lnTo>
                  <a:lnTo>
                    <a:pt x="31465" y="43225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73025" y="63880"/>
            <a:ext cx="22993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1A1A1A"/>
                </a:solidFill>
                <a:latin typeface="Arial MT"/>
                <a:cs typeface="Arial MT"/>
              </a:rPr>
              <a:t>Buscar</a:t>
            </a:r>
            <a:r>
              <a:rPr dirty="0" sz="1800" spc="-1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1A1A1A"/>
                </a:solidFill>
                <a:latin typeface="Arial MT"/>
                <a:cs typeface="Arial MT"/>
              </a:rPr>
              <a:t>un</a:t>
            </a:r>
            <a:r>
              <a:rPr dirty="0" sz="1800" spc="-1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1A1A1A"/>
                </a:solidFill>
                <a:latin typeface="Arial MT"/>
                <a:cs typeface="Arial MT"/>
              </a:rPr>
              <a:t>bloque</a:t>
            </a:r>
            <a:r>
              <a:rPr dirty="0" sz="1800" spc="-1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1A1A1A"/>
                </a:solidFill>
                <a:latin typeface="Arial MT"/>
                <a:cs typeface="Arial MT"/>
              </a:rPr>
              <a:t>libre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1301012" y="2018337"/>
            <a:ext cx="6000750" cy="584200"/>
            <a:chOff x="1301012" y="2018337"/>
            <a:chExt cx="6000750" cy="584200"/>
          </a:xfrm>
        </p:grpSpPr>
        <p:sp>
          <p:nvSpPr>
            <p:cNvPr id="9" name="object 9" descr=""/>
            <p:cNvSpPr/>
            <p:nvPr/>
          </p:nvSpPr>
          <p:spPr>
            <a:xfrm>
              <a:off x="1305774" y="2359124"/>
              <a:ext cx="1762125" cy="238125"/>
            </a:xfrm>
            <a:custGeom>
              <a:avLst/>
              <a:gdLst/>
              <a:ahLst/>
              <a:cxnLst/>
              <a:rect l="l" t="t" r="r" b="b"/>
              <a:pathLst>
                <a:path w="1762125" h="238125">
                  <a:moveTo>
                    <a:pt x="0" y="238124"/>
                  </a:moveTo>
                  <a:lnTo>
                    <a:pt x="28663" y="184944"/>
                  </a:lnTo>
                  <a:lnTo>
                    <a:pt x="76828" y="150677"/>
                  </a:lnTo>
                  <a:lnTo>
                    <a:pt x="145107" y="118196"/>
                  </a:lnTo>
                  <a:lnTo>
                    <a:pt x="185951" y="102848"/>
                  </a:lnTo>
                  <a:lnTo>
                    <a:pt x="230819" y="88215"/>
                  </a:lnTo>
                  <a:lnTo>
                    <a:pt x="279374" y="74385"/>
                  </a:lnTo>
                  <a:lnTo>
                    <a:pt x="331282" y="61450"/>
                  </a:lnTo>
                  <a:lnTo>
                    <a:pt x="386207" y="49497"/>
                  </a:lnTo>
                  <a:lnTo>
                    <a:pt x="443815" y="38617"/>
                  </a:lnTo>
                  <a:lnTo>
                    <a:pt x="503768" y="28899"/>
                  </a:lnTo>
                  <a:lnTo>
                    <a:pt x="565734" y="20432"/>
                  </a:lnTo>
                  <a:lnTo>
                    <a:pt x="629375" y="13306"/>
                  </a:lnTo>
                  <a:lnTo>
                    <a:pt x="694358" y="7610"/>
                  </a:lnTo>
                  <a:lnTo>
                    <a:pt x="760346" y="3434"/>
                  </a:lnTo>
                  <a:lnTo>
                    <a:pt x="827005" y="867"/>
                  </a:lnTo>
                  <a:lnTo>
                    <a:pt x="893999" y="0"/>
                  </a:lnTo>
                  <a:lnTo>
                    <a:pt x="949842" y="621"/>
                  </a:lnTo>
                  <a:lnTo>
                    <a:pt x="1005491" y="2433"/>
                  </a:lnTo>
                  <a:lnTo>
                    <a:pt x="1060751" y="5383"/>
                  </a:lnTo>
                  <a:lnTo>
                    <a:pt x="1115430" y="9420"/>
                  </a:lnTo>
                  <a:lnTo>
                    <a:pt x="1169333" y="14492"/>
                  </a:lnTo>
                  <a:lnTo>
                    <a:pt x="1222265" y="20547"/>
                  </a:lnTo>
                  <a:lnTo>
                    <a:pt x="1274034" y="27533"/>
                  </a:lnTo>
                  <a:lnTo>
                    <a:pt x="1324444" y="35400"/>
                  </a:lnTo>
                  <a:lnTo>
                    <a:pt x="1373302" y="44094"/>
                  </a:lnTo>
                  <a:lnTo>
                    <a:pt x="1420414" y="53565"/>
                  </a:lnTo>
                  <a:lnTo>
                    <a:pt x="1465587" y="63761"/>
                  </a:lnTo>
                  <a:lnTo>
                    <a:pt x="1508624" y="74629"/>
                  </a:lnTo>
                  <a:lnTo>
                    <a:pt x="1568756" y="92081"/>
                  </a:lnTo>
                  <a:lnTo>
                    <a:pt x="1622994" y="110756"/>
                  </a:lnTo>
                  <a:lnTo>
                    <a:pt x="1670684" y="130480"/>
                  </a:lnTo>
                  <a:lnTo>
                    <a:pt x="1711171" y="151078"/>
                  </a:lnTo>
                  <a:lnTo>
                    <a:pt x="1743801" y="172376"/>
                  </a:lnTo>
                  <a:lnTo>
                    <a:pt x="1756965" y="183233"/>
                  </a:lnTo>
                  <a:lnTo>
                    <a:pt x="1757971" y="184143"/>
                  </a:lnTo>
                  <a:lnTo>
                    <a:pt x="1758954" y="185054"/>
                  </a:lnTo>
                  <a:lnTo>
                    <a:pt x="1759914" y="185965"/>
                  </a:lnTo>
                  <a:lnTo>
                    <a:pt x="1761887" y="187889"/>
                  </a:lnTo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3053668" y="2539825"/>
              <a:ext cx="34290" cy="45720"/>
            </a:xfrm>
            <a:custGeom>
              <a:avLst/>
              <a:gdLst/>
              <a:ahLst/>
              <a:cxnLst/>
              <a:rect l="l" t="t" r="r" b="b"/>
              <a:pathLst>
                <a:path w="34289" h="45719">
                  <a:moveTo>
                    <a:pt x="33744" y="45638"/>
                  </a:moveTo>
                  <a:lnTo>
                    <a:pt x="0" y="14376"/>
                  </a:lnTo>
                  <a:lnTo>
                    <a:pt x="27988" y="0"/>
                  </a:lnTo>
                  <a:lnTo>
                    <a:pt x="33744" y="45638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3053668" y="2539825"/>
              <a:ext cx="34290" cy="45720"/>
            </a:xfrm>
            <a:custGeom>
              <a:avLst/>
              <a:gdLst/>
              <a:ahLst/>
              <a:cxnLst/>
              <a:rect l="l" t="t" r="r" b="b"/>
              <a:pathLst>
                <a:path w="34289" h="45719">
                  <a:moveTo>
                    <a:pt x="0" y="14376"/>
                  </a:moveTo>
                  <a:lnTo>
                    <a:pt x="33744" y="45638"/>
                  </a:lnTo>
                  <a:lnTo>
                    <a:pt x="27988" y="0"/>
                  </a:lnTo>
                  <a:lnTo>
                    <a:pt x="0" y="14376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3093774" y="2359124"/>
              <a:ext cx="1571625" cy="238125"/>
            </a:xfrm>
            <a:custGeom>
              <a:avLst/>
              <a:gdLst/>
              <a:ahLst/>
              <a:cxnLst/>
              <a:rect l="l" t="t" r="r" b="b"/>
              <a:pathLst>
                <a:path w="1571625" h="238125">
                  <a:moveTo>
                    <a:pt x="0" y="238124"/>
                  </a:moveTo>
                  <a:lnTo>
                    <a:pt x="14225" y="198598"/>
                  </a:lnTo>
                  <a:lnTo>
                    <a:pt x="54711" y="160047"/>
                  </a:lnTo>
                  <a:lnTo>
                    <a:pt x="118177" y="123455"/>
                  </a:lnTo>
                  <a:lnTo>
                    <a:pt x="157501" y="106200"/>
                  </a:lnTo>
                  <a:lnTo>
                    <a:pt x="201339" y="89802"/>
                  </a:lnTo>
                  <a:lnTo>
                    <a:pt x="249281" y="74385"/>
                  </a:lnTo>
                  <a:lnTo>
                    <a:pt x="300915" y="60072"/>
                  </a:lnTo>
                  <a:lnTo>
                    <a:pt x="355832" y="46983"/>
                  </a:lnTo>
                  <a:lnTo>
                    <a:pt x="413622" y="35244"/>
                  </a:lnTo>
                  <a:lnTo>
                    <a:pt x="473873" y="24976"/>
                  </a:lnTo>
                  <a:lnTo>
                    <a:pt x="536176" y="16302"/>
                  </a:lnTo>
                  <a:lnTo>
                    <a:pt x="600121" y="9344"/>
                  </a:lnTo>
                  <a:lnTo>
                    <a:pt x="665297" y="4226"/>
                  </a:lnTo>
                  <a:lnTo>
                    <a:pt x="731293" y="1070"/>
                  </a:lnTo>
                  <a:lnTo>
                    <a:pt x="797699" y="0"/>
                  </a:lnTo>
                  <a:lnTo>
                    <a:pt x="852051" y="737"/>
                  </a:lnTo>
                  <a:lnTo>
                    <a:pt x="906177" y="2886"/>
                  </a:lnTo>
                  <a:lnTo>
                    <a:pt x="959854" y="6378"/>
                  </a:lnTo>
                  <a:lnTo>
                    <a:pt x="1012857" y="11147"/>
                  </a:lnTo>
                  <a:lnTo>
                    <a:pt x="1064960" y="17125"/>
                  </a:lnTo>
                  <a:lnTo>
                    <a:pt x="1115940" y="24245"/>
                  </a:lnTo>
                  <a:lnTo>
                    <a:pt x="1165572" y="32440"/>
                  </a:lnTo>
                  <a:lnTo>
                    <a:pt x="1213630" y="41644"/>
                  </a:lnTo>
                  <a:lnTo>
                    <a:pt x="1259891" y="51788"/>
                  </a:lnTo>
                  <a:lnTo>
                    <a:pt x="1304128" y="62805"/>
                  </a:lnTo>
                  <a:lnTo>
                    <a:pt x="1346118" y="74629"/>
                  </a:lnTo>
                  <a:lnTo>
                    <a:pt x="1399772" y="92081"/>
                  </a:lnTo>
                  <a:lnTo>
                    <a:pt x="1448168" y="110756"/>
                  </a:lnTo>
                  <a:lnTo>
                    <a:pt x="1490721" y="130480"/>
                  </a:lnTo>
                  <a:lnTo>
                    <a:pt x="1526847" y="151078"/>
                  </a:lnTo>
                  <a:lnTo>
                    <a:pt x="1560198" y="175975"/>
                  </a:lnTo>
                  <a:lnTo>
                    <a:pt x="1567708" y="183233"/>
                  </a:lnTo>
                  <a:lnTo>
                    <a:pt x="1568606" y="184143"/>
                  </a:lnTo>
                  <a:lnTo>
                    <a:pt x="1569483" y="185054"/>
                  </a:lnTo>
                  <a:lnTo>
                    <a:pt x="1570340" y="185965"/>
                  </a:lnTo>
                  <a:lnTo>
                    <a:pt x="1571229" y="186937"/>
                  </a:lnTo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4650747" y="2539408"/>
              <a:ext cx="33020" cy="46355"/>
            </a:xfrm>
            <a:custGeom>
              <a:avLst/>
              <a:gdLst/>
              <a:ahLst/>
              <a:cxnLst/>
              <a:rect l="l" t="t" r="r" b="b"/>
              <a:pathLst>
                <a:path w="33020" h="46355">
                  <a:moveTo>
                    <a:pt x="32537" y="45822"/>
                  </a:moveTo>
                  <a:lnTo>
                    <a:pt x="0" y="13307"/>
                  </a:lnTo>
                  <a:lnTo>
                    <a:pt x="28512" y="0"/>
                  </a:lnTo>
                  <a:lnTo>
                    <a:pt x="32537" y="45822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4650747" y="2539408"/>
              <a:ext cx="33020" cy="46355"/>
            </a:xfrm>
            <a:custGeom>
              <a:avLst/>
              <a:gdLst/>
              <a:ahLst/>
              <a:cxnLst/>
              <a:rect l="l" t="t" r="r" b="b"/>
              <a:pathLst>
                <a:path w="33020" h="46355">
                  <a:moveTo>
                    <a:pt x="0" y="13307"/>
                  </a:moveTo>
                  <a:lnTo>
                    <a:pt x="32537" y="45822"/>
                  </a:lnTo>
                  <a:lnTo>
                    <a:pt x="28512" y="0"/>
                  </a:lnTo>
                  <a:lnTo>
                    <a:pt x="0" y="13307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4689025" y="2359124"/>
              <a:ext cx="2575560" cy="238125"/>
            </a:xfrm>
            <a:custGeom>
              <a:avLst/>
              <a:gdLst/>
              <a:ahLst/>
              <a:cxnLst/>
              <a:rect l="l" t="t" r="r" b="b"/>
              <a:pathLst>
                <a:path w="2575559" h="238125">
                  <a:moveTo>
                    <a:pt x="0" y="238124"/>
                  </a:moveTo>
                  <a:lnTo>
                    <a:pt x="21651" y="199999"/>
                  </a:lnTo>
                  <a:lnTo>
                    <a:pt x="58657" y="175013"/>
                  </a:lnTo>
                  <a:lnTo>
                    <a:pt x="112058" y="150677"/>
                  </a:lnTo>
                  <a:lnTo>
                    <a:pt x="180427" y="127252"/>
                  </a:lnTo>
                  <a:lnTo>
                    <a:pt x="219780" y="115963"/>
                  </a:lnTo>
                  <a:lnTo>
                    <a:pt x="262340" y="104999"/>
                  </a:lnTo>
                  <a:lnTo>
                    <a:pt x="307929" y="94393"/>
                  </a:lnTo>
                  <a:lnTo>
                    <a:pt x="356370" y="84177"/>
                  </a:lnTo>
                  <a:lnTo>
                    <a:pt x="407484" y="74385"/>
                  </a:lnTo>
                  <a:lnTo>
                    <a:pt x="461092" y="65049"/>
                  </a:lnTo>
                  <a:lnTo>
                    <a:pt x="517018" y="56202"/>
                  </a:lnTo>
                  <a:lnTo>
                    <a:pt x="575081" y="47875"/>
                  </a:lnTo>
                  <a:lnTo>
                    <a:pt x="635105" y="40102"/>
                  </a:lnTo>
                  <a:lnTo>
                    <a:pt x="696911" y="32916"/>
                  </a:lnTo>
                  <a:lnTo>
                    <a:pt x="760320" y="26348"/>
                  </a:lnTo>
                  <a:lnTo>
                    <a:pt x="825155" y="20432"/>
                  </a:lnTo>
                  <a:lnTo>
                    <a:pt x="891238" y="15200"/>
                  </a:lnTo>
                  <a:lnTo>
                    <a:pt x="958390" y="10684"/>
                  </a:lnTo>
                  <a:lnTo>
                    <a:pt x="1026432" y="6918"/>
                  </a:lnTo>
                  <a:lnTo>
                    <a:pt x="1095188" y="3934"/>
                  </a:lnTo>
                  <a:lnTo>
                    <a:pt x="1164478" y="1765"/>
                  </a:lnTo>
                  <a:lnTo>
                    <a:pt x="1234125" y="442"/>
                  </a:lnTo>
                  <a:lnTo>
                    <a:pt x="1303949" y="0"/>
                  </a:lnTo>
                  <a:lnTo>
                    <a:pt x="1358267" y="279"/>
                  </a:lnTo>
                  <a:lnTo>
                    <a:pt x="1412500" y="1095"/>
                  </a:lnTo>
                  <a:lnTo>
                    <a:pt x="1466566" y="2433"/>
                  </a:lnTo>
                  <a:lnTo>
                    <a:pt x="1520380" y="4276"/>
                  </a:lnTo>
                  <a:lnTo>
                    <a:pt x="1573859" y="6610"/>
                  </a:lnTo>
                  <a:lnTo>
                    <a:pt x="1626919" y="9420"/>
                  </a:lnTo>
                  <a:lnTo>
                    <a:pt x="1679475" y="12689"/>
                  </a:lnTo>
                  <a:lnTo>
                    <a:pt x="1731445" y="16403"/>
                  </a:lnTo>
                  <a:lnTo>
                    <a:pt x="1782744" y="20547"/>
                  </a:lnTo>
                  <a:lnTo>
                    <a:pt x="1833288" y="25104"/>
                  </a:lnTo>
                  <a:lnTo>
                    <a:pt x="1882994" y="30060"/>
                  </a:lnTo>
                  <a:lnTo>
                    <a:pt x="1931777" y="35400"/>
                  </a:lnTo>
                  <a:lnTo>
                    <a:pt x="1979555" y="41107"/>
                  </a:lnTo>
                  <a:lnTo>
                    <a:pt x="2026242" y="47167"/>
                  </a:lnTo>
                  <a:lnTo>
                    <a:pt x="2071756" y="53565"/>
                  </a:lnTo>
                  <a:lnTo>
                    <a:pt x="2116012" y="60285"/>
                  </a:lnTo>
                  <a:lnTo>
                    <a:pt x="2158926" y="67311"/>
                  </a:lnTo>
                  <a:lnTo>
                    <a:pt x="2200415" y="74629"/>
                  </a:lnTo>
                  <a:lnTo>
                    <a:pt x="2259793" y="86119"/>
                  </a:lnTo>
                  <a:lnTo>
                    <a:pt x="2315492" y="98179"/>
                  </a:lnTo>
                  <a:lnTo>
                    <a:pt x="2367229" y="110756"/>
                  </a:lnTo>
                  <a:lnTo>
                    <a:pt x="2414722" y="123800"/>
                  </a:lnTo>
                  <a:lnTo>
                    <a:pt x="2457687" y="137258"/>
                  </a:lnTo>
                  <a:lnTo>
                    <a:pt x="2495842" y="151078"/>
                  </a:lnTo>
                  <a:lnTo>
                    <a:pt x="2532663" y="166996"/>
                  </a:lnTo>
                  <a:lnTo>
                    <a:pt x="2568369" y="186876"/>
                  </a:lnTo>
                  <a:lnTo>
                    <a:pt x="2571033" y="188704"/>
                  </a:lnTo>
                  <a:lnTo>
                    <a:pt x="2572365" y="189618"/>
                  </a:lnTo>
                  <a:lnTo>
                    <a:pt x="2573663" y="190533"/>
                  </a:lnTo>
                  <a:lnTo>
                    <a:pt x="2574926" y="191449"/>
                  </a:lnTo>
                  <a:lnTo>
                    <a:pt x="2575338" y="191757"/>
                  </a:lnTo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7251434" y="2541919"/>
              <a:ext cx="38100" cy="45085"/>
            </a:xfrm>
            <a:custGeom>
              <a:avLst/>
              <a:gdLst/>
              <a:ahLst/>
              <a:cxnLst/>
              <a:rect l="l" t="t" r="r" b="b"/>
              <a:pathLst>
                <a:path w="38100" h="45085">
                  <a:moveTo>
                    <a:pt x="37556" y="44487"/>
                  </a:moveTo>
                  <a:lnTo>
                    <a:pt x="0" y="17927"/>
                  </a:lnTo>
                  <a:lnTo>
                    <a:pt x="25858" y="0"/>
                  </a:lnTo>
                  <a:lnTo>
                    <a:pt x="37556" y="44487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7251434" y="2541919"/>
              <a:ext cx="38100" cy="45085"/>
            </a:xfrm>
            <a:custGeom>
              <a:avLst/>
              <a:gdLst/>
              <a:ahLst/>
              <a:cxnLst/>
              <a:rect l="l" t="t" r="r" b="b"/>
              <a:pathLst>
                <a:path w="38100" h="45085">
                  <a:moveTo>
                    <a:pt x="0" y="17927"/>
                  </a:moveTo>
                  <a:lnTo>
                    <a:pt x="37556" y="44487"/>
                  </a:lnTo>
                  <a:lnTo>
                    <a:pt x="25858" y="0"/>
                  </a:lnTo>
                  <a:lnTo>
                    <a:pt x="0" y="17927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1323335" y="2023099"/>
              <a:ext cx="5973445" cy="574675"/>
            </a:xfrm>
            <a:custGeom>
              <a:avLst/>
              <a:gdLst/>
              <a:ahLst/>
              <a:cxnLst/>
              <a:rect l="l" t="t" r="r" b="b"/>
              <a:pathLst>
                <a:path w="5973445" h="574675">
                  <a:moveTo>
                    <a:pt x="5973439" y="574149"/>
                  </a:moveTo>
                  <a:lnTo>
                    <a:pt x="5964015" y="534428"/>
                  </a:lnTo>
                  <a:lnTo>
                    <a:pt x="5936331" y="494876"/>
                  </a:lnTo>
                  <a:lnTo>
                    <a:pt x="5908168" y="468685"/>
                  </a:lnTo>
                  <a:lnTo>
                    <a:pt x="5872544" y="442694"/>
                  </a:lnTo>
                  <a:lnTo>
                    <a:pt x="5829720" y="416954"/>
                  </a:lnTo>
                  <a:lnTo>
                    <a:pt x="5779960" y="391515"/>
                  </a:lnTo>
                  <a:lnTo>
                    <a:pt x="5723524" y="366427"/>
                  </a:lnTo>
                  <a:lnTo>
                    <a:pt x="5660674" y="341740"/>
                  </a:lnTo>
                  <a:lnTo>
                    <a:pt x="5591673" y="317505"/>
                  </a:lnTo>
                  <a:lnTo>
                    <a:pt x="5554947" y="305573"/>
                  </a:lnTo>
                  <a:lnTo>
                    <a:pt x="5516781" y="293772"/>
                  </a:lnTo>
                  <a:lnTo>
                    <a:pt x="5477209" y="282109"/>
                  </a:lnTo>
                  <a:lnTo>
                    <a:pt x="5436261" y="270590"/>
                  </a:lnTo>
                  <a:lnTo>
                    <a:pt x="5393973" y="259222"/>
                  </a:lnTo>
                  <a:lnTo>
                    <a:pt x="5350375" y="248011"/>
                  </a:lnTo>
                  <a:lnTo>
                    <a:pt x="5305501" y="236963"/>
                  </a:lnTo>
                  <a:lnTo>
                    <a:pt x="5259384" y="226084"/>
                  </a:lnTo>
                  <a:lnTo>
                    <a:pt x="5212056" y="215381"/>
                  </a:lnTo>
                  <a:lnTo>
                    <a:pt x="5163550" y="204859"/>
                  </a:lnTo>
                  <a:lnTo>
                    <a:pt x="5113898" y="194526"/>
                  </a:lnTo>
                  <a:lnTo>
                    <a:pt x="5063134" y="184388"/>
                  </a:lnTo>
                  <a:lnTo>
                    <a:pt x="5011290" y="174450"/>
                  </a:lnTo>
                  <a:lnTo>
                    <a:pt x="4958399" y="164719"/>
                  </a:lnTo>
                  <a:lnTo>
                    <a:pt x="4904494" y="155202"/>
                  </a:lnTo>
                  <a:lnTo>
                    <a:pt x="4849607" y="145904"/>
                  </a:lnTo>
                  <a:lnTo>
                    <a:pt x="4793771" y="136832"/>
                  </a:lnTo>
                  <a:lnTo>
                    <a:pt x="4737019" y="127992"/>
                  </a:lnTo>
                  <a:lnTo>
                    <a:pt x="4679383" y="119390"/>
                  </a:lnTo>
                  <a:lnTo>
                    <a:pt x="4620896" y="111034"/>
                  </a:lnTo>
                  <a:lnTo>
                    <a:pt x="4561592" y="102928"/>
                  </a:lnTo>
                  <a:lnTo>
                    <a:pt x="4501502" y="95079"/>
                  </a:lnTo>
                  <a:lnTo>
                    <a:pt x="4440659" y="87494"/>
                  </a:lnTo>
                  <a:lnTo>
                    <a:pt x="4379097" y="80179"/>
                  </a:lnTo>
                  <a:lnTo>
                    <a:pt x="4316847" y="73140"/>
                  </a:lnTo>
                  <a:lnTo>
                    <a:pt x="4253943" y="66383"/>
                  </a:lnTo>
                  <a:lnTo>
                    <a:pt x="4190417" y="59915"/>
                  </a:lnTo>
                  <a:lnTo>
                    <a:pt x="4126302" y="53742"/>
                  </a:lnTo>
                  <a:lnTo>
                    <a:pt x="4061631" y="47869"/>
                  </a:lnTo>
                  <a:lnTo>
                    <a:pt x="3996436" y="42305"/>
                  </a:lnTo>
                  <a:lnTo>
                    <a:pt x="3930751" y="37054"/>
                  </a:lnTo>
                  <a:lnTo>
                    <a:pt x="3864607" y="32123"/>
                  </a:lnTo>
                  <a:lnTo>
                    <a:pt x="3798038" y="27519"/>
                  </a:lnTo>
                  <a:lnTo>
                    <a:pt x="3731076" y="23247"/>
                  </a:lnTo>
                  <a:lnTo>
                    <a:pt x="3663754" y="19313"/>
                  </a:lnTo>
                  <a:lnTo>
                    <a:pt x="3596106" y="15725"/>
                  </a:lnTo>
                  <a:lnTo>
                    <a:pt x="3528162" y="12489"/>
                  </a:lnTo>
                  <a:lnTo>
                    <a:pt x="3459957" y="9610"/>
                  </a:lnTo>
                  <a:lnTo>
                    <a:pt x="3391523" y="7095"/>
                  </a:lnTo>
                  <a:lnTo>
                    <a:pt x="3322892" y="4950"/>
                  </a:lnTo>
                  <a:lnTo>
                    <a:pt x="3254098" y="3182"/>
                  </a:lnTo>
                  <a:lnTo>
                    <a:pt x="3185173" y="1796"/>
                  </a:lnTo>
                  <a:lnTo>
                    <a:pt x="3116149" y="800"/>
                  </a:lnTo>
                  <a:lnTo>
                    <a:pt x="3047061" y="199"/>
                  </a:lnTo>
                  <a:lnTo>
                    <a:pt x="2977939" y="0"/>
                  </a:lnTo>
                  <a:lnTo>
                    <a:pt x="2923146" y="130"/>
                  </a:lnTo>
                  <a:lnTo>
                    <a:pt x="2868369" y="513"/>
                  </a:lnTo>
                  <a:lnTo>
                    <a:pt x="2813625" y="1147"/>
                  </a:lnTo>
                  <a:lnTo>
                    <a:pt x="2758930" y="2028"/>
                  </a:lnTo>
                  <a:lnTo>
                    <a:pt x="2704300" y="3152"/>
                  </a:lnTo>
                  <a:lnTo>
                    <a:pt x="2649751" y="4517"/>
                  </a:lnTo>
                  <a:lnTo>
                    <a:pt x="2595301" y="6119"/>
                  </a:lnTo>
                  <a:lnTo>
                    <a:pt x="2540964" y="7956"/>
                  </a:lnTo>
                  <a:lnTo>
                    <a:pt x="2486758" y="10025"/>
                  </a:lnTo>
                  <a:lnTo>
                    <a:pt x="2432698" y="12321"/>
                  </a:lnTo>
                  <a:lnTo>
                    <a:pt x="2378802" y="14843"/>
                  </a:lnTo>
                  <a:lnTo>
                    <a:pt x="2325084" y="17586"/>
                  </a:lnTo>
                  <a:lnTo>
                    <a:pt x="2271563" y="20548"/>
                  </a:lnTo>
                  <a:lnTo>
                    <a:pt x="2218253" y="23726"/>
                  </a:lnTo>
                  <a:lnTo>
                    <a:pt x="2165171" y="27117"/>
                  </a:lnTo>
                  <a:lnTo>
                    <a:pt x="2112334" y="30716"/>
                  </a:lnTo>
                  <a:lnTo>
                    <a:pt x="2059757" y="34523"/>
                  </a:lnTo>
                  <a:lnTo>
                    <a:pt x="2007458" y="38532"/>
                  </a:lnTo>
                  <a:lnTo>
                    <a:pt x="1955452" y="42741"/>
                  </a:lnTo>
                  <a:lnTo>
                    <a:pt x="1903756" y="47148"/>
                  </a:lnTo>
                  <a:lnTo>
                    <a:pt x="1852385" y="51748"/>
                  </a:lnTo>
                  <a:lnTo>
                    <a:pt x="1801357" y="56539"/>
                  </a:lnTo>
                  <a:lnTo>
                    <a:pt x="1750688" y="61517"/>
                  </a:lnTo>
                  <a:lnTo>
                    <a:pt x="1700393" y="66680"/>
                  </a:lnTo>
                  <a:lnTo>
                    <a:pt x="1650490" y="72024"/>
                  </a:lnTo>
                  <a:lnTo>
                    <a:pt x="1600994" y="77546"/>
                  </a:lnTo>
                  <a:lnTo>
                    <a:pt x="1551922" y="83244"/>
                  </a:lnTo>
                  <a:lnTo>
                    <a:pt x="1503290" y="89113"/>
                  </a:lnTo>
                  <a:lnTo>
                    <a:pt x="1455114" y="95151"/>
                  </a:lnTo>
                  <a:lnTo>
                    <a:pt x="1407411" y="101355"/>
                  </a:lnTo>
                  <a:lnTo>
                    <a:pt x="1360196" y="107721"/>
                  </a:lnTo>
                  <a:lnTo>
                    <a:pt x="1313487" y="114247"/>
                  </a:lnTo>
                  <a:lnTo>
                    <a:pt x="1267300" y="120929"/>
                  </a:lnTo>
                  <a:lnTo>
                    <a:pt x="1221651" y="127764"/>
                  </a:lnTo>
                  <a:lnTo>
                    <a:pt x="1176555" y="134749"/>
                  </a:lnTo>
                  <a:lnTo>
                    <a:pt x="1132030" y="141881"/>
                  </a:lnTo>
                  <a:lnTo>
                    <a:pt x="1088092" y="149157"/>
                  </a:lnTo>
                  <a:lnTo>
                    <a:pt x="1044757" y="156574"/>
                  </a:lnTo>
                  <a:lnTo>
                    <a:pt x="1002041" y="164128"/>
                  </a:lnTo>
                  <a:lnTo>
                    <a:pt x="959961" y="171817"/>
                  </a:lnTo>
                  <a:lnTo>
                    <a:pt x="918533" y="179637"/>
                  </a:lnTo>
                  <a:lnTo>
                    <a:pt x="859080" y="191318"/>
                  </a:lnTo>
                  <a:lnTo>
                    <a:pt x="801112" y="203264"/>
                  </a:lnTo>
                  <a:lnTo>
                    <a:pt x="744678" y="215466"/>
                  </a:lnTo>
                  <a:lnTo>
                    <a:pt x="689831" y="227912"/>
                  </a:lnTo>
                  <a:lnTo>
                    <a:pt x="636622" y="240595"/>
                  </a:lnTo>
                  <a:lnTo>
                    <a:pt x="585101" y="253503"/>
                  </a:lnTo>
                  <a:lnTo>
                    <a:pt x="535319" y="266627"/>
                  </a:lnTo>
                  <a:lnTo>
                    <a:pt x="487329" y="279957"/>
                  </a:lnTo>
                  <a:lnTo>
                    <a:pt x="441181" y="293484"/>
                  </a:lnTo>
                  <a:lnTo>
                    <a:pt x="396927" y="307197"/>
                  </a:lnTo>
                  <a:lnTo>
                    <a:pt x="354616" y="321087"/>
                  </a:lnTo>
                  <a:lnTo>
                    <a:pt x="314302" y="335144"/>
                  </a:lnTo>
                  <a:lnTo>
                    <a:pt x="276034" y="349358"/>
                  </a:lnTo>
                  <a:lnTo>
                    <a:pt x="239865" y="363719"/>
                  </a:lnTo>
                  <a:lnTo>
                    <a:pt x="181770" y="389176"/>
                  </a:lnTo>
                  <a:lnTo>
                    <a:pt x="130532" y="415002"/>
                  </a:lnTo>
                  <a:lnTo>
                    <a:pt x="86424" y="441143"/>
                  </a:lnTo>
                  <a:lnTo>
                    <a:pt x="49721" y="467548"/>
                  </a:lnTo>
                  <a:lnTo>
                    <a:pt x="20696" y="494164"/>
                  </a:lnTo>
                  <a:lnTo>
                    <a:pt x="1815" y="517584"/>
                  </a:lnTo>
                  <a:lnTo>
                    <a:pt x="0" y="520364"/>
                  </a:lnTo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1308363" y="2538630"/>
              <a:ext cx="30480" cy="46355"/>
            </a:xfrm>
            <a:custGeom>
              <a:avLst/>
              <a:gdLst/>
              <a:ahLst/>
              <a:cxnLst/>
              <a:rect l="l" t="t" r="r" b="b"/>
              <a:pathLst>
                <a:path w="30480" h="46355">
                  <a:moveTo>
                    <a:pt x="1689" y="45968"/>
                  </a:moveTo>
                  <a:lnTo>
                    <a:pt x="0" y="0"/>
                  </a:lnTo>
                  <a:lnTo>
                    <a:pt x="29943" y="9668"/>
                  </a:lnTo>
                  <a:lnTo>
                    <a:pt x="1689" y="45968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1308363" y="2538630"/>
              <a:ext cx="30480" cy="46355"/>
            </a:xfrm>
            <a:custGeom>
              <a:avLst/>
              <a:gdLst/>
              <a:ahLst/>
              <a:cxnLst/>
              <a:rect l="l" t="t" r="r" b="b"/>
              <a:pathLst>
                <a:path w="30480" h="46355">
                  <a:moveTo>
                    <a:pt x="0" y="0"/>
                  </a:moveTo>
                  <a:lnTo>
                    <a:pt x="1689" y="45968"/>
                  </a:lnTo>
                  <a:lnTo>
                    <a:pt x="29943" y="966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21" name="object 21" descr=""/>
          <p:cNvGraphicFramePr>
            <a:graphicFrameLocks noGrp="1"/>
          </p:cNvGraphicFramePr>
          <p:nvPr/>
        </p:nvGraphicFramePr>
        <p:xfrm>
          <a:off x="1239962" y="2592487"/>
          <a:ext cx="7265670" cy="4235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920"/>
                <a:gridCol w="318134"/>
                <a:gridCol w="121920"/>
                <a:gridCol w="1224914"/>
                <a:gridCol w="121919"/>
                <a:gridCol w="489584"/>
                <a:gridCol w="123825"/>
                <a:gridCol w="857250"/>
                <a:gridCol w="122554"/>
                <a:gridCol w="857885"/>
                <a:gridCol w="121285"/>
                <a:gridCol w="1503680"/>
                <a:gridCol w="121285"/>
                <a:gridCol w="1066164"/>
              </a:tblGrid>
              <a:tr h="4235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6AA4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6AA4C8"/>
                    </a:solidFill>
                  </a:tcPr>
                </a:tc>
                <a:tc>
                  <a:txBody>
                    <a:bodyPr/>
                    <a:lstStyle/>
                    <a:p>
                      <a:pPr marL="284480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1400">
                          <a:latin typeface="Arial MT"/>
                          <a:cs typeface="Arial MT"/>
                        </a:rPr>
                        <a:t>en</a:t>
                      </a:r>
                      <a:r>
                        <a:rPr dirty="0" sz="14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 spc="-25">
                          <a:latin typeface="Arial MT"/>
                          <a:cs typeface="Arial MT"/>
                        </a:rPr>
                        <a:t>uso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99695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E9ED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6AA4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R w="19050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6AA4C8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14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en</a:t>
                      </a:r>
                      <a:r>
                        <a:rPr dirty="0" sz="1400" spc="-1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 spc="-2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uso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99695">
                    <a:lnL w="9525">
                      <a:solidFill>
                        <a:srgbClr val="1A1A1A"/>
                      </a:solidFill>
                      <a:prstDash val="solid"/>
                    </a:lnL>
                    <a:lnR w="12700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E9ED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6AA4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6AA4C8"/>
                    </a:solidFill>
                  </a:tcPr>
                </a:tc>
                <a:tc>
                  <a:txBody>
                    <a:bodyPr/>
                    <a:lstStyle/>
                    <a:p>
                      <a:pPr marL="424180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14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en</a:t>
                      </a:r>
                      <a:r>
                        <a:rPr dirty="0" sz="1400" spc="-1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 spc="-2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uso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99695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E9ED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6AA4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73025" y="63880"/>
            <a:ext cx="22993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1A1A1A"/>
                </a:solidFill>
                <a:latin typeface="Arial MT"/>
                <a:cs typeface="Arial MT"/>
              </a:rPr>
              <a:t>Buscar</a:t>
            </a:r>
            <a:r>
              <a:rPr dirty="0" sz="1800" spc="-1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1A1A1A"/>
                </a:solidFill>
                <a:latin typeface="Arial MT"/>
                <a:cs typeface="Arial MT"/>
              </a:rPr>
              <a:t>un</a:t>
            </a:r>
            <a:r>
              <a:rPr dirty="0" sz="1800" spc="-1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1A1A1A"/>
                </a:solidFill>
                <a:latin typeface="Arial MT"/>
                <a:cs typeface="Arial MT"/>
              </a:rPr>
              <a:t>bloque</a:t>
            </a:r>
            <a:r>
              <a:rPr dirty="0" sz="1800" spc="-1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1A1A1A"/>
                </a:solidFill>
                <a:latin typeface="Arial MT"/>
                <a:cs typeface="Arial MT"/>
              </a:rPr>
              <a:t>libre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1301012" y="2018337"/>
            <a:ext cx="6000750" cy="584200"/>
            <a:chOff x="1301012" y="2018337"/>
            <a:chExt cx="6000750" cy="584200"/>
          </a:xfrm>
        </p:grpSpPr>
        <p:sp>
          <p:nvSpPr>
            <p:cNvPr id="4" name="object 4" descr=""/>
            <p:cNvSpPr/>
            <p:nvPr/>
          </p:nvSpPr>
          <p:spPr>
            <a:xfrm>
              <a:off x="1305774" y="2359124"/>
              <a:ext cx="1762125" cy="238125"/>
            </a:xfrm>
            <a:custGeom>
              <a:avLst/>
              <a:gdLst/>
              <a:ahLst/>
              <a:cxnLst/>
              <a:rect l="l" t="t" r="r" b="b"/>
              <a:pathLst>
                <a:path w="1762125" h="238125">
                  <a:moveTo>
                    <a:pt x="0" y="238124"/>
                  </a:moveTo>
                  <a:lnTo>
                    <a:pt x="28663" y="184944"/>
                  </a:lnTo>
                  <a:lnTo>
                    <a:pt x="76828" y="150677"/>
                  </a:lnTo>
                  <a:lnTo>
                    <a:pt x="145107" y="118196"/>
                  </a:lnTo>
                  <a:lnTo>
                    <a:pt x="185951" y="102848"/>
                  </a:lnTo>
                  <a:lnTo>
                    <a:pt x="230819" y="88215"/>
                  </a:lnTo>
                  <a:lnTo>
                    <a:pt x="279374" y="74385"/>
                  </a:lnTo>
                  <a:lnTo>
                    <a:pt x="331282" y="61450"/>
                  </a:lnTo>
                  <a:lnTo>
                    <a:pt x="386207" y="49497"/>
                  </a:lnTo>
                  <a:lnTo>
                    <a:pt x="443815" y="38617"/>
                  </a:lnTo>
                  <a:lnTo>
                    <a:pt x="503768" y="28899"/>
                  </a:lnTo>
                  <a:lnTo>
                    <a:pt x="565734" y="20432"/>
                  </a:lnTo>
                  <a:lnTo>
                    <a:pt x="629375" y="13306"/>
                  </a:lnTo>
                  <a:lnTo>
                    <a:pt x="694358" y="7610"/>
                  </a:lnTo>
                  <a:lnTo>
                    <a:pt x="760346" y="3434"/>
                  </a:lnTo>
                  <a:lnTo>
                    <a:pt x="827005" y="867"/>
                  </a:lnTo>
                  <a:lnTo>
                    <a:pt x="893999" y="0"/>
                  </a:lnTo>
                  <a:lnTo>
                    <a:pt x="949842" y="621"/>
                  </a:lnTo>
                  <a:lnTo>
                    <a:pt x="1005491" y="2433"/>
                  </a:lnTo>
                  <a:lnTo>
                    <a:pt x="1060751" y="5383"/>
                  </a:lnTo>
                  <a:lnTo>
                    <a:pt x="1115430" y="9420"/>
                  </a:lnTo>
                  <a:lnTo>
                    <a:pt x="1169333" y="14492"/>
                  </a:lnTo>
                  <a:lnTo>
                    <a:pt x="1222265" y="20547"/>
                  </a:lnTo>
                  <a:lnTo>
                    <a:pt x="1274034" y="27533"/>
                  </a:lnTo>
                  <a:lnTo>
                    <a:pt x="1324444" y="35400"/>
                  </a:lnTo>
                  <a:lnTo>
                    <a:pt x="1373302" y="44094"/>
                  </a:lnTo>
                  <a:lnTo>
                    <a:pt x="1420414" y="53565"/>
                  </a:lnTo>
                  <a:lnTo>
                    <a:pt x="1465587" y="63761"/>
                  </a:lnTo>
                  <a:lnTo>
                    <a:pt x="1508624" y="74629"/>
                  </a:lnTo>
                  <a:lnTo>
                    <a:pt x="1568756" y="92081"/>
                  </a:lnTo>
                  <a:lnTo>
                    <a:pt x="1622994" y="110756"/>
                  </a:lnTo>
                  <a:lnTo>
                    <a:pt x="1670684" y="130480"/>
                  </a:lnTo>
                  <a:lnTo>
                    <a:pt x="1711171" y="151078"/>
                  </a:lnTo>
                  <a:lnTo>
                    <a:pt x="1743801" y="172376"/>
                  </a:lnTo>
                  <a:lnTo>
                    <a:pt x="1756965" y="183233"/>
                  </a:lnTo>
                  <a:lnTo>
                    <a:pt x="1757971" y="184143"/>
                  </a:lnTo>
                  <a:lnTo>
                    <a:pt x="1758954" y="185054"/>
                  </a:lnTo>
                  <a:lnTo>
                    <a:pt x="1759914" y="185965"/>
                  </a:lnTo>
                  <a:lnTo>
                    <a:pt x="1761887" y="187889"/>
                  </a:lnTo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3053668" y="2539825"/>
              <a:ext cx="34290" cy="45720"/>
            </a:xfrm>
            <a:custGeom>
              <a:avLst/>
              <a:gdLst/>
              <a:ahLst/>
              <a:cxnLst/>
              <a:rect l="l" t="t" r="r" b="b"/>
              <a:pathLst>
                <a:path w="34289" h="45719">
                  <a:moveTo>
                    <a:pt x="33744" y="45638"/>
                  </a:moveTo>
                  <a:lnTo>
                    <a:pt x="0" y="14376"/>
                  </a:lnTo>
                  <a:lnTo>
                    <a:pt x="27988" y="0"/>
                  </a:lnTo>
                  <a:lnTo>
                    <a:pt x="33744" y="45638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3053668" y="2539825"/>
              <a:ext cx="34290" cy="45720"/>
            </a:xfrm>
            <a:custGeom>
              <a:avLst/>
              <a:gdLst/>
              <a:ahLst/>
              <a:cxnLst/>
              <a:rect l="l" t="t" r="r" b="b"/>
              <a:pathLst>
                <a:path w="34289" h="45719">
                  <a:moveTo>
                    <a:pt x="0" y="14376"/>
                  </a:moveTo>
                  <a:lnTo>
                    <a:pt x="33744" y="45638"/>
                  </a:lnTo>
                  <a:lnTo>
                    <a:pt x="27988" y="0"/>
                  </a:lnTo>
                  <a:lnTo>
                    <a:pt x="0" y="14376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3093774" y="2359124"/>
              <a:ext cx="1571625" cy="238125"/>
            </a:xfrm>
            <a:custGeom>
              <a:avLst/>
              <a:gdLst/>
              <a:ahLst/>
              <a:cxnLst/>
              <a:rect l="l" t="t" r="r" b="b"/>
              <a:pathLst>
                <a:path w="1571625" h="238125">
                  <a:moveTo>
                    <a:pt x="0" y="238124"/>
                  </a:moveTo>
                  <a:lnTo>
                    <a:pt x="14225" y="198598"/>
                  </a:lnTo>
                  <a:lnTo>
                    <a:pt x="54711" y="160047"/>
                  </a:lnTo>
                  <a:lnTo>
                    <a:pt x="118177" y="123455"/>
                  </a:lnTo>
                  <a:lnTo>
                    <a:pt x="157501" y="106200"/>
                  </a:lnTo>
                  <a:lnTo>
                    <a:pt x="201339" y="89802"/>
                  </a:lnTo>
                  <a:lnTo>
                    <a:pt x="249281" y="74385"/>
                  </a:lnTo>
                  <a:lnTo>
                    <a:pt x="300915" y="60072"/>
                  </a:lnTo>
                  <a:lnTo>
                    <a:pt x="355832" y="46983"/>
                  </a:lnTo>
                  <a:lnTo>
                    <a:pt x="413622" y="35244"/>
                  </a:lnTo>
                  <a:lnTo>
                    <a:pt x="473873" y="24976"/>
                  </a:lnTo>
                  <a:lnTo>
                    <a:pt x="536176" y="16302"/>
                  </a:lnTo>
                  <a:lnTo>
                    <a:pt x="600121" y="9344"/>
                  </a:lnTo>
                  <a:lnTo>
                    <a:pt x="665297" y="4226"/>
                  </a:lnTo>
                  <a:lnTo>
                    <a:pt x="731293" y="1070"/>
                  </a:lnTo>
                  <a:lnTo>
                    <a:pt x="797699" y="0"/>
                  </a:lnTo>
                  <a:lnTo>
                    <a:pt x="852051" y="737"/>
                  </a:lnTo>
                  <a:lnTo>
                    <a:pt x="906177" y="2886"/>
                  </a:lnTo>
                  <a:lnTo>
                    <a:pt x="959854" y="6378"/>
                  </a:lnTo>
                  <a:lnTo>
                    <a:pt x="1012857" y="11147"/>
                  </a:lnTo>
                  <a:lnTo>
                    <a:pt x="1064960" y="17125"/>
                  </a:lnTo>
                  <a:lnTo>
                    <a:pt x="1115940" y="24245"/>
                  </a:lnTo>
                  <a:lnTo>
                    <a:pt x="1165572" y="32440"/>
                  </a:lnTo>
                  <a:lnTo>
                    <a:pt x="1213630" y="41644"/>
                  </a:lnTo>
                  <a:lnTo>
                    <a:pt x="1259891" y="51788"/>
                  </a:lnTo>
                  <a:lnTo>
                    <a:pt x="1304128" y="62805"/>
                  </a:lnTo>
                  <a:lnTo>
                    <a:pt x="1346118" y="74629"/>
                  </a:lnTo>
                  <a:lnTo>
                    <a:pt x="1399772" y="92081"/>
                  </a:lnTo>
                  <a:lnTo>
                    <a:pt x="1448168" y="110756"/>
                  </a:lnTo>
                  <a:lnTo>
                    <a:pt x="1490721" y="130480"/>
                  </a:lnTo>
                  <a:lnTo>
                    <a:pt x="1526847" y="151078"/>
                  </a:lnTo>
                  <a:lnTo>
                    <a:pt x="1560198" y="175975"/>
                  </a:lnTo>
                  <a:lnTo>
                    <a:pt x="1567708" y="183233"/>
                  </a:lnTo>
                  <a:lnTo>
                    <a:pt x="1568606" y="184143"/>
                  </a:lnTo>
                  <a:lnTo>
                    <a:pt x="1569483" y="185054"/>
                  </a:lnTo>
                  <a:lnTo>
                    <a:pt x="1570340" y="185965"/>
                  </a:lnTo>
                  <a:lnTo>
                    <a:pt x="1571229" y="186937"/>
                  </a:lnTo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4650747" y="2539408"/>
              <a:ext cx="33020" cy="46355"/>
            </a:xfrm>
            <a:custGeom>
              <a:avLst/>
              <a:gdLst/>
              <a:ahLst/>
              <a:cxnLst/>
              <a:rect l="l" t="t" r="r" b="b"/>
              <a:pathLst>
                <a:path w="33020" h="46355">
                  <a:moveTo>
                    <a:pt x="32537" y="45822"/>
                  </a:moveTo>
                  <a:lnTo>
                    <a:pt x="0" y="13307"/>
                  </a:lnTo>
                  <a:lnTo>
                    <a:pt x="28512" y="0"/>
                  </a:lnTo>
                  <a:lnTo>
                    <a:pt x="32537" y="45822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4650747" y="2539408"/>
              <a:ext cx="33020" cy="46355"/>
            </a:xfrm>
            <a:custGeom>
              <a:avLst/>
              <a:gdLst/>
              <a:ahLst/>
              <a:cxnLst/>
              <a:rect l="l" t="t" r="r" b="b"/>
              <a:pathLst>
                <a:path w="33020" h="46355">
                  <a:moveTo>
                    <a:pt x="0" y="13307"/>
                  </a:moveTo>
                  <a:lnTo>
                    <a:pt x="32537" y="45822"/>
                  </a:lnTo>
                  <a:lnTo>
                    <a:pt x="28512" y="0"/>
                  </a:lnTo>
                  <a:lnTo>
                    <a:pt x="0" y="13307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4689025" y="2359124"/>
              <a:ext cx="2575560" cy="238125"/>
            </a:xfrm>
            <a:custGeom>
              <a:avLst/>
              <a:gdLst/>
              <a:ahLst/>
              <a:cxnLst/>
              <a:rect l="l" t="t" r="r" b="b"/>
              <a:pathLst>
                <a:path w="2575559" h="238125">
                  <a:moveTo>
                    <a:pt x="0" y="238124"/>
                  </a:moveTo>
                  <a:lnTo>
                    <a:pt x="21651" y="199999"/>
                  </a:lnTo>
                  <a:lnTo>
                    <a:pt x="58657" y="175013"/>
                  </a:lnTo>
                  <a:lnTo>
                    <a:pt x="112058" y="150677"/>
                  </a:lnTo>
                  <a:lnTo>
                    <a:pt x="180427" y="127252"/>
                  </a:lnTo>
                  <a:lnTo>
                    <a:pt x="219780" y="115963"/>
                  </a:lnTo>
                  <a:lnTo>
                    <a:pt x="262340" y="104999"/>
                  </a:lnTo>
                  <a:lnTo>
                    <a:pt x="307929" y="94393"/>
                  </a:lnTo>
                  <a:lnTo>
                    <a:pt x="356370" y="84177"/>
                  </a:lnTo>
                  <a:lnTo>
                    <a:pt x="407484" y="74385"/>
                  </a:lnTo>
                  <a:lnTo>
                    <a:pt x="461092" y="65049"/>
                  </a:lnTo>
                  <a:lnTo>
                    <a:pt x="517018" y="56202"/>
                  </a:lnTo>
                  <a:lnTo>
                    <a:pt x="575081" y="47875"/>
                  </a:lnTo>
                  <a:lnTo>
                    <a:pt x="635105" y="40102"/>
                  </a:lnTo>
                  <a:lnTo>
                    <a:pt x="696911" y="32916"/>
                  </a:lnTo>
                  <a:lnTo>
                    <a:pt x="760320" y="26348"/>
                  </a:lnTo>
                  <a:lnTo>
                    <a:pt x="825155" y="20432"/>
                  </a:lnTo>
                  <a:lnTo>
                    <a:pt x="891238" y="15200"/>
                  </a:lnTo>
                  <a:lnTo>
                    <a:pt x="958390" y="10684"/>
                  </a:lnTo>
                  <a:lnTo>
                    <a:pt x="1026432" y="6918"/>
                  </a:lnTo>
                  <a:lnTo>
                    <a:pt x="1095188" y="3934"/>
                  </a:lnTo>
                  <a:lnTo>
                    <a:pt x="1164478" y="1765"/>
                  </a:lnTo>
                  <a:lnTo>
                    <a:pt x="1234125" y="442"/>
                  </a:lnTo>
                  <a:lnTo>
                    <a:pt x="1303949" y="0"/>
                  </a:lnTo>
                  <a:lnTo>
                    <a:pt x="1358267" y="279"/>
                  </a:lnTo>
                  <a:lnTo>
                    <a:pt x="1412500" y="1095"/>
                  </a:lnTo>
                  <a:lnTo>
                    <a:pt x="1466566" y="2433"/>
                  </a:lnTo>
                  <a:lnTo>
                    <a:pt x="1520380" y="4276"/>
                  </a:lnTo>
                  <a:lnTo>
                    <a:pt x="1573859" y="6610"/>
                  </a:lnTo>
                  <a:lnTo>
                    <a:pt x="1626919" y="9420"/>
                  </a:lnTo>
                  <a:lnTo>
                    <a:pt x="1679475" y="12689"/>
                  </a:lnTo>
                  <a:lnTo>
                    <a:pt x="1731445" y="16403"/>
                  </a:lnTo>
                  <a:lnTo>
                    <a:pt x="1782744" y="20547"/>
                  </a:lnTo>
                  <a:lnTo>
                    <a:pt x="1833288" y="25104"/>
                  </a:lnTo>
                  <a:lnTo>
                    <a:pt x="1882994" y="30060"/>
                  </a:lnTo>
                  <a:lnTo>
                    <a:pt x="1931777" y="35400"/>
                  </a:lnTo>
                  <a:lnTo>
                    <a:pt x="1979555" y="41107"/>
                  </a:lnTo>
                  <a:lnTo>
                    <a:pt x="2026242" y="47167"/>
                  </a:lnTo>
                  <a:lnTo>
                    <a:pt x="2071756" y="53565"/>
                  </a:lnTo>
                  <a:lnTo>
                    <a:pt x="2116012" y="60285"/>
                  </a:lnTo>
                  <a:lnTo>
                    <a:pt x="2158926" y="67311"/>
                  </a:lnTo>
                  <a:lnTo>
                    <a:pt x="2200415" y="74629"/>
                  </a:lnTo>
                  <a:lnTo>
                    <a:pt x="2259793" y="86119"/>
                  </a:lnTo>
                  <a:lnTo>
                    <a:pt x="2315492" y="98179"/>
                  </a:lnTo>
                  <a:lnTo>
                    <a:pt x="2367229" y="110756"/>
                  </a:lnTo>
                  <a:lnTo>
                    <a:pt x="2414722" y="123800"/>
                  </a:lnTo>
                  <a:lnTo>
                    <a:pt x="2457687" y="137258"/>
                  </a:lnTo>
                  <a:lnTo>
                    <a:pt x="2495842" y="151078"/>
                  </a:lnTo>
                  <a:lnTo>
                    <a:pt x="2532663" y="166996"/>
                  </a:lnTo>
                  <a:lnTo>
                    <a:pt x="2568369" y="186876"/>
                  </a:lnTo>
                  <a:lnTo>
                    <a:pt x="2571033" y="188704"/>
                  </a:lnTo>
                  <a:lnTo>
                    <a:pt x="2572365" y="189618"/>
                  </a:lnTo>
                  <a:lnTo>
                    <a:pt x="2573663" y="190533"/>
                  </a:lnTo>
                  <a:lnTo>
                    <a:pt x="2574926" y="191449"/>
                  </a:lnTo>
                  <a:lnTo>
                    <a:pt x="2575338" y="191757"/>
                  </a:lnTo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7251434" y="2541919"/>
              <a:ext cx="38100" cy="45085"/>
            </a:xfrm>
            <a:custGeom>
              <a:avLst/>
              <a:gdLst/>
              <a:ahLst/>
              <a:cxnLst/>
              <a:rect l="l" t="t" r="r" b="b"/>
              <a:pathLst>
                <a:path w="38100" h="45085">
                  <a:moveTo>
                    <a:pt x="37556" y="44487"/>
                  </a:moveTo>
                  <a:lnTo>
                    <a:pt x="0" y="17927"/>
                  </a:lnTo>
                  <a:lnTo>
                    <a:pt x="25858" y="0"/>
                  </a:lnTo>
                  <a:lnTo>
                    <a:pt x="37556" y="44487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7251434" y="2541919"/>
              <a:ext cx="38100" cy="45085"/>
            </a:xfrm>
            <a:custGeom>
              <a:avLst/>
              <a:gdLst/>
              <a:ahLst/>
              <a:cxnLst/>
              <a:rect l="l" t="t" r="r" b="b"/>
              <a:pathLst>
                <a:path w="38100" h="45085">
                  <a:moveTo>
                    <a:pt x="0" y="17927"/>
                  </a:moveTo>
                  <a:lnTo>
                    <a:pt x="37556" y="44487"/>
                  </a:lnTo>
                  <a:lnTo>
                    <a:pt x="25858" y="0"/>
                  </a:lnTo>
                  <a:lnTo>
                    <a:pt x="0" y="17927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1323335" y="2023099"/>
              <a:ext cx="5973445" cy="574675"/>
            </a:xfrm>
            <a:custGeom>
              <a:avLst/>
              <a:gdLst/>
              <a:ahLst/>
              <a:cxnLst/>
              <a:rect l="l" t="t" r="r" b="b"/>
              <a:pathLst>
                <a:path w="5973445" h="574675">
                  <a:moveTo>
                    <a:pt x="5973439" y="574149"/>
                  </a:moveTo>
                  <a:lnTo>
                    <a:pt x="5964015" y="534428"/>
                  </a:lnTo>
                  <a:lnTo>
                    <a:pt x="5936331" y="494876"/>
                  </a:lnTo>
                  <a:lnTo>
                    <a:pt x="5908168" y="468685"/>
                  </a:lnTo>
                  <a:lnTo>
                    <a:pt x="5872544" y="442694"/>
                  </a:lnTo>
                  <a:lnTo>
                    <a:pt x="5829720" y="416954"/>
                  </a:lnTo>
                  <a:lnTo>
                    <a:pt x="5779960" y="391515"/>
                  </a:lnTo>
                  <a:lnTo>
                    <a:pt x="5723524" y="366427"/>
                  </a:lnTo>
                  <a:lnTo>
                    <a:pt x="5660674" y="341740"/>
                  </a:lnTo>
                  <a:lnTo>
                    <a:pt x="5591673" y="317505"/>
                  </a:lnTo>
                  <a:lnTo>
                    <a:pt x="5554947" y="305573"/>
                  </a:lnTo>
                  <a:lnTo>
                    <a:pt x="5516781" y="293772"/>
                  </a:lnTo>
                  <a:lnTo>
                    <a:pt x="5477209" y="282109"/>
                  </a:lnTo>
                  <a:lnTo>
                    <a:pt x="5436261" y="270590"/>
                  </a:lnTo>
                  <a:lnTo>
                    <a:pt x="5393973" y="259222"/>
                  </a:lnTo>
                  <a:lnTo>
                    <a:pt x="5350375" y="248011"/>
                  </a:lnTo>
                  <a:lnTo>
                    <a:pt x="5305501" y="236963"/>
                  </a:lnTo>
                  <a:lnTo>
                    <a:pt x="5259384" y="226084"/>
                  </a:lnTo>
                  <a:lnTo>
                    <a:pt x="5212056" y="215381"/>
                  </a:lnTo>
                  <a:lnTo>
                    <a:pt x="5163550" y="204859"/>
                  </a:lnTo>
                  <a:lnTo>
                    <a:pt x="5113898" y="194526"/>
                  </a:lnTo>
                  <a:lnTo>
                    <a:pt x="5063134" y="184388"/>
                  </a:lnTo>
                  <a:lnTo>
                    <a:pt x="5011290" y="174450"/>
                  </a:lnTo>
                  <a:lnTo>
                    <a:pt x="4958399" y="164719"/>
                  </a:lnTo>
                  <a:lnTo>
                    <a:pt x="4904494" y="155202"/>
                  </a:lnTo>
                  <a:lnTo>
                    <a:pt x="4849607" y="145904"/>
                  </a:lnTo>
                  <a:lnTo>
                    <a:pt x="4793771" y="136832"/>
                  </a:lnTo>
                  <a:lnTo>
                    <a:pt x="4737019" y="127992"/>
                  </a:lnTo>
                  <a:lnTo>
                    <a:pt x="4679383" y="119390"/>
                  </a:lnTo>
                  <a:lnTo>
                    <a:pt x="4620896" y="111034"/>
                  </a:lnTo>
                  <a:lnTo>
                    <a:pt x="4561592" y="102928"/>
                  </a:lnTo>
                  <a:lnTo>
                    <a:pt x="4501502" y="95079"/>
                  </a:lnTo>
                  <a:lnTo>
                    <a:pt x="4440659" y="87494"/>
                  </a:lnTo>
                  <a:lnTo>
                    <a:pt x="4379097" y="80179"/>
                  </a:lnTo>
                  <a:lnTo>
                    <a:pt x="4316847" y="73140"/>
                  </a:lnTo>
                  <a:lnTo>
                    <a:pt x="4253943" y="66383"/>
                  </a:lnTo>
                  <a:lnTo>
                    <a:pt x="4190417" y="59915"/>
                  </a:lnTo>
                  <a:lnTo>
                    <a:pt x="4126302" y="53742"/>
                  </a:lnTo>
                  <a:lnTo>
                    <a:pt x="4061631" y="47869"/>
                  </a:lnTo>
                  <a:lnTo>
                    <a:pt x="3996436" y="42305"/>
                  </a:lnTo>
                  <a:lnTo>
                    <a:pt x="3930751" y="37054"/>
                  </a:lnTo>
                  <a:lnTo>
                    <a:pt x="3864607" y="32123"/>
                  </a:lnTo>
                  <a:lnTo>
                    <a:pt x="3798038" y="27519"/>
                  </a:lnTo>
                  <a:lnTo>
                    <a:pt x="3731076" y="23247"/>
                  </a:lnTo>
                  <a:lnTo>
                    <a:pt x="3663754" y="19313"/>
                  </a:lnTo>
                  <a:lnTo>
                    <a:pt x="3596106" y="15725"/>
                  </a:lnTo>
                  <a:lnTo>
                    <a:pt x="3528162" y="12489"/>
                  </a:lnTo>
                  <a:lnTo>
                    <a:pt x="3459957" y="9610"/>
                  </a:lnTo>
                  <a:lnTo>
                    <a:pt x="3391523" y="7095"/>
                  </a:lnTo>
                  <a:lnTo>
                    <a:pt x="3322892" y="4950"/>
                  </a:lnTo>
                  <a:lnTo>
                    <a:pt x="3254098" y="3182"/>
                  </a:lnTo>
                  <a:lnTo>
                    <a:pt x="3185173" y="1796"/>
                  </a:lnTo>
                  <a:lnTo>
                    <a:pt x="3116149" y="800"/>
                  </a:lnTo>
                  <a:lnTo>
                    <a:pt x="3047061" y="199"/>
                  </a:lnTo>
                  <a:lnTo>
                    <a:pt x="2977939" y="0"/>
                  </a:lnTo>
                  <a:lnTo>
                    <a:pt x="2923146" y="130"/>
                  </a:lnTo>
                  <a:lnTo>
                    <a:pt x="2868369" y="513"/>
                  </a:lnTo>
                  <a:lnTo>
                    <a:pt x="2813625" y="1147"/>
                  </a:lnTo>
                  <a:lnTo>
                    <a:pt x="2758930" y="2028"/>
                  </a:lnTo>
                  <a:lnTo>
                    <a:pt x="2704300" y="3152"/>
                  </a:lnTo>
                  <a:lnTo>
                    <a:pt x="2649751" y="4517"/>
                  </a:lnTo>
                  <a:lnTo>
                    <a:pt x="2595301" y="6119"/>
                  </a:lnTo>
                  <a:lnTo>
                    <a:pt x="2540964" y="7956"/>
                  </a:lnTo>
                  <a:lnTo>
                    <a:pt x="2486758" y="10025"/>
                  </a:lnTo>
                  <a:lnTo>
                    <a:pt x="2432698" y="12321"/>
                  </a:lnTo>
                  <a:lnTo>
                    <a:pt x="2378802" y="14843"/>
                  </a:lnTo>
                  <a:lnTo>
                    <a:pt x="2325084" y="17586"/>
                  </a:lnTo>
                  <a:lnTo>
                    <a:pt x="2271563" y="20548"/>
                  </a:lnTo>
                  <a:lnTo>
                    <a:pt x="2218253" y="23726"/>
                  </a:lnTo>
                  <a:lnTo>
                    <a:pt x="2165171" y="27117"/>
                  </a:lnTo>
                  <a:lnTo>
                    <a:pt x="2112334" y="30716"/>
                  </a:lnTo>
                  <a:lnTo>
                    <a:pt x="2059757" y="34523"/>
                  </a:lnTo>
                  <a:lnTo>
                    <a:pt x="2007458" y="38532"/>
                  </a:lnTo>
                  <a:lnTo>
                    <a:pt x="1955452" y="42741"/>
                  </a:lnTo>
                  <a:lnTo>
                    <a:pt x="1903756" y="47148"/>
                  </a:lnTo>
                  <a:lnTo>
                    <a:pt x="1852385" y="51748"/>
                  </a:lnTo>
                  <a:lnTo>
                    <a:pt x="1801357" y="56539"/>
                  </a:lnTo>
                  <a:lnTo>
                    <a:pt x="1750688" y="61517"/>
                  </a:lnTo>
                  <a:lnTo>
                    <a:pt x="1700393" y="66680"/>
                  </a:lnTo>
                  <a:lnTo>
                    <a:pt x="1650490" y="72024"/>
                  </a:lnTo>
                  <a:lnTo>
                    <a:pt x="1600994" y="77546"/>
                  </a:lnTo>
                  <a:lnTo>
                    <a:pt x="1551922" y="83244"/>
                  </a:lnTo>
                  <a:lnTo>
                    <a:pt x="1503290" y="89113"/>
                  </a:lnTo>
                  <a:lnTo>
                    <a:pt x="1455114" y="95151"/>
                  </a:lnTo>
                  <a:lnTo>
                    <a:pt x="1407411" y="101355"/>
                  </a:lnTo>
                  <a:lnTo>
                    <a:pt x="1360196" y="107721"/>
                  </a:lnTo>
                  <a:lnTo>
                    <a:pt x="1313487" y="114247"/>
                  </a:lnTo>
                  <a:lnTo>
                    <a:pt x="1267300" y="120929"/>
                  </a:lnTo>
                  <a:lnTo>
                    <a:pt x="1221651" y="127764"/>
                  </a:lnTo>
                  <a:lnTo>
                    <a:pt x="1176555" y="134749"/>
                  </a:lnTo>
                  <a:lnTo>
                    <a:pt x="1132030" y="141881"/>
                  </a:lnTo>
                  <a:lnTo>
                    <a:pt x="1088092" y="149157"/>
                  </a:lnTo>
                  <a:lnTo>
                    <a:pt x="1044757" y="156574"/>
                  </a:lnTo>
                  <a:lnTo>
                    <a:pt x="1002041" y="164128"/>
                  </a:lnTo>
                  <a:lnTo>
                    <a:pt x="959961" y="171817"/>
                  </a:lnTo>
                  <a:lnTo>
                    <a:pt x="918533" y="179637"/>
                  </a:lnTo>
                  <a:lnTo>
                    <a:pt x="859080" y="191318"/>
                  </a:lnTo>
                  <a:lnTo>
                    <a:pt x="801112" y="203264"/>
                  </a:lnTo>
                  <a:lnTo>
                    <a:pt x="744678" y="215466"/>
                  </a:lnTo>
                  <a:lnTo>
                    <a:pt x="689831" y="227912"/>
                  </a:lnTo>
                  <a:lnTo>
                    <a:pt x="636622" y="240595"/>
                  </a:lnTo>
                  <a:lnTo>
                    <a:pt x="585101" y="253503"/>
                  </a:lnTo>
                  <a:lnTo>
                    <a:pt x="535319" y="266627"/>
                  </a:lnTo>
                  <a:lnTo>
                    <a:pt x="487329" y="279957"/>
                  </a:lnTo>
                  <a:lnTo>
                    <a:pt x="441181" y="293484"/>
                  </a:lnTo>
                  <a:lnTo>
                    <a:pt x="396927" y="307197"/>
                  </a:lnTo>
                  <a:lnTo>
                    <a:pt x="354616" y="321087"/>
                  </a:lnTo>
                  <a:lnTo>
                    <a:pt x="314302" y="335144"/>
                  </a:lnTo>
                  <a:lnTo>
                    <a:pt x="276034" y="349358"/>
                  </a:lnTo>
                  <a:lnTo>
                    <a:pt x="239865" y="363719"/>
                  </a:lnTo>
                  <a:lnTo>
                    <a:pt x="181770" y="389176"/>
                  </a:lnTo>
                  <a:lnTo>
                    <a:pt x="130532" y="415002"/>
                  </a:lnTo>
                  <a:lnTo>
                    <a:pt x="86424" y="441143"/>
                  </a:lnTo>
                  <a:lnTo>
                    <a:pt x="49721" y="467548"/>
                  </a:lnTo>
                  <a:lnTo>
                    <a:pt x="20696" y="494164"/>
                  </a:lnTo>
                  <a:lnTo>
                    <a:pt x="1815" y="517584"/>
                  </a:lnTo>
                  <a:lnTo>
                    <a:pt x="0" y="520364"/>
                  </a:lnTo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1308363" y="2538630"/>
              <a:ext cx="30480" cy="46355"/>
            </a:xfrm>
            <a:custGeom>
              <a:avLst/>
              <a:gdLst/>
              <a:ahLst/>
              <a:cxnLst/>
              <a:rect l="l" t="t" r="r" b="b"/>
              <a:pathLst>
                <a:path w="30480" h="46355">
                  <a:moveTo>
                    <a:pt x="1689" y="45968"/>
                  </a:moveTo>
                  <a:lnTo>
                    <a:pt x="0" y="0"/>
                  </a:lnTo>
                  <a:lnTo>
                    <a:pt x="29943" y="9668"/>
                  </a:lnTo>
                  <a:lnTo>
                    <a:pt x="1689" y="45968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1308363" y="2538630"/>
              <a:ext cx="30480" cy="46355"/>
            </a:xfrm>
            <a:custGeom>
              <a:avLst/>
              <a:gdLst/>
              <a:ahLst/>
              <a:cxnLst/>
              <a:rect l="l" t="t" r="r" b="b"/>
              <a:pathLst>
                <a:path w="30480" h="46355">
                  <a:moveTo>
                    <a:pt x="0" y="0"/>
                  </a:moveTo>
                  <a:lnTo>
                    <a:pt x="1689" y="45968"/>
                  </a:lnTo>
                  <a:lnTo>
                    <a:pt x="29943" y="966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16" name="object 16" descr=""/>
          <p:cNvGraphicFramePr>
            <a:graphicFrameLocks noGrp="1"/>
          </p:cNvGraphicFramePr>
          <p:nvPr/>
        </p:nvGraphicFramePr>
        <p:xfrm>
          <a:off x="1239962" y="2592487"/>
          <a:ext cx="7265670" cy="4235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920"/>
                <a:gridCol w="318134"/>
                <a:gridCol w="121920"/>
                <a:gridCol w="1224914"/>
                <a:gridCol w="121919"/>
                <a:gridCol w="489584"/>
                <a:gridCol w="123825"/>
                <a:gridCol w="857250"/>
                <a:gridCol w="122554"/>
                <a:gridCol w="857885"/>
                <a:gridCol w="121285"/>
                <a:gridCol w="1503680"/>
                <a:gridCol w="121285"/>
                <a:gridCol w="1066164"/>
              </a:tblGrid>
              <a:tr h="4235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6AA4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6AA4C8"/>
                    </a:solidFill>
                  </a:tcPr>
                </a:tc>
                <a:tc>
                  <a:txBody>
                    <a:bodyPr/>
                    <a:lstStyle/>
                    <a:p>
                      <a:pPr marL="284480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1400">
                          <a:latin typeface="Arial MT"/>
                          <a:cs typeface="Arial MT"/>
                        </a:rPr>
                        <a:t>en</a:t>
                      </a:r>
                      <a:r>
                        <a:rPr dirty="0" sz="14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 spc="-25">
                          <a:latin typeface="Arial MT"/>
                          <a:cs typeface="Arial MT"/>
                        </a:rPr>
                        <a:t>uso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99695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E9ED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6AA4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R w="19050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6AA4C8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14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en</a:t>
                      </a:r>
                      <a:r>
                        <a:rPr dirty="0" sz="1400" spc="-1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 spc="-2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uso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99695">
                    <a:lnL w="9525">
                      <a:solidFill>
                        <a:srgbClr val="1A1A1A"/>
                      </a:solidFill>
                      <a:prstDash val="solid"/>
                    </a:lnL>
                    <a:lnR w="12700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E9ED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6AA4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6AA4C8"/>
                    </a:solidFill>
                  </a:tcPr>
                </a:tc>
                <a:tc>
                  <a:txBody>
                    <a:bodyPr/>
                    <a:lstStyle/>
                    <a:p>
                      <a:pPr marL="424180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14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en</a:t>
                      </a:r>
                      <a:r>
                        <a:rPr dirty="0" sz="1400" spc="-1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 spc="-2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uso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99695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E9ED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6AA4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7" name="object 17" descr=""/>
          <p:cNvSpPr txBox="1"/>
          <p:nvPr/>
        </p:nvSpPr>
        <p:spPr>
          <a:xfrm>
            <a:off x="907819" y="3673655"/>
            <a:ext cx="7112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solidFill>
                  <a:srgbClr val="1A1A1A"/>
                </a:solidFill>
                <a:latin typeface="Courier New"/>
                <a:cs typeface="Courier New"/>
              </a:rPr>
              <a:t>prevp</a:t>
            </a:r>
            <a:endParaRPr sz="1800">
              <a:latin typeface="Courier New"/>
              <a:cs typeface="Courier New"/>
            </a:endParaRPr>
          </a:p>
        </p:txBody>
      </p:sp>
      <p:grpSp>
        <p:nvGrpSpPr>
          <p:cNvPr id="18" name="object 18" descr=""/>
          <p:cNvGrpSpPr/>
          <p:nvPr/>
        </p:nvGrpSpPr>
        <p:grpSpPr>
          <a:xfrm>
            <a:off x="1277254" y="3063912"/>
            <a:ext cx="41275" cy="579755"/>
            <a:chOff x="1277254" y="3063912"/>
            <a:chExt cx="41275" cy="579755"/>
          </a:xfrm>
        </p:grpSpPr>
        <p:sp>
          <p:nvSpPr>
            <p:cNvPr id="19" name="object 19" descr=""/>
            <p:cNvSpPr/>
            <p:nvPr/>
          </p:nvSpPr>
          <p:spPr>
            <a:xfrm>
              <a:off x="1297750" y="3111899"/>
              <a:ext cx="0" cy="532130"/>
            </a:xfrm>
            <a:custGeom>
              <a:avLst/>
              <a:gdLst/>
              <a:ahLst/>
              <a:cxnLst/>
              <a:rect l="l" t="t" r="r" b="b"/>
              <a:pathLst>
                <a:path w="0" h="532129">
                  <a:moveTo>
                    <a:pt x="0" y="531749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1282017" y="3068674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0" y="43225"/>
                  </a:lnTo>
                  <a:lnTo>
                    <a:pt x="15732" y="0"/>
                  </a:lnTo>
                  <a:lnTo>
                    <a:pt x="31465" y="43225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1282017" y="3068674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15732" y="0"/>
                  </a:lnTo>
                  <a:lnTo>
                    <a:pt x="0" y="43225"/>
                  </a:lnTo>
                  <a:lnTo>
                    <a:pt x="31465" y="43225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 descr=""/>
          <p:cNvSpPr txBox="1"/>
          <p:nvPr/>
        </p:nvSpPr>
        <p:spPr>
          <a:xfrm>
            <a:off x="3012483" y="3673655"/>
            <a:ext cx="16319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 b="1">
                <a:solidFill>
                  <a:srgbClr val="1A1A1A"/>
                </a:solidFill>
                <a:latin typeface="Courier New"/>
                <a:cs typeface="Courier New"/>
              </a:rPr>
              <a:t>p</a:t>
            </a:r>
            <a:endParaRPr sz="1800">
              <a:latin typeface="Courier New"/>
              <a:cs typeface="Courier New"/>
            </a:endParaRPr>
          </a:p>
        </p:txBody>
      </p:sp>
      <p:grpSp>
        <p:nvGrpSpPr>
          <p:cNvPr id="23" name="object 23" descr=""/>
          <p:cNvGrpSpPr/>
          <p:nvPr/>
        </p:nvGrpSpPr>
        <p:grpSpPr>
          <a:xfrm>
            <a:off x="3073279" y="3063912"/>
            <a:ext cx="41275" cy="579755"/>
            <a:chOff x="3073279" y="3063912"/>
            <a:chExt cx="41275" cy="579755"/>
          </a:xfrm>
        </p:grpSpPr>
        <p:sp>
          <p:nvSpPr>
            <p:cNvPr id="24" name="object 24" descr=""/>
            <p:cNvSpPr/>
            <p:nvPr/>
          </p:nvSpPr>
          <p:spPr>
            <a:xfrm>
              <a:off x="3093774" y="3111899"/>
              <a:ext cx="0" cy="532130"/>
            </a:xfrm>
            <a:custGeom>
              <a:avLst/>
              <a:gdLst/>
              <a:ahLst/>
              <a:cxnLst/>
              <a:rect l="l" t="t" r="r" b="b"/>
              <a:pathLst>
                <a:path w="0" h="532129">
                  <a:moveTo>
                    <a:pt x="0" y="531749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3078042" y="3068674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0" y="43225"/>
                  </a:lnTo>
                  <a:lnTo>
                    <a:pt x="15732" y="0"/>
                  </a:lnTo>
                  <a:lnTo>
                    <a:pt x="31465" y="43225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3078042" y="3068674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15732" y="0"/>
                  </a:lnTo>
                  <a:lnTo>
                    <a:pt x="0" y="43225"/>
                  </a:lnTo>
                  <a:lnTo>
                    <a:pt x="31465" y="43225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73025" y="63880"/>
            <a:ext cx="22993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1A1A1A"/>
                </a:solidFill>
                <a:latin typeface="Arial MT"/>
                <a:cs typeface="Arial MT"/>
              </a:rPr>
              <a:t>Buscar</a:t>
            </a:r>
            <a:r>
              <a:rPr dirty="0" sz="1800" spc="-1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1A1A1A"/>
                </a:solidFill>
                <a:latin typeface="Arial MT"/>
                <a:cs typeface="Arial MT"/>
              </a:rPr>
              <a:t>un</a:t>
            </a:r>
            <a:r>
              <a:rPr dirty="0" sz="1800" spc="-1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1A1A1A"/>
                </a:solidFill>
                <a:latin typeface="Arial MT"/>
                <a:cs typeface="Arial MT"/>
              </a:rPr>
              <a:t>bloque</a:t>
            </a:r>
            <a:r>
              <a:rPr dirty="0" sz="1800" spc="-1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1A1A1A"/>
                </a:solidFill>
                <a:latin typeface="Arial MT"/>
                <a:cs typeface="Arial MT"/>
              </a:rPr>
              <a:t>libre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1301012" y="2018337"/>
            <a:ext cx="6000750" cy="584200"/>
            <a:chOff x="1301012" y="2018337"/>
            <a:chExt cx="6000750" cy="584200"/>
          </a:xfrm>
        </p:grpSpPr>
        <p:sp>
          <p:nvSpPr>
            <p:cNvPr id="4" name="object 4" descr=""/>
            <p:cNvSpPr/>
            <p:nvPr/>
          </p:nvSpPr>
          <p:spPr>
            <a:xfrm>
              <a:off x="1305774" y="2359124"/>
              <a:ext cx="1762125" cy="238125"/>
            </a:xfrm>
            <a:custGeom>
              <a:avLst/>
              <a:gdLst/>
              <a:ahLst/>
              <a:cxnLst/>
              <a:rect l="l" t="t" r="r" b="b"/>
              <a:pathLst>
                <a:path w="1762125" h="238125">
                  <a:moveTo>
                    <a:pt x="0" y="238124"/>
                  </a:moveTo>
                  <a:lnTo>
                    <a:pt x="28663" y="184944"/>
                  </a:lnTo>
                  <a:lnTo>
                    <a:pt x="76828" y="150677"/>
                  </a:lnTo>
                  <a:lnTo>
                    <a:pt x="145107" y="118196"/>
                  </a:lnTo>
                  <a:lnTo>
                    <a:pt x="185951" y="102848"/>
                  </a:lnTo>
                  <a:lnTo>
                    <a:pt x="230819" y="88215"/>
                  </a:lnTo>
                  <a:lnTo>
                    <a:pt x="279374" y="74385"/>
                  </a:lnTo>
                  <a:lnTo>
                    <a:pt x="331282" y="61450"/>
                  </a:lnTo>
                  <a:lnTo>
                    <a:pt x="386207" y="49497"/>
                  </a:lnTo>
                  <a:lnTo>
                    <a:pt x="443815" y="38617"/>
                  </a:lnTo>
                  <a:lnTo>
                    <a:pt x="503768" y="28899"/>
                  </a:lnTo>
                  <a:lnTo>
                    <a:pt x="565734" y="20432"/>
                  </a:lnTo>
                  <a:lnTo>
                    <a:pt x="629375" y="13306"/>
                  </a:lnTo>
                  <a:lnTo>
                    <a:pt x="694358" y="7610"/>
                  </a:lnTo>
                  <a:lnTo>
                    <a:pt x="760346" y="3434"/>
                  </a:lnTo>
                  <a:lnTo>
                    <a:pt x="827005" y="867"/>
                  </a:lnTo>
                  <a:lnTo>
                    <a:pt x="893999" y="0"/>
                  </a:lnTo>
                  <a:lnTo>
                    <a:pt x="949842" y="621"/>
                  </a:lnTo>
                  <a:lnTo>
                    <a:pt x="1005491" y="2433"/>
                  </a:lnTo>
                  <a:lnTo>
                    <a:pt x="1060751" y="5383"/>
                  </a:lnTo>
                  <a:lnTo>
                    <a:pt x="1115430" y="9420"/>
                  </a:lnTo>
                  <a:lnTo>
                    <a:pt x="1169333" y="14492"/>
                  </a:lnTo>
                  <a:lnTo>
                    <a:pt x="1222265" y="20547"/>
                  </a:lnTo>
                  <a:lnTo>
                    <a:pt x="1274034" y="27533"/>
                  </a:lnTo>
                  <a:lnTo>
                    <a:pt x="1324444" y="35400"/>
                  </a:lnTo>
                  <a:lnTo>
                    <a:pt x="1373302" y="44094"/>
                  </a:lnTo>
                  <a:lnTo>
                    <a:pt x="1420414" y="53565"/>
                  </a:lnTo>
                  <a:lnTo>
                    <a:pt x="1465587" y="63761"/>
                  </a:lnTo>
                  <a:lnTo>
                    <a:pt x="1508624" y="74629"/>
                  </a:lnTo>
                  <a:lnTo>
                    <a:pt x="1568756" y="92081"/>
                  </a:lnTo>
                  <a:lnTo>
                    <a:pt x="1622994" y="110756"/>
                  </a:lnTo>
                  <a:lnTo>
                    <a:pt x="1670684" y="130480"/>
                  </a:lnTo>
                  <a:lnTo>
                    <a:pt x="1711171" y="151078"/>
                  </a:lnTo>
                  <a:lnTo>
                    <a:pt x="1743801" y="172376"/>
                  </a:lnTo>
                  <a:lnTo>
                    <a:pt x="1756965" y="183233"/>
                  </a:lnTo>
                  <a:lnTo>
                    <a:pt x="1757971" y="184143"/>
                  </a:lnTo>
                  <a:lnTo>
                    <a:pt x="1758954" y="185054"/>
                  </a:lnTo>
                  <a:lnTo>
                    <a:pt x="1759914" y="185965"/>
                  </a:lnTo>
                  <a:lnTo>
                    <a:pt x="1761887" y="187889"/>
                  </a:lnTo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3053668" y="2539825"/>
              <a:ext cx="34290" cy="45720"/>
            </a:xfrm>
            <a:custGeom>
              <a:avLst/>
              <a:gdLst/>
              <a:ahLst/>
              <a:cxnLst/>
              <a:rect l="l" t="t" r="r" b="b"/>
              <a:pathLst>
                <a:path w="34289" h="45719">
                  <a:moveTo>
                    <a:pt x="33744" y="45638"/>
                  </a:moveTo>
                  <a:lnTo>
                    <a:pt x="0" y="14376"/>
                  </a:lnTo>
                  <a:lnTo>
                    <a:pt x="27988" y="0"/>
                  </a:lnTo>
                  <a:lnTo>
                    <a:pt x="33744" y="45638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3053668" y="2539825"/>
              <a:ext cx="34290" cy="45720"/>
            </a:xfrm>
            <a:custGeom>
              <a:avLst/>
              <a:gdLst/>
              <a:ahLst/>
              <a:cxnLst/>
              <a:rect l="l" t="t" r="r" b="b"/>
              <a:pathLst>
                <a:path w="34289" h="45719">
                  <a:moveTo>
                    <a:pt x="0" y="14376"/>
                  </a:moveTo>
                  <a:lnTo>
                    <a:pt x="33744" y="45638"/>
                  </a:lnTo>
                  <a:lnTo>
                    <a:pt x="27988" y="0"/>
                  </a:lnTo>
                  <a:lnTo>
                    <a:pt x="0" y="14376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3093774" y="2359124"/>
              <a:ext cx="1571625" cy="238125"/>
            </a:xfrm>
            <a:custGeom>
              <a:avLst/>
              <a:gdLst/>
              <a:ahLst/>
              <a:cxnLst/>
              <a:rect l="l" t="t" r="r" b="b"/>
              <a:pathLst>
                <a:path w="1571625" h="238125">
                  <a:moveTo>
                    <a:pt x="0" y="238124"/>
                  </a:moveTo>
                  <a:lnTo>
                    <a:pt x="14225" y="198598"/>
                  </a:lnTo>
                  <a:lnTo>
                    <a:pt x="54711" y="160047"/>
                  </a:lnTo>
                  <a:lnTo>
                    <a:pt x="118177" y="123455"/>
                  </a:lnTo>
                  <a:lnTo>
                    <a:pt x="157501" y="106200"/>
                  </a:lnTo>
                  <a:lnTo>
                    <a:pt x="201339" y="89802"/>
                  </a:lnTo>
                  <a:lnTo>
                    <a:pt x="249281" y="74385"/>
                  </a:lnTo>
                  <a:lnTo>
                    <a:pt x="300915" y="60072"/>
                  </a:lnTo>
                  <a:lnTo>
                    <a:pt x="355832" y="46983"/>
                  </a:lnTo>
                  <a:lnTo>
                    <a:pt x="413622" y="35244"/>
                  </a:lnTo>
                  <a:lnTo>
                    <a:pt x="473873" y="24976"/>
                  </a:lnTo>
                  <a:lnTo>
                    <a:pt x="536176" y="16302"/>
                  </a:lnTo>
                  <a:lnTo>
                    <a:pt x="600121" y="9344"/>
                  </a:lnTo>
                  <a:lnTo>
                    <a:pt x="665297" y="4226"/>
                  </a:lnTo>
                  <a:lnTo>
                    <a:pt x="731293" y="1070"/>
                  </a:lnTo>
                  <a:lnTo>
                    <a:pt x="797699" y="0"/>
                  </a:lnTo>
                  <a:lnTo>
                    <a:pt x="852051" y="737"/>
                  </a:lnTo>
                  <a:lnTo>
                    <a:pt x="906177" y="2886"/>
                  </a:lnTo>
                  <a:lnTo>
                    <a:pt x="959854" y="6378"/>
                  </a:lnTo>
                  <a:lnTo>
                    <a:pt x="1012857" y="11147"/>
                  </a:lnTo>
                  <a:lnTo>
                    <a:pt x="1064960" y="17125"/>
                  </a:lnTo>
                  <a:lnTo>
                    <a:pt x="1115940" y="24245"/>
                  </a:lnTo>
                  <a:lnTo>
                    <a:pt x="1165572" y="32440"/>
                  </a:lnTo>
                  <a:lnTo>
                    <a:pt x="1213630" y="41644"/>
                  </a:lnTo>
                  <a:lnTo>
                    <a:pt x="1259891" y="51788"/>
                  </a:lnTo>
                  <a:lnTo>
                    <a:pt x="1304128" y="62805"/>
                  </a:lnTo>
                  <a:lnTo>
                    <a:pt x="1346118" y="74629"/>
                  </a:lnTo>
                  <a:lnTo>
                    <a:pt x="1399772" y="92081"/>
                  </a:lnTo>
                  <a:lnTo>
                    <a:pt x="1448168" y="110756"/>
                  </a:lnTo>
                  <a:lnTo>
                    <a:pt x="1490721" y="130480"/>
                  </a:lnTo>
                  <a:lnTo>
                    <a:pt x="1526847" y="151078"/>
                  </a:lnTo>
                  <a:lnTo>
                    <a:pt x="1560198" y="175975"/>
                  </a:lnTo>
                  <a:lnTo>
                    <a:pt x="1567708" y="183233"/>
                  </a:lnTo>
                  <a:lnTo>
                    <a:pt x="1568606" y="184143"/>
                  </a:lnTo>
                  <a:lnTo>
                    <a:pt x="1569483" y="185054"/>
                  </a:lnTo>
                  <a:lnTo>
                    <a:pt x="1570340" y="185965"/>
                  </a:lnTo>
                  <a:lnTo>
                    <a:pt x="1571229" y="186937"/>
                  </a:lnTo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4650747" y="2539408"/>
              <a:ext cx="33020" cy="46355"/>
            </a:xfrm>
            <a:custGeom>
              <a:avLst/>
              <a:gdLst/>
              <a:ahLst/>
              <a:cxnLst/>
              <a:rect l="l" t="t" r="r" b="b"/>
              <a:pathLst>
                <a:path w="33020" h="46355">
                  <a:moveTo>
                    <a:pt x="32537" y="45822"/>
                  </a:moveTo>
                  <a:lnTo>
                    <a:pt x="0" y="13307"/>
                  </a:lnTo>
                  <a:lnTo>
                    <a:pt x="28512" y="0"/>
                  </a:lnTo>
                  <a:lnTo>
                    <a:pt x="32537" y="45822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4650747" y="2539408"/>
              <a:ext cx="33020" cy="46355"/>
            </a:xfrm>
            <a:custGeom>
              <a:avLst/>
              <a:gdLst/>
              <a:ahLst/>
              <a:cxnLst/>
              <a:rect l="l" t="t" r="r" b="b"/>
              <a:pathLst>
                <a:path w="33020" h="46355">
                  <a:moveTo>
                    <a:pt x="0" y="13307"/>
                  </a:moveTo>
                  <a:lnTo>
                    <a:pt x="32537" y="45822"/>
                  </a:lnTo>
                  <a:lnTo>
                    <a:pt x="28512" y="0"/>
                  </a:lnTo>
                  <a:lnTo>
                    <a:pt x="0" y="13307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4689025" y="2359124"/>
              <a:ext cx="2575560" cy="238125"/>
            </a:xfrm>
            <a:custGeom>
              <a:avLst/>
              <a:gdLst/>
              <a:ahLst/>
              <a:cxnLst/>
              <a:rect l="l" t="t" r="r" b="b"/>
              <a:pathLst>
                <a:path w="2575559" h="238125">
                  <a:moveTo>
                    <a:pt x="0" y="238124"/>
                  </a:moveTo>
                  <a:lnTo>
                    <a:pt x="21651" y="199999"/>
                  </a:lnTo>
                  <a:lnTo>
                    <a:pt x="58657" y="175013"/>
                  </a:lnTo>
                  <a:lnTo>
                    <a:pt x="112058" y="150677"/>
                  </a:lnTo>
                  <a:lnTo>
                    <a:pt x="180427" y="127252"/>
                  </a:lnTo>
                  <a:lnTo>
                    <a:pt x="219780" y="115963"/>
                  </a:lnTo>
                  <a:lnTo>
                    <a:pt x="262340" y="104999"/>
                  </a:lnTo>
                  <a:lnTo>
                    <a:pt x="307929" y="94393"/>
                  </a:lnTo>
                  <a:lnTo>
                    <a:pt x="356370" y="84177"/>
                  </a:lnTo>
                  <a:lnTo>
                    <a:pt x="407484" y="74385"/>
                  </a:lnTo>
                  <a:lnTo>
                    <a:pt x="461092" y="65049"/>
                  </a:lnTo>
                  <a:lnTo>
                    <a:pt x="517018" y="56202"/>
                  </a:lnTo>
                  <a:lnTo>
                    <a:pt x="575081" y="47875"/>
                  </a:lnTo>
                  <a:lnTo>
                    <a:pt x="635105" y="40102"/>
                  </a:lnTo>
                  <a:lnTo>
                    <a:pt x="696911" y="32916"/>
                  </a:lnTo>
                  <a:lnTo>
                    <a:pt x="760320" y="26348"/>
                  </a:lnTo>
                  <a:lnTo>
                    <a:pt x="825155" y="20432"/>
                  </a:lnTo>
                  <a:lnTo>
                    <a:pt x="891238" y="15200"/>
                  </a:lnTo>
                  <a:lnTo>
                    <a:pt x="958390" y="10684"/>
                  </a:lnTo>
                  <a:lnTo>
                    <a:pt x="1026432" y="6918"/>
                  </a:lnTo>
                  <a:lnTo>
                    <a:pt x="1095188" y="3934"/>
                  </a:lnTo>
                  <a:lnTo>
                    <a:pt x="1164478" y="1765"/>
                  </a:lnTo>
                  <a:lnTo>
                    <a:pt x="1234125" y="442"/>
                  </a:lnTo>
                  <a:lnTo>
                    <a:pt x="1303949" y="0"/>
                  </a:lnTo>
                  <a:lnTo>
                    <a:pt x="1358267" y="279"/>
                  </a:lnTo>
                  <a:lnTo>
                    <a:pt x="1412500" y="1095"/>
                  </a:lnTo>
                  <a:lnTo>
                    <a:pt x="1466566" y="2433"/>
                  </a:lnTo>
                  <a:lnTo>
                    <a:pt x="1520380" y="4276"/>
                  </a:lnTo>
                  <a:lnTo>
                    <a:pt x="1573859" y="6610"/>
                  </a:lnTo>
                  <a:lnTo>
                    <a:pt x="1626919" y="9420"/>
                  </a:lnTo>
                  <a:lnTo>
                    <a:pt x="1679475" y="12689"/>
                  </a:lnTo>
                  <a:lnTo>
                    <a:pt x="1731445" y="16403"/>
                  </a:lnTo>
                  <a:lnTo>
                    <a:pt x="1782744" y="20547"/>
                  </a:lnTo>
                  <a:lnTo>
                    <a:pt x="1833288" y="25104"/>
                  </a:lnTo>
                  <a:lnTo>
                    <a:pt x="1882994" y="30060"/>
                  </a:lnTo>
                  <a:lnTo>
                    <a:pt x="1931777" y="35400"/>
                  </a:lnTo>
                  <a:lnTo>
                    <a:pt x="1979555" y="41107"/>
                  </a:lnTo>
                  <a:lnTo>
                    <a:pt x="2026242" y="47167"/>
                  </a:lnTo>
                  <a:lnTo>
                    <a:pt x="2071756" y="53565"/>
                  </a:lnTo>
                  <a:lnTo>
                    <a:pt x="2116012" y="60285"/>
                  </a:lnTo>
                  <a:lnTo>
                    <a:pt x="2158926" y="67311"/>
                  </a:lnTo>
                  <a:lnTo>
                    <a:pt x="2200415" y="74629"/>
                  </a:lnTo>
                  <a:lnTo>
                    <a:pt x="2259793" y="86119"/>
                  </a:lnTo>
                  <a:lnTo>
                    <a:pt x="2315492" y="98179"/>
                  </a:lnTo>
                  <a:lnTo>
                    <a:pt x="2367229" y="110756"/>
                  </a:lnTo>
                  <a:lnTo>
                    <a:pt x="2414722" y="123800"/>
                  </a:lnTo>
                  <a:lnTo>
                    <a:pt x="2457687" y="137258"/>
                  </a:lnTo>
                  <a:lnTo>
                    <a:pt x="2495842" y="151078"/>
                  </a:lnTo>
                  <a:lnTo>
                    <a:pt x="2532663" y="166996"/>
                  </a:lnTo>
                  <a:lnTo>
                    <a:pt x="2568369" y="186876"/>
                  </a:lnTo>
                  <a:lnTo>
                    <a:pt x="2571033" y="188704"/>
                  </a:lnTo>
                  <a:lnTo>
                    <a:pt x="2572365" y="189618"/>
                  </a:lnTo>
                  <a:lnTo>
                    <a:pt x="2573663" y="190533"/>
                  </a:lnTo>
                  <a:lnTo>
                    <a:pt x="2574926" y="191449"/>
                  </a:lnTo>
                  <a:lnTo>
                    <a:pt x="2575338" y="191757"/>
                  </a:lnTo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7251434" y="2541919"/>
              <a:ext cx="38100" cy="45085"/>
            </a:xfrm>
            <a:custGeom>
              <a:avLst/>
              <a:gdLst/>
              <a:ahLst/>
              <a:cxnLst/>
              <a:rect l="l" t="t" r="r" b="b"/>
              <a:pathLst>
                <a:path w="38100" h="45085">
                  <a:moveTo>
                    <a:pt x="37556" y="44487"/>
                  </a:moveTo>
                  <a:lnTo>
                    <a:pt x="0" y="17927"/>
                  </a:lnTo>
                  <a:lnTo>
                    <a:pt x="25858" y="0"/>
                  </a:lnTo>
                  <a:lnTo>
                    <a:pt x="37556" y="44487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7251434" y="2541919"/>
              <a:ext cx="38100" cy="45085"/>
            </a:xfrm>
            <a:custGeom>
              <a:avLst/>
              <a:gdLst/>
              <a:ahLst/>
              <a:cxnLst/>
              <a:rect l="l" t="t" r="r" b="b"/>
              <a:pathLst>
                <a:path w="38100" h="45085">
                  <a:moveTo>
                    <a:pt x="0" y="17927"/>
                  </a:moveTo>
                  <a:lnTo>
                    <a:pt x="37556" y="44487"/>
                  </a:lnTo>
                  <a:lnTo>
                    <a:pt x="25858" y="0"/>
                  </a:lnTo>
                  <a:lnTo>
                    <a:pt x="0" y="17927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1323335" y="2023099"/>
              <a:ext cx="5973445" cy="574675"/>
            </a:xfrm>
            <a:custGeom>
              <a:avLst/>
              <a:gdLst/>
              <a:ahLst/>
              <a:cxnLst/>
              <a:rect l="l" t="t" r="r" b="b"/>
              <a:pathLst>
                <a:path w="5973445" h="574675">
                  <a:moveTo>
                    <a:pt x="5973439" y="574149"/>
                  </a:moveTo>
                  <a:lnTo>
                    <a:pt x="5964015" y="534428"/>
                  </a:lnTo>
                  <a:lnTo>
                    <a:pt x="5936331" y="494876"/>
                  </a:lnTo>
                  <a:lnTo>
                    <a:pt x="5908168" y="468685"/>
                  </a:lnTo>
                  <a:lnTo>
                    <a:pt x="5872544" y="442694"/>
                  </a:lnTo>
                  <a:lnTo>
                    <a:pt x="5829720" y="416954"/>
                  </a:lnTo>
                  <a:lnTo>
                    <a:pt x="5779960" y="391515"/>
                  </a:lnTo>
                  <a:lnTo>
                    <a:pt x="5723524" y="366427"/>
                  </a:lnTo>
                  <a:lnTo>
                    <a:pt x="5660674" y="341740"/>
                  </a:lnTo>
                  <a:lnTo>
                    <a:pt x="5591673" y="317505"/>
                  </a:lnTo>
                  <a:lnTo>
                    <a:pt x="5554947" y="305573"/>
                  </a:lnTo>
                  <a:lnTo>
                    <a:pt x="5516781" y="293772"/>
                  </a:lnTo>
                  <a:lnTo>
                    <a:pt x="5477209" y="282109"/>
                  </a:lnTo>
                  <a:lnTo>
                    <a:pt x="5436261" y="270590"/>
                  </a:lnTo>
                  <a:lnTo>
                    <a:pt x="5393973" y="259222"/>
                  </a:lnTo>
                  <a:lnTo>
                    <a:pt x="5350375" y="248011"/>
                  </a:lnTo>
                  <a:lnTo>
                    <a:pt x="5305501" y="236963"/>
                  </a:lnTo>
                  <a:lnTo>
                    <a:pt x="5259384" y="226084"/>
                  </a:lnTo>
                  <a:lnTo>
                    <a:pt x="5212056" y="215381"/>
                  </a:lnTo>
                  <a:lnTo>
                    <a:pt x="5163550" y="204859"/>
                  </a:lnTo>
                  <a:lnTo>
                    <a:pt x="5113898" y="194526"/>
                  </a:lnTo>
                  <a:lnTo>
                    <a:pt x="5063134" y="184388"/>
                  </a:lnTo>
                  <a:lnTo>
                    <a:pt x="5011290" y="174450"/>
                  </a:lnTo>
                  <a:lnTo>
                    <a:pt x="4958399" y="164719"/>
                  </a:lnTo>
                  <a:lnTo>
                    <a:pt x="4904494" y="155202"/>
                  </a:lnTo>
                  <a:lnTo>
                    <a:pt x="4849607" y="145904"/>
                  </a:lnTo>
                  <a:lnTo>
                    <a:pt x="4793771" y="136832"/>
                  </a:lnTo>
                  <a:lnTo>
                    <a:pt x="4737019" y="127992"/>
                  </a:lnTo>
                  <a:lnTo>
                    <a:pt x="4679383" y="119390"/>
                  </a:lnTo>
                  <a:lnTo>
                    <a:pt x="4620896" y="111034"/>
                  </a:lnTo>
                  <a:lnTo>
                    <a:pt x="4561592" y="102928"/>
                  </a:lnTo>
                  <a:lnTo>
                    <a:pt x="4501502" y="95079"/>
                  </a:lnTo>
                  <a:lnTo>
                    <a:pt x="4440659" y="87494"/>
                  </a:lnTo>
                  <a:lnTo>
                    <a:pt x="4379097" y="80179"/>
                  </a:lnTo>
                  <a:lnTo>
                    <a:pt x="4316847" y="73140"/>
                  </a:lnTo>
                  <a:lnTo>
                    <a:pt x="4253943" y="66383"/>
                  </a:lnTo>
                  <a:lnTo>
                    <a:pt x="4190417" y="59915"/>
                  </a:lnTo>
                  <a:lnTo>
                    <a:pt x="4126302" y="53742"/>
                  </a:lnTo>
                  <a:lnTo>
                    <a:pt x="4061631" y="47869"/>
                  </a:lnTo>
                  <a:lnTo>
                    <a:pt x="3996436" y="42305"/>
                  </a:lnTo>
                  <a:lnTo>
                    <a:pt x="3930751" y="37054"/>
                  </a:lnTo>
                  <a:lnTo>
                    <a:pt x="3864607" y="32123"/>
                  </a:lnTo>
                  <a:lnTo>
                    <a:pt x="3798038" y="27519"/>
                  </a:lnTo>
                  <a:lnTo>
                    <a:pt x="3731076" y="23247"/>
                  </a:lnTo>
                  <a:lnTo>
                    <a:pt x="3663754" y="19313"/>
                  </a:lnTo>
                  <a:lnTo>
                    <a:pt x="3596106" y="15725"/>
                  </a:lnTo>
                  <a:lnTo>
                    <a:pt x="3528162" y="12489"/>
                  </a:lnTo>
                  <a:lnTo>
                    <a:pt x="3459957" y="9610"/>
                  </a:lnTo>
                  <a:lnTo>
                    <a:pt x="3391523" y="7095"/>
                  </a:lnTo>
                  <a:lnTo>
                    <a:pt x="3322892" y="4950"/>
                  </a:lnTo>
                  <a:lnTo>
                    <a:pt x="3254098" y="3182"/>
                  </a:lnTo>
                  <a:lnTo>
                    <a:pt x="3185173" y="1796"/>
                  </a:lnTo>
                  <a:lnTo>
                    <a:pt x="3116149" y="800"/>
                  </a:lnTo>
                  <a:lnTo>
                    <a:pt x="3047061" y="199"/>
                  </a:lnTo>
                  <a:lnTo>
                    <a:pt x="2977939" y="0"/>
                  </a:lnTo>
                  <a:lnTo>
                    <a:pt x="2923146" y="130"/>
                  </a:lnTo>
                  <a:lnTo>
                    <a:pt x="2868369" y="513"/>
                  </a:lnTo>
                  <a:lnTo>
                    <a:pt x="2813625" y="1147"/>
                  </a:lnTo>
                  <a:lnTo>
                    <a:pt x="2758930" y="2028"/>
                  </a:lnTo>
                  <a:lnTo>
                    <a:pt x="2704300" y="3152"/>
                  </a:lnTo>
                  <a:lnTo>
                    <a:pt x="2649751" y="4517"/>
                  </a:lnTo>
                  <a:lnTo>
                    <a:pt x="2595301" y="6119"/>
                  </a:lnTo>
                  <a:lnTo>
                    <a:pt x="2540964" y="7956"/>
                  </a:lnTo>
                  <a:lnTo>
                    <a:pt x="2486758" y="10025"/>
                  </a:lnTo>
                  <a:lnTo>
                    <a:pt x="2432698" y="12321"/>
                  </a:lnTo>
                  <a:lnTo>
                    <a:pt x="2378802" y="14843"/>
                  </a:lnTo>
                  <a:lnTo>
                    <a:pt x="2325084" y="17586"/>
                  </a:lnTo>
                  <a:lnTo>
                    <a:pt x="2271563" y="20548"/>
                  </a:lnTo>
                  <a:lnTo>
                    <a:pt x="2218253" y="23726"/>
                  </a:lnTo>
                  <a:lnTo>
                    <a:pt x="2165171" y="27117"/>
                  </a:lnTo>
                  <a:lnTo>
                    <a:pt x="2112334" y="30716"/>
                  </a:lnTo>
                  <a:lnTo>
                    <a:pt x="2059757" y="34523"/>
                  </a:lnTo>
                  <a:lnTo>
                    <a:pt x="2007458" y="38532"/>
                  </a:lnTo>
                  <a:lnTo>
                    <a:pt x="1955452" y="42741"/>
                  </a:lnTo>
                  <a:lnTo>
                    <a:pt x="1903756" y="47148"/>
                  </a:lnTo>
                  <a:lnTo>
                    <a:pt x="1852385" y="51748"/>
                  </a:lnTo>
                  <a:lnTo>
                    <a:pt x="1801357" y="56539"/>
                  </a:lnTo>
                  <a:lnTo>
                    <a:pt x="1750688" y="61517"/>
                  </a:lnTo>
                  <a:lnTo>
                    <a:pt x="1700393" y="66680"/>
                  </a:lnTo>
                  <a:lnTo>
                    <a:pt x="1650490" y="72024"/>
                  </a:lnTo>
                  <a:lnTo>
                    <a:pt x="1600994" y="77546"/>
                  </a:lnTo>
                  <a:lnTo>
                    <a:pt x="1551922" y="83244"/>
                  </a:lnTo>
                  <a:lnTo>
                    <a:pt x="1503290" y="89113"/>
                  </a:lnTo>
                  <a:lnTo>
                    <a:pt x="1455114" y="95151"/>
                  </a:lnTo>
                  <a:lnTo>
                    <a:pt x="1407411" y="101355"/>
                  </a:lnTo>
                  <a:lnTo>
                    <a:pt x="1360196" y="107721"/>
                  </a:lnTo>
                  <a:lnTo>
                    <a:pt x="1313487" y="114247"/>
                  </a:lnTo>
                  <a:lnTo>
                    <a:pt x="1267300" y="120929"/>
                  </a:lnTo>
                  <a:lnTo>
                    <a:pt x="1221651" y="127764"/>
                  </a:lnTo>
                  <a:lnTo>
                    <a:pt x="1176555" y="134749"/>
                  </a:lnTo>
                  <a:lnTo>
                    <a:pt x="1132030" y="141881"/>
                  </a:lnTo>
                  <a:lnTo>
                    <a:pt x="1088092" y="149157"/>
                  </a:lnTo>
                  <a:lnTo>
                    <a:pt x="1044757" y="156574"/>
                  </a:lnTo>
                  <a:lnTo>
                    <a:pt x="1002041" y="164128"/>
                  </a:lnTo>
                  <a:lnTo>
                    <a:pt x="959961" y="171817"/>
                  </a:lnTo>
                  <a:lnTo>
                    <a:pt x="918533" y="179637"/>
                  </a:lnTo>
                  <a:lnTo>
                    <a:pt x="859080" y="191318"/>
                  </a:lnTo>
                  <a:lnTo>
                    <a:pt x="801112" y="203264"/>
                  </a:lnTo>
                  <a:lnTo>
                    <a:pt x="744678" y="215466"/>
                  </a:lnTo>
                  <a:lnTo>
                    <a:pt x="689831" y="227912"/>
                  </a:lnTo>
                  <a:lnTo>
                    <a:pt x="636622" y="240595"/>
                  </a:lnTo>
                  <a:lnTo>
                    <a:pt x="585101" y="253503"/>
                  </a:lnTo>
                  <a:lnTo>
                    <a:pt x="535319" y="266627"/>
                  </a:lnTo>
                  <a:lnTo>
                    <a:pt x="487329" y="279957"/>
                  </a:lnTo>
                  <a:lnTo>
                    <a:pt x="441181" y="293484"/>
                  </a:lnTo>
                  <a:lnTo>
                    <a:pt x="396927" y="307197"/>
                  </a:lnTo>
                  <a:lnTo>
                    <a:pt x="354616" y="321087"/>
                  </a:lnTo>
                  <a:lnTo>
                    <a:pt x="314302" y="335144"/>
                  </a:lnTo>
                  <a:lnTo>
                    <a:pt x="276034" y="349358"/>
                  </a:lnTo>
                  <a:lnTo>
                    <a:pt x="239865" y="363719"/>
                  </a:lnTo>
                  <a:lnTo>
                    <a:pt x="181770" y="389176"/>
                  </a:lnTo>
                  <a:lnTo>
                    <a:pt x="130532" y="415002"/>
                  </a:lnTo>
                  <a:lnTo>
                    <a:pt x="86424" y="441143"/>
                  </a:lnTo>
                  <a:lnTo>
                    <a:pt x="49721" y="467548"/>
                  </a:lnTo>
                  <a:lnTo>
                    <a:pt x="20696" y="494164"/>
                  </a:lnTo>
                  <a:lnTo>
                    <a:pt x="1815" y="517584"/>
                  </a:lnTo>
                  <a:lnTo>
                    <a:pt x="0" y="520364"/>
                  </a:lnTo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1308363" y="2538630"/>
              <a:ext cx="30480" cy="46355"/>
            </a:xfrm>
            <a:custGeom>
              <a:avLst/>
              <a:gdLst/>
              <a:ahLst/>
              <a:cxnLst/>
              <a:rect l="l" t="t" r="r" b="b"/>
              <a:pathLst>
                <a:path w="30480" h="46355">
                  <a:moveTo>
                    <a:pt x="1689" y="45968"/>
                  </a:moveTo>
                  <a:lnTo>
                    <a:pt x="0" y="0"/>
                  </a:lnTo>
                  <a:lnTo>
                    <a:pt x="29943" y="9668"/>
                  </a:lnTo>
                  <a:lnTo>
                    <a:pt x="1689" y="45968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1308363" y="2538630"/>
              <a:ext cx="30480" cy="46355"/>
            </a:xfrm>
            <a:custGeom>
              <a:avLst/>
              <a:gdLst/>
              <a:ahLst/>
              <a:cxnLst/>
              <a:rect l="l" t="t" r="r" b="b"/>
              <a:pathLst>
                <a:path w="30480" h="46355">
                  <a:moveTo>
                    <a:pt x="0" y="0"/>
                  </a:moveTo>
                  <a:lnTo>
                    <a:pt x="1689" y="45968"/>
                  </a:lnTo>
                  <a:lnTo>
                    <a:pt x="29943" y="966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16" name="object 16" descr=""/>
          <p:cNvGraphicFramePr>
            <a:graphicFrameLocks noGrp="1"/>
          </p:cNvGraphicFramePr>
          <p:nvPr/>
        </p:nvGraphicFramePr>
        <p:xfrm>
          <a:off x="1239962" y="2592487"/>
          <a:ext cx="7265670" cy="4235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920"/>
                <a:gridCol w="318134"/>
                <a:gridCol w="121920"/>
                <a:gridCol w="1224914"/>
                <a:gridCol w="121919"/>
                <a:gridCol w="489584"/>
                <a:gridCol w="123825"/>
                <a:gridCol w="857250"/>
                <a:gridCol w="122554"/>
                <a:gridCol w="857885"/>
                <a:gridCol w="121285"/>
                <a:gridCol w="1503680"/>
                <a:gridCol w="121285"/>
                <a:gridCol w="1066164"/>
              </a:tblGrid>
              <a:tr h="4235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6AA4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6AA4C8"/>
                    </a:solidFill>
                  </a:tcPr>
                </a:tc>
                <a:tc>
                  <a:txBody>
                    <a:bodyPr/>
                    <a:lstStyle/>
                    <a:p>
                      <a:pPr marL="284480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1400">
                          <a:latin typeface="Arial MT"/>
                          <a:cs typeface="Arial MT"/>
                        </a:rPr>
                        <a:t>en</a:t>
                      </a:r>
                      <a:r>
                        <a:rPr dirty="0" sz="14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 spc="-25">
                          <a:latin typeface="Arial MT"/>
                          <a:cs typeface="Arial MT"/>
                        </a:rPr>
                        <a:t>uso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99695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E9ED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6AA4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R w="19050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6AA4C8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14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en</a:t>
                      </a:r>
                      <a:r>
                        <a:rPr dirty="0" sz="1400" spc="-1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 spc="-2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uso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99695">
                    <a:lnL w="9525">
                      <a:solidFill>
                        <a:srgbClr val="1A1A1A"/>
                      </a:solidFill>
                      <a:prstDash val="solid"/>
                    </a:lnL>
                    <a:lnR w="12700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E9ED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6AA4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6AA4C8"/>
                    </a:solidFill>
                  </a:tcPr>
                </a:tc>
                <a:tc>
                  <a:txBody>
                    <a:bodyPr/>
                    <a:lstStyle/>
                    <a:p>
                      <a:pPr marL="424180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14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en</a:t>
                      </a:r>
                      <a:r>
                        <a:rPr dirty="0" sz="1400" spc="-1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 spc="-2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uso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99695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E9ED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6AA4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7" name="object 17" descr=""/>
          <p:cNvSpPr txBox="1"/>
          <p:nvPr/>
        </p:nvSpPr>
        <p:spPr>
          <a:xfrm>
            <a:off x="2738119" y="3673655"/>
            <a:ext cx="7112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solidFill>
                  <a:srgbClr val="1A1A1A"/>
                </a:solidFill>
                <a:latin typeface="Courier New"/>
                <a:cs typeface="Courier New"/>
              </a:rPr>
              <a:t>prevp</a:t>
            </a:r>
            <a:endParaRPr sz="1800">
              <a:latin typeface="Courier New"/>
              <a:cs typeface="Courier New"/>
            </a:endParaRPr>
          </a:p>
        </p:txBody>
      </p:sp>
      <p:grpSp>
        <p:nvGrpSpPr>
          <p:cNvPr id="18" name="object 18" descr=""/>
          <p:cNvGrpSpPr/>
          <p:nvPr/>
        </p:nvGrpSpPr>
        <p:grpSpPr>
          <a:xfrm>
            <a:off x="3071779" y="3030012"/>
            <a:ext cx="41275" cy="579755"/>
            <a:chOff x="3071779" y="3030012"/>
            <a:chExt cx="41275" cy="579755"/>
          </a:xfrm>
        </p:grpSpPr>
        <p:sp>
          <p:nvSpPr>
            <p:cNvPr id="19" name="object 19" descr=""/>
            <p:cNvSpPr/>
            <p:nvPr/>
          </p:nvSpPr>
          <p:spPr>
            <a:xfrm>
              <a:off x="3092275" y="3078000"/>
              <a:ext cx="0" cy="532130"/>
            </a:xfrm>
            <a:custGeom>
              <a:avLst/>
              <a:gdLst/>
              <a:ahLst/>
              <a:cxnLst/>
              <a:rect l="l" t="t" r="r" b="b"/>
              <a:pathLst>
                <a:path w="0" h="532129">
                  <a:moveTo>
                    <a:pt x="0" y="531749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3076542" y="3034774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0" y="43225"/>
                  </a:lnTo>
                  <a:lnTo>
                    <a:pt x="15732" y="0"/>
                  </a:lnTo>
                  <a:lnTo>
                    <a:pt x="31465" y="43225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3076542" y="3034774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15732" y="0"/>
                  </a:lnTo>
                  <a:lnTo>
                    <a:pt x="0" y="43225"/>
                  </a:lnTo>
                  <a:lnTo>
                    <a:pt x="31465" y="43225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 descr=""/>
          <p:cNvSpPr txBox="1"/>
          <p:nvPr/>
        </p:nvSpPr>
        <p:spPr>
          <a:xfrm>
            <a:off x="4612683" y="3673655"/>
            <a:ext cx="16319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 b="1">
                <a:solidFill>
                  <a:srgbClr val="1A1A1A"/>
                </a:solidFill>
                <a:latin typeface="Courier New"/>
                <a:cs typeface="Courier New"/>
              </a:rPr>
              <a:t>p</a:t>
            </a:r>
            <a:endParaRPr sz="1800">
              <a:latin typeface="Courier New"/>
              <a:cs typeface="Courier New"/>
            </a:endParaRPr>
          </a:p>
        </p:txBody>
      </p:sp>
      <p:grpSp>
        <p:nvGrpSpPr>
          <p:cNvPr id="23" name="object 23" descr=""/>
          <p:cNvGrpSpPr/>
          <p:nvPr/>
        </p:nvGrpSpPr>
        <p:grpSpPr>
          <a:xfrm>
            <a:off x="4673479" y="3030012"/>
            <a:ext cx="41275" cy="579755"/>
            <a:chOff x="4673479" y="3030012"/>
            <a:chExt cx="41275" cy="579755"/>
          </a:xfrm>
        </p:grpSpPr>
        <p:sp>
          <p:nvSpPr>
            <p:cNvPr id="24" name="object 24" descr=""/>
            <p:cNvSpPr/>
            <p:nvPr/>
          </p:nvSpPr>
          <p:spPr>
            <a:xfrm>
              <a:off x="4693975" y="3078000"/>
              <a:ext cx="0" cy="532130"/>
            </a:xfrm>
            <a:custGeom>
              <a:avLst/>
              <a:gdLst/>
              <a:ahLst/>
              <a:cxnLst/>
              <a:rect l="l" t="t" r="r" b="b"/>
              <a:pathLst>
                <a:path w="0" h="532129">
                  <a:moveTo>
                    <a:pt x="0" y="531749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4678242" y="3034774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0" y="43225"/>
                  </a:lnTo>
                  <a:lnTo>
                    <a:pt x="15732" y="0"/>
                  </a:lnTo>
                  <a:lnTo>
                    <a:pt x="31465" y="43225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4678242" y="3034774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15732" y="0"/>
                  </a:lnTo>
                  <a:lnTo>
                    <a:pt x="0" y="43225"/>
                  </a:lnTo>
                  <a:lnTo>
                    <a:pt x="31465" y="43225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73025" y="63880"/>
            <a:ext cx="22993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1A1A1A"/>
                </a:solidFill>
                <a:latin typeface="Arial MT"/>
                <a:cs typeface="Arial MT"/>
              </a:rPr>
              <a:t>Buscar</a:t>
            </a:r>
            <a:r>
              <a:rPr dirty="0" sz="1800" spc="-1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1A1A1A"/>
                </a:solidFill>
                <a:latin typeface="Arial MT"/>
                <a:cs typeface="Arial MT"/>
              </a:rPr>
              <a:t>un</a:t>
            </a:r>
            <a:r>
              <a:rPr dirty="0" sz="1800" spc="-1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1A1A1A"/>
                </a:solidFill>
                <a:latin typeface="Arial MT"/>
                <a:cs typeface="Arial MT"/>
              </a:rPr>
              <a:t>bloque</a:t>
            </a:r>
            <a:r>
              <a:rPr dirty="0" sz="1800" spc="-1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1A1A1A"/>
                </a:solidFill>
                <a:latin typeface="Arial MT"/>
                <a:cs typeface="Arial MT"/>
              </a:rPr>
              <a:t>libre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1301012" y="2018337"/>
            <a:ext cx="6000750" cy="584200"/>
            <a:chOff x="1301012" y="2018337"/>
            <a:chExt cx="6000750" cy="584200"/>
          </a:xfrm>
        </p:grpSpPr>
        <p:sp>
          <p:nvSpPr>
            <p:cNvPr id="4" name="object 4" descr=""/>
            <p:cNvSpPr/>
            <p:nvPr/>
          </p:nvSpPr>
          <p:spPr>
            <a:xfrm>
              <a:off x="1305774" y="2359124"/>
              <a:ext cx="1762125" cy="238125"/>
            </a:xfrm>
            <a:custGeom>
              <a:avLst/>
              <a:gdLst/>
              <a:ahLst/>
              <a:cxnLst/>
              <a:rect l="l" t="t" r="r" b="b"/>
              <a:pathLst>
                <a:path w="1762125" h="238125">
                  <a:moveTo>
                    <a:pt x="0" y="238124"/>
                  </a:moveTo>
                  <a:lnTo>
                    <a:pt x="28663" y="184944"/>
                  </a:lnTo>
                  <a:lnTo>
                    <a:pt x="76828" y="150677"/>
                  </a:lnTo>
                  <a:lnTo>
                    <a:pt x="145107" y="118196"/>
                  </a:lnTo>
                  <a:lnTo>
                    <a:pt x="185951" y="102848"/>
                  </a:lnTo>
                  <a:lnTo>
                    <a:pt x="230819" y="88215"/>
                  </a:lnTo>
                  <a:lnTo>
                    <a:pt x="279374" y="74385"/>
                  </a:lnTo>
                  <a:lnTo>
                    <a:pt x="331282" y="61450"/>
                  </a:lnTo>
                  <a:lnTo>
                    <a:pt x="386207" y="49497"/>
                  </a:lnTo>
                  <a:lnTo>
                    <a:pt x="443815" y="38617"/>
                  </a:lnTo>
                  <a:lnTo>
                    <a:pt x="503768" y="28899"/>
                  </a:lnTo>
                  <a:lnTo>
                    <a:pt x="565734" y="20432"/>
                  </a:lnTo>
                  <a:lnTo>
                    <a:pt x="629375" y="13306"/>
                  </a:lnTo>
                  <a:lnTo>
                    <a:pt x="694358" y="7610"/>
                  </a:lnTo>
                  <a:lnTo>
                    <a:pt x="760346" y="3434"/>
                  </a:lnTo>
                  <a:lnTo>
                    <a:pt x="827005" y="867"/>
                  </a:lnTo>
                  <a:lnTo>
                    <a:pt x="893999" y="0"/>
                  </a:lnTo>
                  <a:lnTo>
                    <a:pt x="949842" y="621"/>
                  </a:lnTo>
                  <a:lnTo>
                    <a:pt x="1005491" y="2433"/>
                  </a:lnTo>
                  <a:lnTo>
                    <a:pt x="1060751" y="5383"/>
                  </a:lnTo>
                  <a:lnTo>
                    <a:pt x="1115430" y="9420"/>
                  </a:lnTo>
                  <a:lnTo>
                    <a:pt x="1169333" y="14492"/>
                  </a:lnTo>
                  <a:lnTo>
                    <a:pt x="1222265" y="20547"/>
                  </a:lnTo>
                  <a:lnTo>
                    <a:pt x="1274034" y="27533"/>
                  </a:lnTo>
                  <a:lnTo>
                    <a:pt x="1324444" y="35400"/>
                  </a:lnTo>
                  <a:lnTo>
                    <a:pt x="1373302" y="44094"/>
                  </a:lnTo>
                  <a:lnTo>
                    <a:pt x="1420414" y="53565"/>
                  </a:lnTo>
                  <a:lnTo>
                    <a:pt x="1465587" y="63761"/>
                  </a:lnTo>
                  <a:lnTo>
                    <a:pt x="1508624" y="74629"/>
                  </a:lnTo>
                  <a:lnTo>
                    <a:pt x="1568756" y="92081"/>
                  </a:lnTo>
                  <a:lnTo>
                    <a:pt x="1622994" y="110756"/>
                  </a:lnTo>
                  <a:lnTo>
                    <a:pt x="1670684" y="130480"/>
                  </a:lnTo>
                  <a:lnTo>
                    <a:pt x="1711171" y="151078"/>
                  </a:lnTo>
                  <a:lnTo>
                    <a:pt x="1743801" y="172376"/>
                  </a:lnTo>
                  <a:lnTo>
                    <a:pt x="1756965" y="183233"/>
                  </a:lnTo>
                  <a:lnTo>
                    <a:pt x="1757971" y="184143"/>
                  </a:lnTo>
                  <a:lnTo>
                    <a:pt x="1758954" y="185054"/>
                  </a:lnTo>
                  <a:lnTo>
                    <a:pt x="1759914" y="185965"/>
                  </a:lnTo>
                  <a:lnTo>
                    <a:pt x="1761887" y="187889"/>
                  </a:lnTo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3053668" y="2539825"/>
              <a:ext cx="34290" cy="45720"/>
            </a:xfrm>
            <a:custGeom>
              <a:avLst/>
              <a:gdLst/>
              <a:ahLst/>
              <a:cxnLst/>
              <a:rect l="l" t="t" r="r" b="b"/>
              <a:pathLst>
                <a:path w="34289" h="45719">
                  <a:moveTo>
                    <a:pt x="33744" y="45638"/>
                  </a:moveTo>
                  <a:lnTo>
                    <a:pt x="0" y="14376"/>
                  </a:lnTo>
                  <a:lnTo>
                    <a:pt x="27988" y="0"/>
                  </a:lnTo>
                  <a:lnTo>
                    <a:pt x="33744" y="45638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3053668" y="2539825"/>
              <a:ext cx="34290" cy="45720"/>
            </a:xfrm>
            <a:custGeom>
              <a:avLst/>
              <a:gdLst/>
              <a:ahLst/>
              <a:cxnLst/>
              <a:rect l="l" t="t" r="r" b="b"/>
              <a:pathLst>
                <a:path w="34289" h="45719">
                  <a:moveTo>
                    <a:pt x="0" y="14376"/>
                  </a:moveTo>
                  <a:lnTo>
                    <a:pt x="33744" y="45638"/>
                  </a:lnTo>
                  <a:lnTo>
                    <a:pt x="27988" y="0"/>
                  </a:lnTo>
                  <a:lnTo>
                    <a:pt x="0" y="14376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3093774" y="2359124"/>
              <a:ext cx="1571625" cy="238125"/>
            </a:xfrm>
            <a:custGeom>
              <a:avLst/>
              <a:gdLst/>
              <a:ahLst/>
              <a:cxnLst/>
              <a:rect l="l" t="t" r="r" b="b"/>
              <a:pathLst>
                <a:path w="1571625" h="238125">
                  <a:moveTo>
                    <a:pt x="0" y="238124"/>
                  </a:moveTo>
                  <a:lnTo>
                    <a:pt x="14225" y="198598"/>
                  </a:lnTo>
                  <a:lnTo>
                    <a:pt x="54711" y="160047"/>
                  </a:lnTo>
                  <a:lnTo>
                    <a:pt x="118177" y="123455"/>
                  </a:lnTo>
                  <a:lnTo>
                    <a:pt x="157501" y="106200"/>
                  </a:lnTo>
                  <a:lnTo>
                    <a:pt x="201339" y="89802"/>
                  </a:lnTo>
                  <a:lnTo>
                    <a:pt x="249281" y="74385"/>
                  </a:lnTo>
                  <a:lnTo>
                    <a:pt x="300915" y="60072"/>
                  </a:lnTo>
                  <a:lnTo>
                    <a:pt x="355832" y="46983"/>
                  </a:lnTo>
                  <a:lnTo>
                    <a:pt x="413622" y="35244"/>
                  </a:lnTo>
                  <a:lnTo>
                    <a:pt x="473873" y="24976"/>
                  </a:lnTo>
                  <a:lnTo>
                    <a:pt x="536176" y="16302"/>
                  </a:lnTo>
                  <a:lnTo>
                    <a:pt x="600121" y="9344"/>
                  </a:lnTo>
                  <a:lnTo>
                    <a:pt x="665297" y="4226"/>
                  </a:lnTo>
                  <a:lnTo>
                    <a:pt x="731293" y="1070"/>
                  </a:lnTo>
                  <a:lnTo>
                    <a:pt x="797699" y="0"/>
                  </a:lnTo>
                  <a:lnTo>
                    <a:pt x="852051" y="737"/>
                  </a:lnTo>
                  <a:lnTo>
                    <a:pt x="906177" y="2886"/>
                  </a:lnTo>
                  <a:lnTo>
                    <a:pt x="959854" y="6378"/>
                  </a:lnTo>
                  <a:lnTo>
                    <a:pt x="1012857" y="11147"/>
                  </a:lnTo>
                  <a:lnTo>
                    <a:pt x="1064960" y="17125"/>
                  </a:lnTo>
                  <a:lnTo>
                    <a:pt x="1115940" y="24245"/>
                  </a:lnTo>
                  <a:lnTo>
                    <a:pt x="1165572" y="32440"/>
                  </a:lnTo>
                  <a:lnTo>
                    <a:pt x="1213630" y="41644"/>
                  </a:lnTo>
                  <a:lnTo>
                    <a:pt x="1259891" y="51788"/>
                  </a:lnTo>
                  <a:lnTo>
                    <a:pt x="1304128" y="62805"/>
                  </a:lnTo>
                  <a:lnTo>
                    <a:pt x="1346118" y="74629"/>
                  </a:lnTo>
                  <a:lnTo>
                    <a:pt x="1399772" y="92081"/>
                  </a:lnTo>
                  <a:lnTo>
                    <a:pt x="1448168" y="110756"/>
                  </a:lnTo>
                  <a:lnTo>
                    <a:pt x="1490721" y="130480"/>
                  </a:lnTo>
                  <a:lnTo>
                    <a:pt x="1526847" y="151078"/>
                  </a:lnTo>
                  <a:lnTo>
                    <a:pt x="1560198" y="175975"/>
                  </a:lnTo>
                  <a:lnTo>
                    <a:pt x="1567708" y="183233"/>
                  </a:lnTo>
                  <a:lnTo>
                    <a:pt x="1568606" y="184143"/>
                  </a:lnTo>
                  <a:lnTo>
                    <a:pt x="1569483" y="185054"/>
                  </a:lnTo>
                  <a:lnTo>
                    <a:pt x="1570340" y="185965"/>
                  </a:lnTo>
                  <a:lnTo>
                    <a:pt x="1571229" y="186937"/>
                  </a:lnTo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4650747" y="2539408"/>
              <a:ext cx="33020" cy="46355"/>
            </a:xfrm>
            <a:custGeom>
              <a:avLst/>
              <a:gdLst/>
              <a:ahLst/>
              <a:cxnLst/>
              <a:rect l="l" t="t" r="r" b="b"/>
              <a:pathLst>
                <a:path w="33020" h="46355">
                  <a:moveTo>
                    <a:pt x="32537" y="45822"/>
                  </a:moveTo>
                  <a:lnTo>
                    <a:pt x="0" y="13307"/>
                  </a:lnTo>
                  <a:lnTo>
                    <a:pt x="28512" y="0"/>
                  </a:lnTo>
                  <a:lnTo>
                    <a:pt x="32537" y="45822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4650747" y="2539408"/>
              <a:ext cx="33020" cy="46355"/>
            </a:xfrm>
            <a:custGeom>
              <a:avLst/>
              <a:gdLst/>
              <a:ahLst/>
              <a:cxnLst/>
              <a:rect l="l" t="t" r="r" b="b"/>
              <a:pathLst>
                <a:path w="33020" h="46355">
                  <a:moveTo>
                    <a:pt x="0" y="13307"/>
                  </a:moveTo>
                  <a:lnTo>
                    <a:pt x="32537" y="45822"/>
                  </a:lnTo>
                  <a:lnTo>
                    <a:pt x="28512" y="0"/>
                  </a:lnTo>
                  <a:lnTo>
                    <a:pt x="0" y="13307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4689025" y="2359124"/>
              <a:ext cx="2575560" cy="238125"/>
            </a:xfrm>
            <a:custGeom>
              <a:avLst/>
              <a:gdLst/>
              <a:ahLst/>
              <a:cxnLst/>
              <a:rect l="l" t="t" r="r" b="b"/>
              <a:pathLst>
                <a:path w="2575559" h="238125">
                  <a:moveTo>
                    <a:pt x="0" y="238124"/>
                  </a:moveTo>
                  <a:lnTo>
                    <a:pt x="21651" y="199999"/>
                  </a:lnTo>
                  <a:lnTo>
                    <a:pt x="58657" y="175013"/>
                  </a:lnTo>
                  <a:lnTo>
                    <a:pt x="112058" y="150677"/>
                  </a:lnTo>
                  <a:lnTo>
                    <a:pt x="180427" y="127252"/>
                  </a:lnTo>
                  <a:lnTo>
                    <a:pt x="219780" y="115963"/>
                  </a:lnTo>
                  <a:lnTo>
                    <a:pt x="262340" y="104999"/>
                  </a:lnTo>
                  <a:lnTo>
                    <a:pt x="307929" y="94393"/>
                  </a:lnTo>
                  <a:lnTo>
                    <a:pt x="356370" y="84177"/>
                  </a:lnTo>
                  <a:lnTo>
                    <a:pt x="407484" y="74385"/>
                  </a:lnTo>
                  <a:lnTo>
                    <a:pt x="461092" y="65049"/>
                  </a:lnTo>
                  <a:lnTo>
                    <a:pt x="517018" y="56202"/>
                  </a:lnTo>
                  <a:lnTo>
                    <a:pt x="575081" y="47875"/>
                  </a:lnTo>
                  <a:lnTo>
                    <a:pt x="635105" y="40102"/>
                  </a:lnTo>
                  <a:lnTo>
                    <a:pt x="696911" y="32916"/>
                  </a:lnTo>
                  <a:lnTo>
                    <a:pt x="760320" y="26348"/>
                  </a:lnTo>
                  <a:lnTo>
                    <a:pt x="825155" y="20432"/>
                  </a:lnTo>
                  <a:lnTo>
                    <a:pt x="891238" y="15200"/>
                  </a:lnTo>
                  <a:lnTo>
                    <a:pt x="958390" y="10684"/>
                  </a:lnTo>
                  <a:lnTo>
                    <a:pt x="1026432" y="6918"/>
                  </a:lnTo>
                  <a:lnTo>
                    <a:pt x="1095188" y="3934"/>
                  </a:lnTo>
                  <a:lnTo>
                    <a:pt x="1164478" y="1765"/>
                  </a:lnTo>
                  <a:lnTo>
                    <a:pt x="1234125" y="442"/>
                  </a:lnTo>
                  <a:lnTo>
                    <a:pt x="1303949" y="0"/>
                  </a:lnTo>
                  <a:lnTo>
                    <a:pt x="1358267" y="279"/>
                  </a:lnTo>
                  <a:lnTo>
                    <a:pt x="1412500" y="1095"/>
                  </a:lnTo>
                  <a:lnTo>
                    <a:pt x="1466566" y="2433"/>
                  </a:lnTo>
                  <a:lnTo>
                    <a:pt x="1520380" y="4276"/>
                  </a:lnTo>
                  <a:lnTo>
                    <a:pt x="1573859" y="6610"/>
                  </a:lnTo>
                  <a:lnTo>
                    <a:pt x="1626919" y="9420"/>
                  </a:lnTo>
                  <a:lnTo>
                    <a:pt x="1679475" y="12689"/>
                  </a:lnTo>
                  <a:lnTo>
                    <a:pt x="1731445" y="16403"/>
                  </a:lnTo>
                  <a:lnTo>
                    <a:pt x="1782744" y="20547"/>
                  </a:lnTo>
                  <a:lnTo>
                    <a:pt x="1833288" y="25104"/>
                  </a:lnTo>
                  <a:lnTo>
                    <a:pt x="1882994" y="30060"/>
                  </a:lnTo>
                  <a:lnTo>
                    <a:pt x="1931777" y="35400"/>
                  </a:lnTo>
                  <a:lnTo>
                    <a:pt x="1979555" y="41107"/>
                  </a:lnTo>
                  <a:lnTo>
                    <a:pt x="2026242" y="47167"/>
                  </a:lnTo>
                  <a:lnTo>
                    <a:pt x="2071756" y="53565"/>
                  </a:lnTo>
                  <a:lnTo>
                    <a:pt x="2116012" y="60285"/>
                  </a:lnTo>
                  <a:lnTo>
                    <a:pt x="2158926" y="67311"/>
                  </a:lnTo>
                  <a:lnTo>
                    <a:pt x="2200415" y="74629"/>
                  </a:lnTo>
                  <a:lnTo>
                    <a:pt x="2259793" y="86119"/>
                  </a:lnTo>
                  <a:lnTo>
                    <a:pt x="2315492" y="98179"/>
                  </a:lnTo>
                  <a:lnTo>
                    <a:pt x="2367229" y="110756"/>
                  </a:lnTo>
                  <a:lnTo>
                    <a:pt x="2414722" y="123800"/>
                  </a:lnTo>
                  <a:lnTo>
                    <a:pt x="2457687" y="137258"/>
                  </a:lnTo>
                  <a:lnTo>
                    <a:pt x="2495842" y="151078"/>
                  </a:lnTo>
                  <a:lnTo>
                    <a:pt x="2532663" y="166996"/>
                  </a:lnTo>
                  <a:lnTo>
                    <a:pt x="2568369" y="186876"/>
                  </a:lnTo>
                  <a:lnTo>
                    <a:pt x="2571033" y="188704"/>
                  </a:lnTo>
                  <a:lnTo>
                    <a:pt x="2572365" y="189618"/>
                  </a:lnTo>
                  <a:lnTo>
                    <a:pt x="2573663" y="190533"/>
                  </a:lnTo>
                  <a:lnTo>
                    <a:pt x="2574926" y="191449"/>
                  </a:lnTo>
                  <a:lnTo>
                    <a:pt x="2575338" y="191757"/>
                  </a:lnTo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7251434" y="2541919"/>
              <a:ext cx="38100" cy="45085"/>
            </a:xfrm>
            <a:custGeom>
              <a:avLst/>
              <a:gdLst/>
              <a:ahLst/>
              <a:cxnLst/>
              <a:rect l="l" t="t" r="r" b="b"/>
              <a:pathLst>
                <a:path w="38100" h="45085">
                  <a:moveTo>
                    <a:pt x="37556" y="44487"/>
                  </a:moveTo>
                  <a:lnTo>
                    <a:pt x="0" y="17927"/>
                  </a:lnTo>
                  <a:lnTo>
                    <a:pt x="25858" y="0"/>
                  </a:lnTo>
                  <a:lnTo>
                    <a:pt x="37556" y="44487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7251434" y="2541919"/>
              <a:ext cx="38100" cy="45085"/>
            </a:xfrm>
            <a:custGeom>
              <a:avLst/>
              <a:gdLst/>
              <a:ahLst/>
              <a:cxnLst/>
              <a:rect l="l" t="t" r="r" b="b"/>
              <a:pathLst>
                <a:path w="38100" h="45085">
                  <a:moveTo>
                    <a:pt x="0" y="17927"/>
                  </a:moveTo>
                  <a:lnTo>
                    <a:pt x="37556" y="44487"/>
                  </a:lnTo>
                  <a:lnTo>
                    <a:pt x="25858" y="0"/>
                  </a:lnTo>
                  <a:lnTo>
                    <a:pt x="0" y="17927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1323335" y="2023099"/>
              <a:ext cx="5973445" cy="574675"/>
            </a:xfrm>
            <a:custGeom>
              <a:avLst/>
              <a:gdLst/>
              <a:ahLst/>
              <a:cxnLst/>
              <a:rect l="l" t="t" r="r" b="b"/>
              <a:pathLst>
                <a:path w="5973445" h="574675">
                  <a:moveTo>
                    <a:pt x="5973439" y="574149"/>
                  </a:moveTo>
                  <a:lnTo>
                    <a:pt x="5964015" y="534428"/>
                  </a:lnTo>
                  <a:lnTo>
                    <a:pt x="5936331" y="494876"/>
                  </a:lnTo>
                  <a:lnTo>
                    <a:pt x="5908168" y="468685"/>
                  </a:lnTo>
                  <a:lnTo>
                    <a:pt x="5872544" y="442694"/>
                  </a:lnTo>
                  <a:lnTo>
                    <a:pt x="5829720" y="416954"/>
                  </a:lnTo>
                  <a:lnTo>
                    <a:pt x="5779960" y="391515"/>
                  </a:lnTo>
                  <a:lnTo>
                    <a:pt x="5723524" y="366427"/>
                  </a:lnTo>
                  <a:lnTo>
                    <a:pt x="5660674" y="341740"/>
                  </a:lnTo>
                  <a:lnTo>
                    <a:pt x="5591673" y="317505"/>
                  </a:lnTo>
                  <a:lnTo>
                    <a:pt x="5554947" y="305573"/>
                  </a:lnTo>
                  <a:lnTo>
                    <a:pt x="5516781" y="293772"/>
                  </a:lnTo>
                  <a:lnTo>
                    <a:pt x="5477209" y="282109"/>
                  </a:lnTo>
                  <a:lnTo>
                    <a:pt x="5436261" y="270590"/>
                  </a:lnTo>
                  <a:lnTo>
                    <a:pt x="5393973" y="259222"/>
                  </a:lnTo>
                  <a:lnTo>
                    <a:pt x="5350375" y="248011"/>
                  </a:lnTo>
                  <a:lnTo>
                    <a:pt x="5305501" y="236963"/>
                  </a:lnTo>
                  <a:lnTo>
                    <a:pt x="5259384" y="226084"/>
                  </a:lnTo>
                  <a:lnTo>
                    <a:pt x="5212056" y="215381"/>
                  </a:lnTo>
                  <a:lnTo>
                    <a:pt x="5163550" y="204859"/>
                  </a:lnTo>
                  <a:lnTo>
                    <a:pt x="5113898" y="194526"/>
                  </a:lnTo>
                  <a:lnTo>
                    <a:pt x="5063134" y="184388"/>
                  </a:lnTo>
                  <a:lnTo>
                    <a:pt x="5011290" y="174450"/>
                  </a:lnTo>
                  <a:lnTo>
                    <a:pt x="4958399" y="164719"/>
                  </a:lnTo>
                  <a:lnTo>
                    <a:pt x="4904494" y="155202"/>
                  </a:lnTo>
                  <a:lnTo>
                    <a:pt x="4849607" y="145904"/>
                  </a:lnTo>
                  <a:lnTo>
                    <a:pt x="4793771" y="136832"/>
                  </a:lnTo>
                  <a:lnTo>
                    <a:pt x="4737019" y="127992"/>
                  </a:lnTo>
                  <a:lnTo>
                    <a:pt x="4679383" y="119390"/>
                  </a:lnTo>
                  <a:lnTo>
                    <a:pt x="4620896" y="111034"/>
                  </a:lnTo>
                  <a:lnTo>
                    <a:pt x="4561592" y="102928"/>
                  </a:lnTo>
                  <a:lnTo>
                    <a:pt x="4501502" y="95079"/>
                  </a:lnTo>
                  <a:lnTo>
                    <a:pt x="4440659" y="87494"/>
                  </a:lnTo>
                  <a:lnTo>
                    <a:pt x="4379097" y="80179"/>
                  </a:lnTo>
                  <a:lnTo>
                    <a:pt x="4316847" y="73140"/>
                  </a:lnTo>
                  <a:lnTo>
                    <a:pt x="4253943" y="66383"/>
                  </a:lnTo>
                  <a:lnTo>
                    <a:pt x="4190417" y="59915"/>
                  </a:lnTo>
                  <a:lnTo>
                    <a:pt x="4126302" y="53742"/>
                  </a:lnTo>
                  <a:lnTo>
                    <a:pt x="4061631" y="47869"/>
                  </a:lnTo>
                  <a:lnTo>
                    <a:pt x="3996436" y="42305"/>
                  </a:lnTo>
                  <a:lnTo>
                    <a:pt x="3930751" y="37054"/>
                  </a:lnTo>
                  <a:lnTo>
                    <a:pt x="3864607" y="32123"/>
                  </a:lnTo>
                  <a:lnTo>
                    <a:pt x="3798038" y="27519"/>
                  </a:lnTo>
                  <a:lnTo>
                    <a:pt x="3731076" y="23247"/>
                  </a:lnTo>
                  <a:lnTo>
                    <a:pt x="3663754" y="19313"/>
                  </a:lnTo>
                  <a:lnTo>
                    <a:pt x="3596106" y="15725"/>
                  </a:lnTo>
                  <a:lnTo>
                    <a:pt x="3528162" y="12489"/>
                  </a:lnTo>
                  <a:lnTo>
                    <a:pt x="3459957" y="9610"/>
                  </a:lnTo>
                  <a:lnTo>
                    <a:pt x="3391523" y="7095"/>
                  </a:lnTo>
                  <a:lnTo>
                    <a:pt x="3322892" y="4950"/>
                  </a:lnTo>
                  <a:lnTo>
                    <a:pt x="3254098" y="3182"/>
                  </a:lnTo>
                  <a:lnTo>
                    <a:pt x="3185173" y="1796"/>
                  </a:lnTo>
                  <a:lnTo>
                    <a:pt x="3116149" y="800"/>
                  </a:lnTo>
                  <a:lnTo>
                    <a:pt x="3047061" y="199"/>
                  </a:lnTo>
                  <a:lnTo>
                    <a:pt x="2977939" y="0"/>
                  </a:lnTo>
                  <a:lnTo>
                    <a:pt x="2923146" y="130"/>
                  </a:lnTo>
                  <a:lnTo>
                    <a:pt x="2868369" y="513"/>
                  </a:lnTo>
                  <a:lnTo>
                    <a:pt x="2813625" y="1147"/>
                  </a:lnTo>
                  <a:lnTo>
                    <a:pt x="2758930" y="2028"/>
                  </a:lnTo>
                  <a:lnTo>
                    <a:pt x="2704300" y="3152"/>
                  </a:lnTo>
                  <a:lnTo>
                    <a:pt x="2649751" y="4517"/>
                  </a:lnTo>
                  <a:lnTo>
                    <a:pt x="2595301" y="6119"/>
                  </a:lnTo>
                  <a:lnTo>
                    <a:pt x="2540964" y="7956"/>
                  </a:lnTo>
                  <a:lnTo>
                    <a:pt x="2486758" y="10025"/>
                  </a:lnTo>
                  <a:lnTo>
                    <a:pt x="2432698" y="12321"/>
                  </a:lnTo>
                  <a:lnTo>
                    <a:pt x="2378802" y="14843"/>
                  </a:lnTo>
                  <a:lnTo>
                    <a:pt x="2325084" y="17586"/>
                  </a:lnTo>
                  <a:lnTo>
                    <a:pt x="2271563" y="20548"/>
                  </a:lnTo>
                  <a:lnTo>
                    <a:pt x="2218253" y="23726"/>
                  </a:lnTo>
                  <a:lnTo>
                    <a:pt x="2165171" y="27117"/>
                  </a:lnTo>
                  <a:lnTo>
                    <a:pt x="2112334" y="30716"/>
                  </a:lnTo>
                  <a:lnTo>
                    <a:pt x="2059757" y="34523"/>
                  </a:lnTo>
                  <a:lnTo>
                    <a:pt x="2007458" y="38532"/>
                  </a:lnTo>
                  <a:lnTo>
                    <a:pt x="1955452" y="42741"/>
                  </a:lnTo>
                  <a:lnTo>
                    <a:pt x="1903756" y="47148"/>
                  </a:lnTo>
                  <a:lnTo>
                    <a:pt x="1852385" y="51748"/>
                  </a:lnTo>
                  <a:lnTo>
                    <a:pt x="1801357" y="56539"/>
                  </a:lnTo>
                  <a:lnTo>
                    <a:pt x="1750688" y="61517"/>
                  </a:lnTo>
                  <a:lnTo>
                    <a:pt x="1700393" y="66680"/>
                  </a:lnTo>
                  <a:lnTo>
                    <a:pt x="1650490" y="72024"/>
                  </a:lnTo>
                  <a:lnTo>
                    <a:pt x="1600994" y="77546"/>
                  </a:lnTo>
                  <a:lnTo>
                    <a:pt x="1551922" y="83244"/>
                  </a:lnTo>
                  <a:lnTo>
                    <a:pt x="1503290" y="89113"/>
                  </a:lnTo>
                  <a:lnTo>
                    <a:pt x="1455114" y="95151"/>
                  </a:lnTo>
                  <a:lnTo>
                    <a:pt x="1407411" y="101355"/>
                  </a:lnTo>
                  <a:lnTo>
                    <a:pt x="1360196" y="107721"/>
                  </a:lnTo>
                  <a:lnTo>
                    <a:pt x="1313487" y="114247"/>
                  </a:lnTo>
                  <a:lnTo>
                    <a:pt x="1267300" y="120929"/>
                  </a:lnTo>
                  <a:lnTo>
                    <a:pt x="1221651" y="127764"/>
                  </a:lnTo>
                  <a:lnTo>
                    <a:pt x="1176555" y="134749"/>
                  </a:lnTo>
                  <a:lnTo>
                    <a:pt x="1132030" y="141881"/>
                  </a:lnTo>
                  <a:lnTo>
                    <a:pt x="1088092" y="149157"/>
                  </a:lnTo>
                  <a:lnTo>
                    <a:pt x="1044757" y="156574"/>
                  </a:lnTo>
                  <a:lnTo>
                    <a:pt x="1002041" y="164128"/>
                  </a:lnTo>
                  <a:lnTo>
                    <a:pt x="959961" y="171817"/>
                  </a:lnTo>
                  <a:lnTo>
                    <a:pt x="918533" y="179637"/>
                  </a:lnTo>
                  <a:lnTo>
                    <a:pt x="859080" y="191318"/>
                  </a:lnTo>
                  <a:lnTo>
                    <a:pt x="801112" y="203264"/>
                  </a:lnTo>
                  <a:lnTo>
                    <a:pt x="744678" y="215466"/>
                  </a:lnTo>
                  <a:lnTo>
                    <a:pt x="689831" y="227912"/>
                  </a:lnTo>
                  <a:lnTo>
                    <a:pt x="636622" y="240595"/>
                  </a:lnTo>
                  <a:lnTo>
                    <a:pt x="585101" y="253503"/>
                  </a:lnTo>
                  <a:lnTo>
                    <a:pt x="535319" y="266627"/>
                  </a:lnTo>
                  <a:lnTo>
                    <a:pt x="487329" y="279957"/>
                  </a:lnTo>
                  <a:lnTo>
                    <a:pt x="441181" y="293484"/>
                  </a:lnTo>
                  <a:lnTo>
                    <a:pt x="396927" y="307197"/>
                  </a:lnTo>
                  <a:lnTo>
                    <a:pt x="354616" y="321087"/>
                  </a:lnTo>
                  <a:lnTo>
                    <a:pt x="314302" y="335144"/>
                  </a:lnTo>
                  <a:lnTo>
                    <a:pt x="276034" y="349358"/>
                  </a:lnTo>
                  <a:lnTo>
                    <a:pt x="239865" y="363719"/>
                  </a:lnTo>
                  <a:lnTo>
                    <a:pt x="181770" y="389176"/>
                  </a:lnTo>
                  <a:lnTo>
                    <a:pt x="130532" y="415002"/>
                  </a:lnTo>
                  <a:lnTo>
                    <a:pt x="86424" y="441143"/>
                  </a:lnTo>
                  <a:lnTo>
                    <a:pt x="49721" y="467548"/>
                  </a:lnTo>
                  <a:lnTo>
                    <a:pt x="20696" y="494164"/>
                  </a:lnTo>
                  <a:lnTo>
                    <a:pt x="1815" y="517584"/>
                  </a:lnTo>
                  <a:lnTo>
                    <a:pt x="0" y="520364"/>
                  </a:lnTo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1308363" y="2538630"/>
              <a:ext cx="30480" cy="46355"/>
            </a:xfrm>
            <a:custGeom>
              <a:avLst/>
              <a:gdLst/>
              <a:ahLst/>
              <a:cxnLst/>
              <a:rect l="l" t="t" r="r" b="b"/>
              <a:pathLst>
                <a:path w="30480" h="46355">
                  <a:moveTo>
                    <a:pt x="1689" y="45968"/>
                  </a:moveTo>
                  <a:lnTo>
                    <a:pt x="0" y="0"/>
                  </a:lnTo>
                  <a:lnTo>
                    <a:pt x="29943" y="9668"/>
                  </a:lnTo>
                  <a:lnTo>
                    <a:pt x="1689" y="45968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1308363" y="2538630"/>
              <a:ext cx="30480" cy="46355"/>
            </a:xfrm>
            <a:custGeom>
              <a:avLst/>
              <a:gdLst/>
              <a:ahLst/>
              <a:cxnLst/>
              <a:rect l="l" t="t" r="r" b="b"/>
              <a:pathLst>
                <a:path w="30480" h="46355">
                  <a:moveTo>
                    <a:pt x="0" y="0"/>
                  </a:moveTo>
                  <a:lnTo>
                    <a:pt x="1689" y="45968"/>
                  </a:lnTo>
                  <a:lnTo>
                    <a:pt x="29943" y="966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16" name="object 16" descr=""/>
          <p:cNvGraphicFramePr>
            <a:graphicFrameLocks noGrp="1"/>
          </p:cNvGraphicFramePr>
          <p:nvPr/>
        </p:nvGraphicFramePr>
        <p:xfrm>
          <a:off x="1239962" y="2592487"/>
          <a:ext cx="7265670" cy="4235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920"/>
                <a:gridCol w="318134"/>
                <a:gridCol w="121920"/>
                <a:gridCol w="1224914"/>
                <a:gridCol w="121919"/>
                <a:gridCol w="489584"/>
                <a:gridCol w="123825"/>
                <a:gridCol w="855980"/>
                <a:gridCol w="123825"/>
                <a:gridCol w="858520"/>
                <a:gridCol w="121285"/>
                <a:gridCol w="1504314"/>
                <a:gridCol w="121920"/>
                <a:gridCol w="1066800"/>
              </a:tblGrid>
              <a:tr h="4235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6AA4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6AA4C8"/>
                    </a:solidFill>
                  </a:tcPr>
                </a:tc>
                <a:tc>
                  <a:txBody>
                    <a:bodyPr/>
                    <a:lstStyle/>
                    <a:p>
                      <a:pPr marL="284480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1400">
                          <a:latin typeface="Arial MT"/>
                          <a:cs typeface="Arial MT"/>
                        </a:rPr>
                        <a:t>en</a:t>
                      </a:r>
                      <a:r>
                        <a:rPr dirty="0" sz="14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 spc="-25">
                          <a:latin typeface="Arial MT"/>
                          <a:cs typeface="Arial MT"/>
                        </a:rPr>
                        <a:t>uso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99695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E9ED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6AA4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R w="19050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6AA4C8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14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en</a:t>
                      </a:r>
                      <a:r>
                        <a:rPr dirty="0" sz="1400" spc="-1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 spc="-2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uso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99695">
                    <a:lnL w="9525">
                      <a:solidFill>
                        <a:srgbClr val="1A1A1A"/>
                      </a:solidFill>
                      <a:prstDash val="solid"/>
                    </a:lnL>
                    <a:lnR w="2857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E9ED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6AA4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R w="2857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6AA4C8"/>
                    </a:solidFill>
                  </a:tcPr>
                </a:tc>
                <a:tc>
                  <a:txBody>
                    <a:bodyPr/>
                    <a:lstStyle/>
                    <a:p>
                      <a:pPr marL="424180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14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en</a:t>
                      </a:r>
                      <a:r>
                        <a:rPr dirty="0" sz="1400" spc="-1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 spc="-2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uso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99695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E9ED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6AA4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7" name="object 17" descr=""/>
          <p:cNvSpPr txBox="1"/>
          <p:nvPr/>
        </p:nvSpPr>
        <p:spPr>
          <a:xfrm>
            <a:off x="2738119" y="3673655"/>
            <a:ext cx="7112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solidFill>
                  <a:srgbClr val="1A1A1A"/>
                </a:solidFill>
                <a:latin typeface="Courier New"/>
                <a:cs typeface="Courier New"/>
              </a:rPr>
              <a:t>prevp</a:t>
            </a:r>
            <a:endParaRPr sz="1800">
              <a:latin typeface="Courier New"/>
              <a:cs typeface="Courier New"/>
            </a:endParaRPr>
          </a:p>
        </p:txBody>
      </p:sp>
      <p:grpSp>
        <p:nvGrpSpPr>
          <p:cNvPr id="18" name="object 18" descr=""/>
          <p:cNvGrpSpPr/>
          <p:nvPr/>
        </p:nvGrpSpPr>
        <p:grpSpPr>
          <a:xfrm>
            <a:off x="3071779" y="3030012"/>
            <a:ext cx="41275" cy="579755"/>
            <a:chOff x="3071779" y="3030012"/>
            <a:chExt cx="41275" cy="579755"/>
          </a:xfrm>
        </p:grpSpPr>
        <p:sp>
          <p:nvSpPr>
            <p:cNvPr id="19" name="object 19" descr=""/>
            <p:cNvSpPr/>
            <p:nvPr/>
          </p:nvSpPr>
          <p:spPr>
            <a:xfrm>
              <a:off x="3092275" y="3078000"/>
              <a:ext cx="0" cy="532130"/>
            </a:xfrm>
            <a:custGeom>
              <a:avLst/>
              <a:gdLst/>
              <a:ahLst/>
              <a:cxnLst/>
              <a:rect l="l" t="t" r="r" b="b"/>
              <a:pathLst>
                <a:path w="0" h="532129">
                  <a:moveTo>
                    <a:pt x="0" y="531749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3076542" y="3034774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0" y="43225"/>
                  </a:lnTo>
                  <a:lnTo>
                    <a:pt x="15732" y="0"/>
                  </a:lnTo>
                  <a:lnTo>
                    <a:pt x="31465" y="43225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3076542" y="3034774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15732" y="0"/>
                  </a:lnTo>
                  <a:lnTo>
                    <a:pt x="0" y="43225"/>
                  </a:lnTo>
                  <a:lnTo>
                    <a:pt x="31465" y="43225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 descr=""/>
          <p:cNvSpPr txBox="1"/>
          <p:nvPr/>
        </p:nvSpPr>
        <p:spPr>
          <a:xfrm>
            <a:off x="4612683" y="3673655"/>
            <a:ext cx="16319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 b="1">
                <a:solidFill>
                  <a:srgbClr val="1A1A1A"/>
                </a:solidFill>
                <a:latin typeface="Courier New"/>
                <a:cs typeface="Courier New"/>
              </a:rPr>
              <a:t>p</a:t>
            </a:r>
            <a:endParaRPr sz="1800">
              <a:latin typeface="Courier New"/>
              <a:cs typeface="Courier New"/>
            </a:endParaRPr>
          </a:p>
        </p:txBody>
      </p:sp>
      <p:grpSp>
        <p:nvGrpSpPr>
          <p:cNvPr id="23" name="object 23" descr=""/>
          <p:cNvGrpSpPr/>
          <p:nvPr/>
        </p:nvGrpSpPr>
        <p:grpSpPr>
          <a:xfrm>
            <a:off x="4673479" y="3030012"/>
            <a:ext cx="41275" cy="579755"/>
            <a:chOff x="4673479" y="3030012"/>
            <a:chExt cx="41275" cy="579755"/>
          </a:xfrm>
        </p:grpSpPr>
        <p:sp>
          <p:nvSpPr>
            <p:cNvPr id="24" name="object 24" descr=""/>
            <p:cNvSpPr/>
            <p:nvPr/>
          </p:nvSpPr>
          <p:spPr>
            <a:xfrm>
              <a:off x="4693975" y="3078000"/>
              <a:ext cx="0" cy="532130"/>
            </a:xfrm>
            <a:custGeom>
              <a:avLst/>
              <a:gdLst/>
              <a:ahLst/>
              <a:cxnLst/>
              <a:rect l="l" t="t" r="r" b="b"/>
              <a:pathLst>
                <a:path w="0" h="532129">
                  <a:moveTo>
                    <a:pt x="0" y="531749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4678242" y="3034774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0" y="43225"/>
                  </a:lnTo>
                  <a:lnTo>
                    <a:pt x="15732" y="0"/>
                  </a:lnTo>
                  <a:lnTo>
                    <a:pt x="31465" y="43225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4678242" y="3034774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15732" y="0"/>
                  </a:lnTo>
                  <a:lnTo>
                    <a:pt x="0" y="43225"/>
                  </a:lnTo>
                  <a:lnTo>
                    <a:pt x="31465" y="43225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73025" y="63880"/>
            <a:ext cx="22993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1A1A1A"/>
                </a:solidFill>
                <a:latin typeface="Arial MT"/>
                <a:cs typeface="Arial MT"/>
              </a:rPr>
              <a:t>Buscar</a:t>
            </a:r>
            <a:r>
              <a:rPr dirty="0" sz="1800" spc="-1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1A1A1A"/>
                </a:solidFill>
                <a:latin typeface="Arial MT"/>
                <a:cs typeface="Arial MT"/>
              </a:rPr>
              <a:t>un</a:t>
            </a:r>
            <a:r>
              <a:rPr dirty="0" sz="1800" spc="-1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1A1A1A"/>
                </a:solidFill>
                <a:latin typeface="Arial MT"/>
                <a:cs typeface="Arial MT"/>
              </a:rPr>
              <a:t>bloque</a:t>
            </a:r>
            <a:r>
              <a:rPr dirty="0" sz="1800" spc="-1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1A1A1A"/>
                </a:solidFill>
                <a:latin typeface="Arial MT"/>
                <a:cs typeface="Arial MT"/>
              </a:rPr>
              <a:t>libre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1301012" y="1263962"/>
            <a:ext cx="6000750" cy="584200"/>
            <a:chOff x="1301012" y="1263962"/>
            <a:chExt cx="6000750" cy="584200"/>
          </a:xfrm>
        </p:grpSpPr>
        <p:sp>
          <p:nvSpPr>
            <p:cNvPr id="4" name="object 4" descr=""/>
            <p:cNvSpPr/>
            <p:nvPr/>
          </p:nvSpPr>
          <p:spPr>
            <a:xfrm>
              <a:off x="1305774" y="1604749"/>
              <a:ext cx="1762125" cy="238125"/>
            </a:xfrm>
            <a:custGeom>
              <a:avLst/>
              <a:gdLst/>
              <a:ahLst/>
              <a:cxnLst/>
              <a:rect l="l" t="t" r="r" b="b"/>
              <a:pathLst>
                <a:path w="1762125" h="238125">
                  <a:moveTo>
                    <a:pt x="0" y="238124"/>
                  </a:moveTo>
                  <a:lnTo>
                    <a:pt x="28663" y="184944"/>
                  </a:lnTo>
                  <a:lnTo>
                    <a:pt x="76828" y="150677"/>
                  </a:lnTo>
                  <a:lnTo>
                    <a:pt x="145107" y="118196"/>
                  </a:lnTo>
                  <a:lnTo>
                    <a:pt x="185951" y="102848"/>
                  </a:lnTo>
                  <a:lnTo>
                    <a:pt x="230819" y="88215"/>
                  </a:lnTo>
                  <a:lnTo>
                    <a:pt x="279374" y="74385"/>
                  </a:lnTo>
                  <a:lnTo>
                    <a:pt x="331282" y="61450"/>
                  </a:lnTo>
                  <a:lnTo>
                    <a:pt x="386207" y="49497"/>
                  </a:lnTo>
                  <a:lnTo>
                    <a:pt x="443815" y="38617"/>
                  </a:lnTo>
                  <a:lnTo>
                    <a:pt x="503768" y="28899"/>
                  </a:lnTo>
                  <a:lnTo>
                    <a:pt x="565734" y="20432"/>
                  </a:lnTo>
                  <a:lnTo>
                    <a:pt x="629375" y="13306"/>
                  </a:lnTo>
                  <a:lnTo>
                    <a:pt x="694358" y="7610"/>
                  </a:lnTo>
                  <a:lnTo>
                    <a:pt x="760346" y="3434"/>
                  </a:lnTo>
                  <a:lnTo>
                    <a:pt x="827005" y="867"/>
                  </a:lnTo>
                  <a:lnTo>
                    <a:pt x="893999" y="0"/>
                  </a:lnTo>
                  <a:lnTo>
                    <a:pt x="949842" y="621"/>
                  </a:lnTo>
                  <a:lnTo>
                    <a:pt x="1005491" y="2433"/>
                  </a:lnTo>
                  <a:lnTo>
                    <a:pt x="1060751" y="5383"/>
                  </a:lnTo>
                  <a:lnTo>
                    <a:pt x="1115430" y="9420"/>
                  </a:lnTo>
                  <a:lnTo>
                    <a:pt x="1169333" y="14492"/>
                  </a:lnTo>
                  <a:lnTo>
                    <a:pt x="1222265" y="20547"/>
                  </a:lnTo>
                  <a:lnTo>
                    <a:pt x="1274034" y="27533"/>
                  </a:lnTo>
                  <a:lnTo>
                    <a:pt x="1324444" y="35400"/>
                  </a:lnTo>
                  <a:lnTo>
                    <a:pt x="1373302" y="44094"/>
                  </a:lnTo>
                  <a:lnTo>
                    <a:pt x="1420414" y="53565"/>
                  </a:lnTo>
                  <a:lnTo>
                    <a:pt x="1465587" y="63761"/>
                  </a:lnTo>
                  <a:lnTo>
                    <a:pt x="1508624" y="74629"/>
                  </a:lnTo>
                  <a:lnTo>
                    <a:pt x="1568756" y="92081"/>
                  </a:lnTo>
                  <a:lnTo>
                    <a:pt x="1622994" y="110756"/>
                  </a:lnTo>
                  <a:lnTo>
                    <a:pt x="1670684" y="130480"/>
                  </a:lnTo>
                  <a:lnTo>
                    <a:pt x="1711171" y="151078"/>
                  </a:lnTo>
                  <a:lnTo>
                    <a:pt x="1743801" y="172376"/>
                  </a:lnTo>
                  <a:lnTo>
                    <a:pt x="1756965" y="183233"/>
                  </a:lnTo>
                  <a:lnTo>
                    <a:pt x="1757971" y="184143"/>
                  </a:lnTo>
                  <a:lnTo>
                    <a:pt x="1758954" y="185054"/>
                  </a:lnTo>
                  <a:lnTo>
                    <a:pt x="1759914" y="185965"/>
                  </a:lnTo>
                  <a:lnTo>
                    <a:pt x="1761887" y="187889"/>
                  </a:lnTo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3053668" y="1785450"/>
              <a:ext cx="34290" cy="45720"/>
            </a:xfrm>
            <a:custGeom>
              <a:avLst/>
              <a:gdLst/>
              <a:ahLst/>
              <a:cxnLst/>
              <a:rect l="l" t="t" r="r" b="b"/>
              <a:pathLst>
                <a:path w="34289" h="45719">
                  <a:moveTo>
                    <a:pt x="33744" y="45638"/>
                  </a:moveTo>
                  <a:lnTo>
                    <a:pt x="0" y="14376"/>
                  </a:lnTo>
                  <a:lnTo>
                    <a:pt x="27988" y="0"/>
                  </a:lnTo>
                  <a:lnTo>
                    <a:pt x="33744" y="45638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3053668" y="1785450"/>
              <a:ext cx="34290" cy="45720"/>
            </a:xfrm>
            <a:custGeom>
              <a:avLst/>
              <a:gdLst/>
              <a:ahLst/>
              <a:cxnLst/>
              <a:rect l="l" t="t" r="r" b="b"/>
              <a:pathLst>
                <a:path w="34289" h="45719">
                  <a:moveTo>
                    <a:pt x="0" y="14376"/>
                  </a:moveTo>
                  <a:lnTo>
                    <a:pt x="33744" y="45638"/>
                  </a:lnTo>
                  <a:lnTo>
                    <a:pt x="27988" y="0"/>
                  </a:lnTo>
                  <a:lnTo>
                    <a:pt x="0" y="14376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3093774" y="1604749"/>
              <a:ext cx="1571625" cy="238125"/>
            </a:xfrm>
            <a:custGeom>
              <a:avLst/>
              <a:gdLst/>
              <a:ahLst/>
              <a:cxnLst/>
              <a:rect l="l" t="t" r="r" b="b"/>
              <a:pathLst>
                <a:path w="1571625" h="238125">
                  <a:moveTo>
                    <a:pt x="0" y="238124"/>
                  </a:moveTo>
                  <a:lnTo>
                    <a:pt x="14225" y="198598"/>
                  </a:lnTo>
                  <a:lnTo>
                    <a:pt x="54711" y="160047"/>
                  </a:lnTo>
                  <a:lnTo>
                    <a:pt x="118177" y="123455"/>
                  </a:lnTo>
                  <a:lnTo>
                    <a:pt x="157501" y="106200"/>
                  </a:lnTo>
                  <a:lnTo>
                    <a:pt x="201339" y="89802"/>
                  </a:lnTo>
                  <a:lnTo>
                    <a:pt x="249281" y="74385"/>
                  </a:lnTo>
                  <a:lnTo>
                    <a:pt x="300915" y="60072"/>
                  </a:lnTo>
                  <a:lnTo>
                    <a:pt x="355832" y="46983"/>
                  </a:lnTo>
                  <a:lnTo>
                    <a:pt x="413622" y="35244"/>
                  </a:lnTo>
                  <a:lnTo>
                    <a:pt x="473873" y="24976"/>
                  </a:lnTo>
                  <a:lnTo>
                    <a:pt x="536176" y="16302"/>
                  </a:lnTo>
                  <a:lnTo>
                    <a:pt x="600121" y="9344"/>
                  </a:lnTo>
                  <a:lnTo>
                    <a:pt x="665297" y="4226"/>
                  </a:lnTo>
                  <a:lnTo>
                    <a:pt x="731293" y="1070"/>
                  </a:lnTo>
                  <a:lnTo>
                    <a:pt x="797699" y="0"/>
                  </a:lnTo>
                  <a:lnTo>
                    <a:pt x="852051" y="737"/>
                  </a:lnTo>
                  <a:lnTo>
                    <a:pt x="906177" y="2886"/>
                  </a:lnTo>
                  <a:lnTo>
                    <a:pt x="959854" y="6378"/>
                  </a:lnTo>
                  <a:lnTo>
                    <a:pt x="1012857" y="11147"/>
                  </a:lnTo>
                  <a:lnTo>
                    <a:pt x="1064960" y="17125"/>
                  </a:lnTo>
                  <a:lnTo>
                    <a:pt x="1115940" y="24245"/>
                  </a:lnTo>
                  <a:lnTo>
                    <a:pt x="1165572" y="32440"/>
                  </a:lnTo>
                  <a:lnTo>
                    <a:pt x="1213630" y="41644"/>
                  </a:lnTo>
                  <a:lnTo>
                    <a:pt x="1259891" y="51788"/>
                  </a:lnTo>
                  <a:lnTo>
                    <a:pt x="1304128" y="62805"/>
                  </a:lnTo>
                  <a:lnTo>
                    <a:pt x="1346118" y="74629"/>
                  </a:lnTo>
                  <a:lnTo>
                    <a:pt x="1399772" y="92081"/>
                  </a:lnTo>
                  <a:lnTo>
                    <a:pt x="1448168" y="110756"/>
                  </a:lnTo>
                  <a:lnTo>
                    <a:pt x="1490721" y="130480"/>
                  </a:lnTo>
                  <a:lnTo>
                    <a:pt x="1526847" y="151078"/>
                  </a:lnTo>
                  <a:lnTo>
                    <a:pt x="1560198" y="175975"/>
                  </a:lnTo>
                  <a:lnTo>
                    <a:pt x="1567708" y="183233"/>
                  </a:lnTo>
                  <a:lnTo>
                    <a:pt x="1568606" y="184143"/>
                  </a:lnTo>
                  <a:lnTo>
                    <a:pt x="1569483" y="185054"/>
                  </a:lnTo>
                  <a:lnTo>
                    <a:pt x="1570340" y="185965"/>
                  </a:lnTo>
                  <a:lnTo>
                    <a:pt x="1571229" y="186937"/>
                  </a:lnTo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4650747" y="1785033"/>
              <a:ext cx="33020" cy="46355"/>
            </a:xfrm>
            <a:custGeom>
              <a:avLst/>
              <a:gdLst/>
              <a:ahLst/>
              <a:cxnLst/>
              <a:rect l="l" t="t" r="r" b="b"/>
              <a:pathLst>
                <a:path w="33020" h="46355">
                  <a:moveTo>
                    <a:pt x="32537" y="45822"/>
                  </a:moveTo>
                  <a:lnTo>
                    <a:pt x="0" y="13307"/>
                  </a:lnTo>
                  <a:lnTo>
                    <a:pt x="28512" y="0"/>
                  </a:lnTo>
                  <a:lnTo>
                    <a:pt x="32537" y="45822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4650747" y="1785033"/>
              <a:ext cx="33020" cy="46355"/>
            </a:xfrm>
            <a:custGeom>
              <a:avLst/>
              <a:gdLst/>
              <a:ahLst/>
              <a:cxnLst/>
              <a:rect l="l" t="t" r="r" b="b"/>
              <a:pathLst>
                <a:path w="33020" h="46355">
                  <a:moveTo>
                    <a:pt x="0" y="13307"/>
                  </a:moveTo>
                  <a:lnTo>
                    <a:pt x="32537" y="45822"/>
                  </a:lnTo>
                  <a:lnTo>
                    <a:pt x="28512" y="0"/>
                  </a:lnTo>
                  <a:lnTo>
                    <a:pt x="0" y="13307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4689025" y="1604749"/>
              <a:ext cx="2575560" cy="238125"/>
            </a:xfrm>
            <a:custGeom>
              <a:avLst/>
              <a:gdLst/>
              <a:ahLst/>
              <a:cxnLst/>
              <a:rect l="l" t="t" r="r" b="b"/>
              <a:pathLst>
                <a:path w="2575559" h="238125">
                  <a:moveTo>
                    <a:pt x="0" y="238124"/>
                  </a:moveTo>
                  <a:lnTo>
                    <a:pt x="21651" y="199999"/>
                  </a:lnTo>
                  <a:lnTo>
                    <a:pt x="58657" y="175013"/>
                  </a:lnTo>
                  <a:lnTo>
                    <a:pt x="112058" y="150677"/>
                  </a:lnTo>
                  <a:lnTo>
                    <a:pt x="180427" y="127252"/>
                  </a:lnTo>
                  <a:lnTo>
                    <a:pt x="219780" y="115963"/>
                  </a:lnTo>
                  <a:lnTo>
                    <a:pt x="262340" y="104999"/>
                  </a:lnTo>
                  <a:lnTo>
                    <a:pt x="307929" y="94393"/>
                  </a:lnTo>
                  <a:lnTo>
                    <a:pt x="356370" y="84177"/>
                  </a:lnTo>
                  <a:lnTo>
                    <a:pt x="407484" y="74385"/>
                  </a:lnTo>
                  <a:lnTo>
                    <a:pt x="461092" y="65049"/>
                  </a:lnTo>
                  <a:lnTo>
                    <a:pt x="517018" y="56202"/>
                  </a:lnTo>
                  <a:lnTo>
                    <a:pt x="575081" y="47875"/>
                  </a:lnTo>
                  <a:lnTo>
                    <a:pt x="635105" y="40102"/>
                  </a:lnTo>
                  <a:lnTo>
                    <a:pt x="696911" y="32916"/>
                  </a:lnTo>
                  <a:lnTo>
                    <a:pt x="760320" y="26348"/>
                  </a:lnTo>
                  <a:lnTo>
                    <a:pt x="825155" y="20432"/>
                  </a:lnTo>
                  <a:lnTo>
                    <a:pt x="891238" y="15200"/>
                  </a:lnTo>
                  <a:lnTo>
                    <a:pt x="958390" y="10684"/>
                  </a:lnTo>
                  <a:lnTo>
                    <a:pt x="1026432" y="6918"/>
                  </a:lnTo>
                  <a:lnTo>
                    <a:pt x="1095188" y="3934"/>
                  </a:lnTo>
                  <a:lnTo>
                    <a:pt x="1164478" y="1765"/>
                  </a:lnTo>
                  <a:lnTo>
                    <a:pt x="1234125" y="442"/>
                  </a:lnTo>
                  <a:lnTo>
                    <a:pt x="1303949" y="0"/>
                  </a:lnTo>
                  <a:lnTo>
                    <a:pt x="1358267" y="279"/>
                  </a:lnTo>
                  <a:lnTo>
                    <a:pt x="1412500" y="1095"/>
                  </a:lnTo>
                  <a:lnTo>
                    <a:pt x="1466566" y="2433"/>
                  </a:lnTo>
                  <a:lnTo>
                    <a:pt x="1520380" y="4276"/>
                  </a:lnTo>
                  <a:lnTo>
                    <a:pt x="1573859" y="6610"/>
                  </a:lnTo>
                  <a:lnTo>
                    <a:pt x="1626919" y="9420"/>
                  </a:lnTo>
                  <a:lnTo>
                    <a:pt x="1679475" y="12689"/>
                  </a:lnTo>
                  <a:lnTo>
                    <a:pt x="1731445" y="16403"/>
                  </a:lnTo>
                  <a:lnTo>
                    <a:pt x="1782744" y="20547"/>
                  </a:lnTo>
                  <a:lnTo>
                    <a:pt x="1833288" y="25104"/>
                  </a:lnTo>
                  <a:lnTo>
                    <a:pt x="1882994" y="30060"/>
                  </a:lnTo>
                  <a:lnTo>
                    <a:pt x="1931777" y="35400"/>
                  </a:lnTo>
                  <a:lnTo>
                    <a:pt x="1979555" y="41107"/>
                  </a:lnTo>
                  <a:lnTo>
                    <a:pt x="2026242" y="47167"/>
                  </a:lnTo>
                  <a:lnTo>
                    <a:pt x="2071756" y="53565"/>
                  </a:lnTo>
                  <a:lnTo>
                    <a:pt x="2116012" y="60285"/>
                  </a:lnTo>
                  <a:lnTo>
                    <a:pt x="2158926" y="67311"/>
                  </a:lnTo>
                  <a:lnTo>
                    <a:pt x="2200415" y="74629"/>
                  </a:lnTo>
                  <a:lnTo>
                    <a:pt x="2259793" y="86119"/>
                  </a:lnTo>
                  <a:lnTo>
                    <a:pt x="2315492" y="98179"/>
                  </a:lnTo>
                  <a:lnTo>
                    <a:pt x="2367229" y="110756"/>
                  </a:lnTo>
                  <a:lnTo>
                    <a:pt x="2414722" y="123800"/>
                  </a:lnTo>
                  <a:lnTo>
                    <a:pt x="2457687" y="137258"/>
                  </a:lnTo>
                  <a:lnTo>
                    <a:pt x="2495842" y="151078"/>
                  </a:lnTo>
                  <a:lnTo>
                    <a:pt x="2532663" y="166996"/>
                  </a:lnTo>
                  <a:lnTo>
                    <a:pt x="2568369" y="186876"/>
                  </a:lnTo>
                  <a:lnTo>
                    <a:pt x="2571033" y="188704"/>
                  </a:lnTo>
                  <a:lnTo>
                    <a:pt x="2572365" y="189618"/>
                  </a:lnTo>
                  <a:lnTo>
                    <a:pt x="2573663" y="190533"/>
                  </a:lnTo>
                  <a:lnTo>
                    <a:pt x="2574926" y="191449"/>
                  </a:lnTo>
                  <a:lnTo>
                    <a:pt x="2575338" y="191757"/>
                  </a:lnTo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7251434" y="1787544"/>
              <a:ext cx="38100" cy="45085"/>
            </a:xfrm>
            <a:custGeom>
              <a:avLst/>
              <a:gdLst/>
              <a:ahLst/>
              <a:cxnLst/>
              <a:rect l="l" t="t" r="r" b="b"/>
              <a:pathLst>
                <a:path w="38100" h="45085">
                  <a:moveTo>
                    <a:pt x="37556" y="44487"/>
                  </a:moveTo>
                  <a:lnTo>
                    <a:pt x="0" y="17927"/>
                  </a:lnTo>
                  <a:lnTo>
                    <a:pt x="25858" y="0"/>
                  </a:lnTo>
                  <a:lnTo>
                    <a:pt x="37556" y="44487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7251434" y="1787544"/>
              <a:ext cx="38100" cy="45085"/>
            </a:xfrm>
            <a:custGeom>
              <a:avLst/>
              <a:gdLst/>
              <a:ahLst/>
              <a:cxnLst/>
              <a:rect l="l" t="t" r="r" b="b"/>
              <a:pathLst>
                <a:path w="38100" h="45085">
                  <a:moveTo>
                    <a:pt x="0" y="17927"/>
                  </a:moveTo>
                  <a:lnTo>
                    <a:pt x="37556" y="44487"/>
                  </a:lnTo>
                  <a:lnTo>
                    <a:pt x="25858" y="0"/>
                  </a:lnTo>
                  <a:lnTo>
                    <a:pt x="0" y="17927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1323335" y="1268724"/>
              <a:ext cx="5973445" cy="574675"/>
            </a:xfrm>
            <a:custGeom>
              <a:avLst/>
              <a:gdLst/>
              <a:ahLst/>
              <a:cxnLst/>
              <a:rect l="l" t="t" r="r" b="b"/>
              <a:pathLst>
                <a:path w="5973445" h="574675">
                  <a:moveTo>
                    <a:pt x="5973439" y="574149"/>
                  </a:moveTo>
                  <a:lnTo>
                    <a:pt x="5964015" y="534428"/>
                  </a:lnTo>
                  <a:lnTo>
                    <a:pt x="5936331" y="494876"/>
                  </a:lnTo>
                  <a:lnTo>
                    <a:pt x="5908168" y="468685"/>
                  </a:lnTo>
                  <a:lnTo>
                    <a:pt x="5872544" y="442694"/>
                  </a:lnTo>
                  <a:lnTo>
                    <a:pt x="5829720" y="416954"/>
                  </a:lnTo>
                  <a:lnTo>
                    <a:pt x="5779960" y="391515"/>
                  </a:lnTo>
                  <a:lnTo>
                    <a:pt x="5723524" y="366427"/>
                  </a:lnTo>
                  <a:lnTo>
                    <a:pt x="5660674" y="341740"/>
                  </a:lnTo>
                  <a:lnTo>
                    <a:pt x="5591673" y="317505"/>
                  </a:lnTo>
                  <a:lnTo>
                    <a:pt x="5554947" y="305573"/>
                  </a:lnTo>
                  <a:lnTo>
                    <a:pt x="5516781" y="293772"/>
                  </a:lnTo>
                  <a:lnTo>
                    <a:pt x="5477209" y="282109"/>
                  </a:lnTo>
                  <a:lnTo>
                    <a:pt x="5436261" y="270590"/>
                  </a:lnTo>
                  <a:lnTo>
                    <a:pt x="5393973" y="259222"/>
                  </a:lnTo>
                  <a:lnTo>
                    <a:pt x="5350375" y="248011"/>
                  </a:lnTo>
                  <a:lnTo>
                    <a:pt x="5305501" y="236963"/>
                  </a:lnTo>
                  <a:lnTo>
                    <a:pt x="5259384" y="226084"/>
                  </a:lnTo>
                  <a:lnTo>
                    <a:pt x="5212056" y="215381"/>
                  </a:lnTo>
                  <a:lnTo>
                    <a:pt x="5163550" y="204859"/>
                  </a:lnTo>
                  <a:lnTo>
                    <a:pt x="5113898" y="194526"/>
                  </a:lnTo>
                  <a:lnTo>
                    <a:pt x="5063134" y="184388"/>
                  </a:lnTo>
                  <a:lnTo>
                    <a:pt x="5011290" y="174450"/>
                  </a:lnTo>
                  <a:lnTo>
                    <a:pt x="4958399" y="164719"/>
                  </a:lnTo>
                  <a:lnTo>
                    <a:pt x="4904494" y="155202"/>
                  </a:lnTo>
                  <a:lnTo>
                    <a:pt x="4849607" y="145904"/>
                  </a:lnTo>
                  <a:lnTo>
                    <a:pt x="4793771" y="136832"/>
                  </a:lnTo>
                  <a:lnTo>
                    <a:pt x="4737019" y="127992"/>
                  </a:lnTo>
                  <a:lnTo>
                    <a:pt x="4679383" y="119390"/>
                  </a:lnTo>
                  <a:lnTo>
                    <a:pt x="4620896" y="111034"/>
                  </a:lnTo>
                  <a:lnTo>
                    <a:pt x="4561592" y="102928"/>
                  </a:lnTo>
                  <a:lnTo>
                    <a:pt x="4501502" y="95079"/>
                  </a:lnTo>
                  <a:lnTo>
                    <a:pt x="4440659" y="87494"/>
                  </a:lnTo>
                  <a:lnTo>
                    <a:pt x="4379097" y="80179"/>
                  </a:lnTo>
                  <a:lnTo>
                    <a:pt x="4316847" y="73140"/>
                  </a:lnTo>
                  <a:lnTo>
                    <a:pt x="4253943" y="66383"/>
                  </a:lnTo>
                  <a:lnTo>
                    <a:pt x="4190417" y="59915"/>
                  </a:lnTo>
                  <a:lnTo>
                    <a:pt x="4126302" y="53742"/>
                  </a:lnTo>
                  <a:lnTo>
                    <a:pt x="4061631" y="47869"/>
                  </a:lnTo>
                  <a:lnTo>
                    <a:pt x="3996436" y="42305"/>
                  </a:lnTo>
                  <a:lnTo>
                    <a:pt x="3930751" y="37054"/>
                  </a:lnTo>
                  <a:lnTo>
                    <a:pt x="3864607" y="32123"/>
                  </a:lnTo>
                  <a:lnTo>
                    <a:pt x="3798038" y="27519"/>
                  </a:lnTo>
                  <a:lnTo>
                    <a:pt x="3731076" y="23247"/>
                  </a:lnTo>
                  <a:lnTo>
                    <a:pt x="3663754" y="19313"/>
                  </a:lnTo>
                  <a:lnTo>
                    <a:pt x="3596106" y="15725"/>
                  </a:lnTo>
                  <a:lnTo>
                    <a:pt x="3528162" y="12489"/>
                  </a:lnTo>
                  <a:lnTo>
                    <a:pt x="3459957" y="9610"/>
                  </a:lnTo>
                  <a:lnTo>
                    <a:pt x="3391523" y="7095"/>
                  </a:lnTo>
                  <a:lnTo>
                    <a:pt x="3322892" y="4950"/>
                  </a:lnTo>
                  <a:lnTo>
                    <a:pt x="3254098" y="3182"/>
                  </a:lnTo>
                  <a:lnTo>
                    <a:pt x="3185173" y="1796"/>
                  </a:lnTo>
                  <a:lnTo>
                    <a:pt x="3116149" y="800"/>
                  </a:lnTo>
                  <a:lnTo>
                    <a:pt x="3047061" y="199"/>
                  </a:lnTo>
                  <a:lnTo>
                    <a:pt x="2977939" y="0"/>
                  </a:lnTo>
                  <a:lnTo>
                    <a:pt x="2923146" y="130"/>
                  </a:lnTo>
                  <a:lnTo>
                    <a:pt x="2868369" y="513"/>
                  </a:lnTo>
                  <a:lnTo>
                    <a:pt x="2813625" y="1147"/>
                  </a:lnTo>
                  <a:lnTo>
                    <a:pt x="2758930" y="2028"/>
                  </a:lnTo>
                  <a:lnTo>
                    <a:pt x="2704300" y="3152"/>
                  </a:lnTo>
                  <a:lnTo>
                    <a:pt x="2649751" y="4517"/>
                  </a:lnTo>
                  <a:lnTo>
                    <a:pt x="2595301" y="6119"/>
                  </a:lnTo>
                  <a:lnTo>
                    <a:pt x="2540964" y="7956"/>
                  </a:lnTo>
                  <a:lnTo>
                    <a:pt x="2486758" y="10025"/>
                  </a:lnTo>
                  <a:lnTo>
                    <a:pt x="2432698" y="12321"/>
                  </a:lnTo>
                  <a:lnTo>
                    <a:pt x="2378802" y="14843"/>
                  </a:lnTo>
                  <a:lnTo>
                    <a:pt x="2325084" y="17586"/>
                  </a:lnTo>
                  <a:lnTo>
                    <a:pt x="2271563" y="20548"/>
                  </a:lnTo>
                  <a:lnTo>
                    <a:pt x="2218253" y="23726"/>
                  </a:lnTo>
                  <a:lnTo>
                    <a:pt x="2165171" y="27117"/>
                  </a:lnTo>
                  <a:lnTo>
                    <a:pt x="2112334" y="30716"/>
                  </a:lnTo>
                  <a:lnTo>
                    <a:pt x="2059757" y="34523"/>
                  </a:lnTo>
                  <a:lnTo>
                    <a:pt x="2007458" y="38532"/>
                  </a:lnTo>
                  <a:lnTo>
                    <a:pt x="1955452" y="42741"/>
                  </a:lnTo>
                  <a:lnTo>
                    <a:pt x="1903756" y="47148"/>
                  </a:lnTo>
                  <a:lnTo>
                    <a:pt x="1852385" y="51748"/>
                  </a:lnTo>
                  <a:lnTo>
                    <a:pt x="1801357" y="56539"/>
                  </a:lnTo>
                  <a:lnTo>
                    <a:pt x="1750688" y="61517"/>
                  </a:lnTo>
                  <a:lnTo>
                    <a:pt x="1700393" y="66680"/>
                  </a:lnTo>
                  <a:lnTo>
                    <a:pt x="1650490" y="72024"/>
                  </a:lnTo>
                  <a:lnTo>
                    <a:pt x="1600994" y="77546"/>
                  </a:lnTo>
                  <a:lnTo>
                    <a:pt x="1551922" y="83244"/>
                  </a:lnTo>
                  <a:lnTo>
                    <a:pt x="1503290" y="89113"/>
                  </a:lnTo>
                  <a:lnTo>
                    <a:pt x="1455114" y="95151"/>
                  </a:lnTo>
                  <a:lnTo>
                    <a:pt x="1407411" y="101355"/>
                  </a:lnTo>
                  <a:lnTo>
                    <a:pt x="1360196" y="107721"/>
                  </a:lnTo>
                  <a:lnTo>
                    <a:pt x="1313487" y="114247"/>
                  </a:lnTo>
                  <a:lnTo>
                    <a:pt x="1267300" y="120929"/>
                  </a:lnTo>
                  <a:lnTo>
                    <a:pt x="1221651" y="127764"/>
                  </a:lnTo>
                  <a:lnTo>
                    <a:pt x="1176555" y="134749"/>
                  </a:lnTo>
                  <a:lnTo>
                    <a:pt x="1132030" y="141881"/>
                  </a:lnTo>
                  <a:lnTo>
                    <a:pt x="1088092" y="149157"/>
                  </a:lnTo>
                  <a:lnTo>
                    <a:pt x="1044757" y="156574"/>
                  </a:lnTo>
                  <a:lnTo>
                    <a:pt x="1002041" y="164128"/>
                  </a:lnTo>
                  <a:lnTo>
                    <a:pt x="959961" y="171817"/>
                  </a:lnTo>
                  <a:lnTo>
                    <a:pt x="918533" y="179637"/>
                  </a:lnTo>
                  <a:lnTo>
                    <a:pt x="859080" y="191318"/>
                  </a:lnTo>
                  <a:lnTo>
                    <a:pt x="801112" y="203264"/>
                  </a:lnTo>
                  <a:lnTo>
                    <a:pt x="744678" y="215466"/>
                  </a:lnTo>
                  <a:lnTo>
                    <a:pt x="689831" y="227912"/>
                  </a:lnTo>
                  <a:lnTo>
                    <a:pt x="636622" y="240595"/>
                  </a:lnTo>
                  <a:lnTo>
                    <a:pt x="585101" y="253503"/>
                  </a:lnTo>
                  <a:lnTo>
                    <a:pt x="535319" y="266627"/>
                  </a:lnTo>
                  <a:lnTo>
                    <a:pt x="487329" y="279957"/>
                  </a:lnTo>
                  <a:lnTo>
                    <a:pt x="441181" y="293484"/>
                  </a:lnTo>
                  <a:lnTo>
                    <a:pt x="396927" y="307197"/>
                  </a:lnTo>
                  <a:lnTo>
                    <a:pt x="354616" y="321087"/>
                  </a:lnTo>
                  <a:lnTo>
                    <a:pt x="314302" y="335144"/>
                  </a:lnTo>
                  <a:lnTo>
                    <a:pt x="276034" y="349358"/>
                  </a:lnTo>
                  <a:lnTo>
                    <a:pt x="239865" y="363719"/>
                  </a:lnTo>
                  <a:lnTo>
                    <a:pt x="181770" y="389176"/>
                  </a:lnTo>
                  <a:lnTo>
                    <a:pt x="130532" y="415002"/>
                  </a:lnTo>
                  <a:lnTo>
                    <a:pt x="86424" y="441143"/>
                  </a:lnTo>
                  <a:lnTo>
                    <a:pt x="49721" y="467548"/>
                  </a:lnTo>
                  <a:lnTo>
                    <a:pt x="20696" y="494164"/>
                  </a:lnTo>
                  <a:lnTo>
                    <a:pt x="1815" y="517584"/>
                  </a:lnTo>
                  <a:lnTo>
                    <a:pt x="0" y="520364"/>
                  </a:lnTo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1308363" y="1784255"/>
              <a:ext cx="30480" cy="46355"/>
            </a:xfrm>
            <a:custGeom>
              <a:avLst/>
              <a:gdLst/>
              <a:ahLst/>
              <a:cxnLst/>
              <a:rect l="l" t="t" r="r" b="b"/>
              <a:pathLst>
                <a:path w="30480" h="46355">
                  <a:moveTo>
                    <a:pt x="1689" y="45968"/>
                  </a:moveTo>
                  <a:lnTo>
                    <a:pt x="0" y="0"/>
                  </a:lnTo>
                  <a:lnTo>
                    <a:pt x="29943" y="9668"/>
                  </a:lnTo>
                  <a:lnTo>
                    <a:pt x="1689" y="45968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1308363" y="1784255"/>
              <a:ext cx="30480" cy="46355"/>
            </a:xfrm>
            <a:custGeom>
              <a:avLst/>
              <a:gdLst/>
              <a:ahLst/>
              <a:cxnLst/>
              <a:rect l="l" t="t" r="r" b="b"/>
              <a:pathLst>
                <a:path w="30480" h="46355">
                  <a:moveTo>
                    <a:pt x="0" y="0"/>
                  </a:moveTo>
                  <a:lnTo>
                    <a:pt x="1689" y="45968"/>
                  </a:lnTo>
                  <a:lnTo>
                    <a:pt x="29943" y="966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16" name="object 16" descr=""/>
          <p:cNvGraphicFramePr>
            <a:graphicFrameLocks noGrp="1"/>
          </p:cNvGraphicFramePr>
          <p:nvPr/>
        </p:nvGraphicFramePr>
        <p:xfrm>
          <a:off x="1239962" y="1838112"/>
          <a:ext cx="7265670" cy="4235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920"/>
                <a:gridCol w="318134"/>
                <a:gridCol w="121920"/>
                <a:gridCol w="1224914"/>
                <a:gridCol w="121919"/>
                <a:gridCol w="489584"/>
                <a:gridCol w="123825"/>
                <a:gridCol w="855980"/>
                <a:gridCol w="123825"/>
                <a:gridCol w="858520"/>
                <a:gridCol w="121285"/>
                <a:gridCol w="1504314"/>
                <a:gridCol w="121920"/>
                <a:gridCol w="1066800"/>
              </a:tblGrid>
              <a:tr h="4235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6AA4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6AA4C8"/>
                    </a:solidFill>
                  </a:tcPr>
                </a:tc>
                <a:tc>
                  <a:txBody>
                    <a:bodyPr/>
                    <a:lstStyle/>
                    <a:p>
                      <a:pPr marL="284480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1400">
                          <a:latin typeface="Arial MT"/>
                          <a:cs typeface="Arial MT"/>
                        </a:rPr>
                        <a:t>en</a:t>
                      </a:r>
                      <a:r>
                        <a:rPr dirty="0" sz="14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 spc="-25">
                          <a:latin typeface="Arial MT"/>
                          <a:cs typeface="Arial MT"/>
                        </a:rPr>
                        <a:t>uso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99695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E9ED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6AA4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R w="19050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6AA4C8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14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en</a:t>
                      </a:r>
                      <a:r>
                        <a:rPr dirty="0" sz="1400" spc="-1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 spc="-2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uso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99695">
                    <a:lnL w="9525">
                      <a:solidFill>
                        <a:srgbClr val="1A1A1A"/>
                      </a:solidFill>
                      <a:prstDash val="solid"/>
                    </a:lnL>
                    <a:lnR w="2857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E9ED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6AA4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R w="2857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6AA4C8"/>
                    </a:solidFill>
                  </a:tcPr>
                </a:tc>
                <a:tc>
                  <a:txBody>
                    <a:bodyPr/>
                    <a:lstStyle/>
                    <a:p>
                      <a:pPr marL="424180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14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en</a:t>
                      </a:r>
                      <a:r>
                        <a:rPr dirty="0" sz="1400" spc="-1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 spc="-2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uso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99695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E9ED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6AA4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7" name="object 17" descr=""/>
          <p:cNvSpPr txBox="1"/>
          <p:nvPr/>
        </p:nvSpPr>
        <p:spPr>
          <a:xfrm>
            <a:off x="2738119" y="2919281"/>
            <a:ext cx="7112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solidFill>
                  <a:srgbClr val="1A1A1A"/>
                </a:solidFill>
                <a:latin typeface="Courier New"/>
                <a:cs typeface="Courier New"/>
              </a:rPr>
              <a:t>prevp</a:t>
            </a:r>
            <a:endParaRPr sz="1800">
              <a:latin typeface="Courier New"/>
              <a:cs typeface="Courier New"/>
            </a:endParaRPr>
          </a:p>
        </p:txBody>
      </p:sp>
      <p:grpSp>
        <p:nvGrpSpPr>
          <p:cNvPr id="18" name="object 18" descr=""/>
          <p:cNvGrpSpPr/>
          <p:nvPr/>
        </p:nvGrpSpPr>
        <p:grpSpPr>
          <a:xfrm>
            <a:off x="3071779" y="2275637"/>
            <a:ext cx="41275" cy="579755"/>
            <a:chOff x="3071779" y="2275637"/>
            <a:chExt cx="41275" cy="579755"/>
          </a:xfrm>
        </p:grpSpPr>
        <p:sp>
          <p:nvSpPr>
            <p:cNvPr id="19" name="object 19" descr=""/>
            <p:cNvSpPr/>
            <p:nvPr/>
          </p:nvSpPr>
          <p:spPr>
            <a:xfrm>
              <a:off x="3092275" y="2323624"/>
              <a:ext cx="0" cy="532130"/>
            </a:xfrm>
            <a:custGeom>
              <a:avLst/>
              <a:gdLst/>
              <a:ahLst/>
              <a:cxnLst/>
              <a:rect l="l" t="t" r="r" b="b"/>
              <a:pathLst>
                <a:path w="0" h="532130">
                  <a:moveTo>
                    <a:pt x="0" y="531749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3076542" y="2280399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0" y="43225"/>
                  </a:lnTo>
                  <a:lnTo>
                    <a:pt x="15732" y="0"/>
                  </a:lnTo>
                  <a:lnTo>
                    <a:pt x="31465" y="43225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3076542" y="2280399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15732" y="0"/>
                  </a:lnTo>
                  <a:lnTo>
                    <a:pt x="0" y="43225"/>
                  </a:lnTo>
                  <a:lnTo>
                    <a:pt x="31465" y="43225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 descr=""/>
          <p:cNvSpPr txBox="1"/>
          <p:nvPr/>
        </p:nvSpPr>
        <p:spPr>
          <a:xfrm>
            <a:off x="4612683" y="2919281"/>
            <a:ext cx="16319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 b="1">
                <a:solidFill>
                  <a:srgbClr val="1A1A1A"/>
                </a:solidFill>
                <a:latin typeface="Courier New"/>
                <a:cs typeface="Courier New"/>
              </a:rPr>
              <a:t>p</a:t>
            </a:r>
            <a:endParaRPr sz="1800">
              <a:latin typeface="Courier New"/>
              <a:cs typeface="Courier New"/>
            </a:endParaRPr>
          </a:p>
        </p:txBody>
      </p:sp>
      <p:grpSp>
        <p:nvGrpSpPr>
          <p:cNvPr id="23" name="object 23" descr=""/>
          <p:cNvGrpSpPr/>
          <p:nvPr/>
        </p:nvGrpSpPr>
        <p:grpSpPr>
          <a:xfrm>
            <a:off x="4673479" y="2275637"/>
            <a:ext cx="41275" cy="579755"/>
            <a:chOff x="4673479" y="2275637"/>
            <a:chExt cx="41275" cy="579755"/>
          </a:xfrm>
        </p:grpSpPr>
        <p:sp>
          <p:nvSpPr>
            <p:cNvPr id="24" name="object 24" descr=""/>
            <p:cNvSpPr/>
            <p:nvPr/>
          </p:nvSpPr>
          <p:spPr>
            <a:xfrm>
              <a:off x="4693975" y="2323624"/>
              <a:ext cx="0" cy="532130"/>
            </a:xfrm>
            <a:custGeom>
              <a:avLst/>
              <a:gdLst/>
              <a:ahLst/>
              <a:cxnLst/>
              <a:rect l="l" t="t" r="r" b="b"/>
              <a:pathLst>
                <a:path w="0" h="532130">
                  <a:moveTo>
                    <a:pt x="0" y="531749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4678242" y="2280399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0" y="43225"/>
                  </a:lnTo>
                  <a:lnTo>
                    <a:pt x="15732" y="0"/>
                  </a:lnTo>
                  <a:lnTo>
                    <a:pt x="31465" y="43225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4678242" y="2280399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15732" y="0"/>
                  </a:lnTo>
                  <a:lnTo>
                    <a:pt x="0" y="43225"/>
                  </a:lnTo>
                  <a:lnTo>
                    <a:pt x="31465" y="43225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 descr=""/>
          <p:cNvSpPr txBox="1"/>
          <p:nvPr/>
        </p:nvSpPr>
        <p:spPr>
          <a:xfrm>
            <a:off x="1924199" y="3787106"/>
            <a:ext cx="496316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solidFill>
                  <a:srgbClr val="1A1A1A"/>
                </a:solidFill>
                <a:latin typeface="Courier New"/>
                <a:cs typeface="Courier New"/>
              </a:rPr>
              <a:t>prevp-</a:t>
            </a:r>
            <a:r>
              <a:rPr dirty="0" sz="1800" b="1">
                <a:solidFill>
                  <a:srgbClr val="1A1A1A"/>
                </a:solidFill>
                <a:latin typeface="Courier New"/>
                <a:cs typeface="Courier New"/>
              </a:rPr>
              <a:t>&gt;ptr</a:t>
            </a:r>
            <a:r>
              <a:rPr dirty="0" sz="1800" spc="-5" b="1">
                <a:solidFill>
                  <a:srgbClr val="1A1A1A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1A1A1A"/>
                </a:solidFill>
                <a:latin typeface="Courier New"/>
                <a:cs typeface="Courier New"/>
              </a:rPr>
              <a:t>=</a:t>
            </a:r>
            <a:r>
              <a:rPr dirty="0" sz="1800" spc="10" b="1">
                <a:solidFill>
                  <a:srgbClr val="1A1A1A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1A1A1A"/>
                </a:solidFill>
                <a:latin typeface="Courier New"/>
                <a:cs typeface="Courier New"/>
              </a:rPr>
              <a:t>p-›ptr;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dirty="0" sz="1800" b="1">
                <a:solidFill>
                  <a:srgbClr val="1A1A1A"/>
                </a:solidFill>
                <a:latin typeface="Courier New"/>
                <a:cs typeface="Courier New"/>
              </a:rPr>
              <a:t>return</a:t>
            </a:r>
            <a:r>
              <a:rPr dirty="0" sz="1800" spc="-30" b="1">
                <a:solidFill>
                  <a:srgbClr val="1A1A1A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1A1A1A"/>
                </a:solidFill>
                <a:latin typeface="Courier New"/>
                <a:cs typeface="Courier New"/>
              </a:rPr>
              <a:t>(p+1);</a:t>
            </a:r>
            <a:r>
              <a:rPr dirty="0" sz="1800" spc="-15" b="1">
                <a:solidFill>
                  <a:srgbClr val="1A1A1A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1A1A1A"/>
                </a:solidFill>
                <a:latin typeface="Courier New"/>
                <a:cs typeface="Courier New"/>
              </a:rPr>
              <a:t>//</a:t>
            </a:r>
            <a:r>
              <a:rPr dirty="0" sz="1800" spc="-15" b="1">
                <a:solidFill>
                  <a:srgbClr val="1A1A1A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1A1A1A"/>
                </a:solidFill>
                <a:latin typeface="Courier New"/>
                <a:cs typeface="Courier New"/>
              </a:rPr>
              <a:t>p</a:t>
            </a:r>
            <a:r>
              <a:rPr dirty="0" sz="1800" spc="-20" b="1">
                <a:solidFill>
                  <a:srgbClr val="1A1A1A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1A1A1A"/>
                </a:solidFill>
                <a:latin typeface="Courier New"/>
                <a:cs typeface="Courier New"/>
              </a:rPr>
              <a:t>es</a:t>
            </a:r>
            <a:r>
              <a:rPr dirty="0" sz="1800" spc="-15" b="1">
                <a:solidFill>
                  <a:srgbClr val="1A1A1A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1A1A1A"/>
                </a:solidFill>
                <a:latin typeface="Courier New"/>
                <a:cs typeface="Courier New"/>
              </a:rPr>
              <a:t>de</a:t>
            </a:r>
            <a:r>
              <a:rPr dirty="0" sz="1800" spc="-15" b="1">
                <a:solidFill>
                  <a:srgbClr val="1A1A1A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1A1A1A"/>
                </a:solidFill>
                <a:latin typeface="Courier New"/>
                <a:cs typeface="Courier New"/>
              </a:rPr>
              <a:t>tipo</a:t>
            </a:r>
            <a:r>
              <a:rPr dirty="0" sz="1800" spc="-15" b="1">
                <a:solidFill>
                  <a:srgbClr val="1A1A1A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1A1A1A"/>
                </a:solidFill>
                <a:latin typeface="Courier New"/>
                <a:cs typeface="Courier New"/>
              </a:rPr>
              <a:t>Header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73025" y="63880"/>
            <a:ext cx="22993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1A1A1A"/>
                </a:solidFill>
                <a:latin typeface="Arial MT"/>
                <a:cs typeface="Arial MT"/>
              </a:rPr>
              <a:t>Buscar</a:t>
            </a:r>
            <a:r>
              <a:rPr dirty="0" sz="1800" spc="-1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1A1A1A"/>
                </a:solidFill>
                <a:latin typeface="Arial MT"/>
                <a:cs typeface="Arial MT"/>
              </a:rPr>
              <a:t>un</a:t>
            </a:r>
            <a:r>
              <a:rPr dirty="0" sz="1800" spc="-1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1A1A1A"/>
                </a:solidFill>
                <a:latin typeface="Arial MT"/>
                <a:cs typeface="Arial MT"/>
              </a:rPr>
              <a:t>bloque</a:t>
            </a:r>
            <a:r>
              <a:rPr dirty="0" sz="1800" spc="-1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1A1A1A"/>
                </a:solidFill>
                <a:latin typeface="Arial MT"/>
                <a:cs typeface="Arial MT"/>
              </a:rPr>
              <a:t>libre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1301012" y="1263962"/>
            <a:ext cx="6000750" cy="584200"/>
            <a:chOff x="1301012" y="1263962"/>
            <a:chExt cx="6000750" cy="584200"/>
          </a:xfrm>
        </p:grpSpPr>
        <p:sp>
          <p:nvSpPr>
            <p:cNvPr id="4" name="object 4" descr=""/>
            <p:cNvSpPr/>
            <p:nvPr/>
          </p:nvSpPr>
          <p:spPr>
            <a:xfrm>
              <a:off x="1305774" y="1604749"/>
              <a:ext cx="1762125" cy="238125"/>
            </a:xfrm>
            <a:custGeom>
              <a:avLst/>
              <a:gdLst/>
              <a:ahLst/>
              <a:cxnLst/>
              <a:rect l="l" t="t" r="r" b="b"/>
              <a:pathLst>
                <a:path w="1762125" h="238125">
                  <a:moveTo>
                    <a:pt x="0" y="238124"/>
                  </a:moveTo>
                  <a:lnTo>
                    <a:pt x="28663" y="184944"/>
                  </a:lnTo>
                  <a:lnTo>
                    <a:pt x="76828" y="150677"/>
                  </a:lnTo>
                  <a:lnTo>
                    <a:pt x="145107" y="118196"/>
                  </a:lnTo>
                  <a:lnTo>
                    <a:pt x="185951" y="102848"/>
                  </a:lnTo>
                  <a:lnTo>
                    <a:pt x="230819" y="88215"/>
                  </a:lnTo>
                  <a:lnTo>
                    <a:pt x="279374" y="74385"/>
                  </a:lnTo>
                  <a:lnTo>
                    <a:pt x="331282" y="61450"/>
                  </a:lnTo>
                  <a:lnTo>
                    <a:pt x="386207" y="49497"/>
                  </a:lnTo>
                  <a:lnTo>
                    <a:pt x="443815" y="38617"/>
                  </a:lnTo>
                  <a:lnTo>
                    <a:pt x="503768" y="28899"/>
                  </a:lnTo>
                  <a:lnTo>
                    <a:pt x="565734" y="20432"/>
                  </a:lnTo>
                  <a:lnTo>
                    <a:pt x="629375" y="13306"/>
                  </a:lnTo>
                  <a:lnTo>
                    <a:pt x="694358" y="7610"/>
                  </a:lnTo>
                  <a:lnTo>
                    <a:pt x="760346" y="3434"/>
                  </a:lnTo>
                  <a:lnTo>
                    <a:pt x="827005" y="867"/>
                  </a:lnTo>
                  <a:lnTo>
                    <a:pt x="893999" y="0"/>
                  </a:lnTo>
                  <a:lnTo>
                    <a:pt x="949842" y="621"/>
                  </a:lnTo>
                  <a:lnTo>
                    <a:pt x="1005491" y="2433"/>
                  </a:lnTo>
                  <a:lnTo>
                    <a:pt x="1060751" y="5383"/>
                  </a:lnTo>
                  <a:lnTo>
                    <a:pt x="1115430" y="9420"/>
                  </a:lnTo>
                  <a:lnTo>
                    <a:pt x="1169333" y="14492"/>
                  </a:lnTo>
                  <a:lnTo>
                    <a:pt x="1222265" y="20547"/>
                  </a:lnTo>
                  <a:lnTo>
                    <a:pt x="1274034" y="27533"/>
                  </a:lnTo>
                  <a:lnTo>
                    <a:pt x="1324444" y="35400"/>
                  </a:lnTo>
                  <a:lnTo>
                    <a:pt x="1373302" y="44094"/>
                  </a:lnTo>
                  <a:lnTo>
                    <a:pt x="1420414" y="53565"/>
                  </a:lnTo>
                  <a:lnTo>
                    <a:pt x="1465587" y="63761"/>
                  </a:lnTo>
                  <a:lnTo>
                    <a:pt x="1508624" y="74629"/>
                  </a:lnTo>
                  <a:lnTo>
                    <a:pt x="1568756" y="92081"/>
                  </a:lnTo>
                  <a:lnTo>
                    <a:pt x="1622994" y="110756"/>
                  </a:lnTo>
                  <a:lnTo>
                    <a:pt x="1670684" y="130480"/>
                  </a:lnTo>
                  <a:lnTo>
                    <a:pt x="1711171" y="151078"/>
                  </a:lnTo>
                  <a:lnTo>
                    <a:pt x="1743801" y="172376"/>
                  </a:lnTo>
                  <a:lnTo>
                    <a:pt x="1756965" y="183233"/>
                  </a:lnTo>
                  <a:lnTo>
                    <a:pt x="1757971" y="184143"/>
                  </a:lnTo>
                  <a:lnTo>
                    <a:pt x="1758954" y="185054"/>
                  </a:lnTo>
                  <a:lnTo>
                    <a:pt x="1759914" y="185965"/>
                  </a:lnTo>
                  <a:lnTo>
                    <a:pt x="1761887" y="187889"/>
                  </a:lnTo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3053668" y="1785450"/>
              <a:ext cx="34290" cy="45720"/>
            </a:xfrm>
            <a:custGeom>
              <a:avLst/>
              <a:gdLst/>
              <a:ahLst/>
              <a:cxnLst/>
              <a:rect l="l" t="t" r="r" b="b"/>
              <a:pathLst>
                <a:path w="34289" h="45719">
                  <a:moveTo>
                    <a:pt x="33744" y="45638"/>
                  </a:moveTo>
                  <a:lnTo>
                    <a:pt x="0" y="14376"/>
                  </a:lnTo>
                  <a:lnTo>
                    <a:pt x="27988" y="0"/>
                  </a:lnTo>
                  <a:lnTo>
                    <a:pt x="33744" y="45638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3053668" y="1785450"/>
              <a:ext cx="34290" cy="45720"/>
            </a:xfrm>
            <a:custGeom>
              <a:avLst/>
              <a:gdLst/>
              <a:ahLst/>
              <a:cxnLst/>
              <a:rect l="l" t="t" r="r" b="b"/>
              <a:pathLst>
                <a:path w="34289" h="45719">
                  <a:moveTo>
                    <a:pt x="0" y="14376"/>
                  </a:moveTo>
                  <a:lnTo>
                    <a:pt x="33744" y="45638"/>
                  </a:lnTo>
                  <a:lnTo>
                    <a:pt x="27988" y="0"/>
                  </a:lnTo>
                  <a:lnTo>
                    <a:pt x="0" y="14376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3093774" y="1604749"/>
              <a:ext cx="4163695" cy="238125"/>
            </a:xfrm>
            <a:custGeom>
              <a:avLst/>
              <a:gdLst/>
              <a:ahLst/>
              <a:cxnLst/>
              <a:rect l="l" t="t" r="r" b="b"/>
              <a:pathLst>
                <a:path w="4163695" h="238125">
                  <a:moveTo>
                    <a:pt x="0" y="238124"/>
                  </a:moveTo>
                  <a:lnTo>
                    <a:pt x="25262" y="205741"/>
                  </a:lnTo>
                  <a:lnTo>
                    <a:pt x="75552" y="181774"/>
                  </a:lnTo>
                  <a:lnTo>
                    <a:pt x="122894" y="166075"/>
                  </a:lnTo>
                  <a:lnTo>
                    <a:pt x="180597" y="150677"/>
                  </a:lnTo>
                  <a:lnTo>
                    <a:pt x="248070" y="135649"/>
                  </a:lnTo>
                  <a:lnTo>
                    <a:pt x="324720" y="121056"/>
                  </a:lnTo>
                  <a:lnTo>
                    <a:pt x="366302" y="113944"/>
                  </a:lnTo>
                  <a:lnTo>
                    <a:pt x="409955" y="106967"/>
                  </a:lnTo>
                  <a:lnTo>
                    <a:pt x="455607" y="100132"/>
                  </a:lnTo>
                  <a:lnTo>
                    <a:pt x="503184" y="93447"/>
                  </a:lnTo>
                  <a:lnTo>
                    <a:pt x="552610" y="86923"/>
                  </a:lnTo>
                  <a:lnTo>
                    <a:pt x="603813" y="80566"/>
                  </a:lnTo>
                  <a:lnTo>
                    <a:pt x="656718" y="74385"/>
                  </a:lnTo>
                  <a:lnTo>
                    <a:pt x="711252" y="68389"/>
                  </a:lnTo>
                  <a:lnTo>
                    <a:pt x="767339" y="62586"/>
                  </a:lnTo>
                  <a:lnTo>
                    <a:pt x="824907" y="56985"/>
                  </a:lnTo>
                  <a:lnTo>
                    <a:pt x="883881" y="51593"/>
                  </a:lnTo>
                  <a:lnTo>
                    <a:pt x="944187" y="46420"/>
                  </a:lnTo>
                  <a:lnTo>
                    <a:pt x="1005751" y="41473"/>
                  </a:lnTo>
                  <a:lnTo>
                    <a:pt x="1068500" y="36761"/>
                  </a:lnTo>
                  <a:lnTo>
                    <a:pt x="1132358" y="32292"/>
                  </a:lnTo>
                  <a:lnTo>
                    <a:pt x="1197253" y="28076"/>
                  </a:lnTo>
                  <a:lnTo>
                    <a:pt x="1263110" y="24119"/>
                  </a:lnTo>
                  <a:lnTo>
                    <a:pt x="1329855" y="20432"/>
                  </a:lnTo>
                  <a:lnTo>
                    <a:pt x="1397414" y="17021"/>
                  </a:lnTo>
                  <a:lnTo>
                    <a:pt x="1465713" y="13896"/>
                  </a:lnTo>
                  <a:lnTo>
                    <a:pt x="1534679" y="11064"/>
                  </a:lnTo>
                  <a:lnTo>
                    <a:pt x="1604236" y="8535"/>
                  </a:lnTo>
                  <a:lnTo>
                    <a:pt x="1674312" y="6317"/>
                  </a:lnTo>
                  <a:lnTo>
                    <a:pt x="1744831" y="4417"/>
                  </a:lnTo>
                  <a:lnTo>
                    <a:pt x="1815721" y="2845"/>
                  </a:lnTo>
                  <a:lnTo>
                    <a:pt x="1886906" y="1609"/>
                  </a:lnTo>
                  <a:lnTo>
                    <a:pt x="1958314" y="717"/>
                  </a:lnTo>
                  <a:lnTo>
                    <a:pt x="2029870" y="178"/>
                  </a:lnTo>
                  <a:lnTo>
                    <a:pt x="2101499" y="0"/>
                  </a:lnTo>
                  <a:lnTo>
                    <a:pt x="2155843" y="109"/>
                  </a:lnTo>
                  <a:lnTo>
                    <a:pt x="2210155" y="428"/>
                  </a:lnTo>
                  <a:lnTo>
                    <a:pt x="2264402" y="951"/>
                  </a:lnTo>
                  <a:lnTo>
                    <a:pt x="2318551" y="1677"/>
                  </a:lnTo>
                  <a:lnTo>
                    <a:pt x="2372572" y="2600"/>
                  </a:lnTo>
                  <a:lnTo>
                    <a:pt x="2426431" y="3718"/>
                  </a:lnTo>
                  <a:lnTo>
                    <a:pt x="2480096" y="5027"/>
                  </a:lnTo>
                  <a:lnTo>
                    <a:pt x="2533535" y="6522"/>
                  </a:lnTo>
                  <a:lnTo>
                    <a:pt x="2586716" y="8201"/>
                  </a:lnTo>
                  <a:lnTo>
                    <a:pt x="2639606" y="10059"/>
                  </a:lnTo>
                  <a:lnTo>
                    <a:pt x="2692172" y="12093"/>
                  </a:lnTo>
                  <a:lnTo>
                    <a:pt x="2744383" y="14300"/>
                  </a:lnTo>
                  <a:lnTo>
                    <a:pt x="2796207" y="16675"/>
                  </a:lnTo>
                  <a:lnTo>
                    <a:pt x="2847610" y="19216"/>
                  </a:lnTo>
                  <a:lnTo>
                    <a:pt x="2898561" y="21917"/>
                  </a:lnTo>
                  <a:lnTo>
                    <a:pt x="2949027" y="24777"/>
                  </a:lnTo>
                  <a:lnTo>
                    <a:pt x="2998977" y="27790"/>
                  </a:lnTo>
                  <a:lnTo>
                    <a:pt x="3048377" y="30954"/>
                  </a:lnTo>
                  <a:lnTo>
                    <a:pt x="3097195" y="34264"/>
                  </a:lnTo>
                  <a:lnTo>
                    <a:pt x="3145399" y="37717"/>
                  </a:lnTo>
                  <a:lnTo>
                    <a:pt x="3192957" y="41310"/>
                  </a:lnTo>
                  <a:lnTo>
                    <a:pt x="3239837" y="45039"/>
                  </a:lnTo>
                  <a:lnTo>
                    <a:pt x="3286006" y="48899"/>
                  </a:lnTo>
                  <a:lnTo>
                    <a:pt x="3331431" y="52888"/>
                  </a:lnTo>
                  <a:lnTo>
                    <a:pt x="3376082" y="57001"/>
                  </a:lnTo>
                  <a:lnTo>
                    <a:pt x="3419924" y="61236"/>
                  </a:lnTo>
                  <a:lnTo>
                    <a:pt x="3462926" y="65588"/>
                  </a:lnTo>
                  <a:lnTo>
                    <a:pt x="3505056" y="70054"/>
                  </a:lnTo>
                  <a:lnTo>
                    <a:pt x="3546281" y="74629"/>
                  </a:lnTo>
                  <a:lnTo>
                    <a:pt x="3604384" y="81452"/>
                  </a:lnTo>
                  <a:lnTo>
                    <a:pt x="3660418" y="88487"/>
                  </a:lnTo>
                  <a:lnTo>
                    <a:pt x="3714286" y="95724"/>
                  </a:lnTo>
                  <a:lnTo>
                    <a:pt x="3765888" y="103150"/>
                  </a:lnTo>
                  <a:lnTo>
                    <a:pt x="3815125" y="110756"/>
                  </a:lnTo>
                  <a:lnTo>
                    <a:pt x="3861900" y="118529"/>
                  </a:lnTo>
                  <a:lnTo>
                    <a:pt x="3906113" y="126460"/>
                  </a:lnTo>
                  <a:lnTo>
                    <a:pt x="3947667" y="134535"/>
                  </a:lnTo>
                  <a:lnTo>
                    <a:pt x="3986463" y="142745"/>
                  </a:lnTo>
                  <a:lnTo>
                    <a:pt x="4063158" y="161651"/>
                  </a:lnTo>
                  <a:lnTo>
                    <a:pt x="4130049" y="183233"/>
                  </a:lnTo>
                  <a:lnTo>
                    <a:pt x="4161401" y="196956"/>
                  </a:lnTo>
                  <a:lnTo>
                    <a:pt x="4163084" y="197824"/>
                  </a:lnTo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7245599" y="1791586"/>
              <a:ext cx="41910" cy="42545"/>
            </a:xfrm>
            <a:custGeom>
              <a:avLst/>
              <a:gdLst/>
              <a:ahLst/>
              <a:cxnLst/>
              <a:rect l="l" t="t" r="r" b="b"/>
              <a:pathLst>
                <a:path w="41909" h="42544">
                  <a:moveTo>
                    <a:pt x="41449" y="41923"/>
                  </a:moveTo>
                  <a:lnTo>
                    <a:pt x="0" y="21976"/>
                  </a:lnTo>
                  <a:lnTo>
                    <a:pt x="22519" y="0"/>
                  </a:lnTo>
                  <a:lnTo>
                    <a:pt x="41449" y="41923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7245599" y="1791586"/>
              <a:ext cx="41910" cy="42545"/>
            </a:xfrm>
            <a:custGeom>
              <a:avLst/>
              <a:gdLst/>
              <a:ahLst/>
              <a:cxnLst/>
              <a:rect l="l" t="t" r="r" b="b"/>
              <a:pathLst>
                <a:path w="41909" h="42544">
                  <a:moveTo>
                    <a:pt x="0" y="21976"/>
                  </a:moveTo>
                  <a:lnTo>
                    <a:pt x="41449" y="41923"/>
                  </a:lnTo>
                  <a:lnTo>
                    <a:pt x="22519" y="0"/>
                  </a:lnTo>
                  <a:lnTo>
                    <a:pt x="0" y="21976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1323335" y="1268724"/>
              <a:ext cx="5973445" cy="574675"/>
            </a:xfrm>
            <a:custGeom>
              <a:avLst/>
              <a:gdLst/>
              <a:ahLst/>
              <a:cxnLst/>
              <a:rect l="l" t="t" r="r" b="b"/>
              <a:pathLst>
                <a:path w="5973445" h="574675">
                  <a:moveTo>
                    <a:pt x="5973439" y="574149"/>
                  </a:moveTo>
                  <a:lnTo>
                    <a:pt x="5964015" y="534428"/>
                  </a:lnTo>
                  <a:lnTo>
                    <a:pt x="5936331" y="494876"/>
                  </a:lnTo>
                  <a:lnTo>
                    <a:pt x="5908168" y="468685"/>
                  </a:lnTo>
                  <a:lnTo>
                    <a:pt x="5872544" y="442694"/>
                  </a:lnTo>
                  <a:lnTo>
                    <a:pt x="5829720" y="416954"/>
                  </a:lnTo>
                  <a:lnTo>
                    <a:pt x="5779960" y="391515"/>
                  </a:lnTo>
                  <a:lnTo>
                    <a:pt x="5723524" y="366427"/>
                  </a:lnTo>
                  <a:lnTo>
                    <a:pt x="5660674" y="341740"/>
                  </a:lnTo>
                  <a:lnTo>
                    <a:pt x="5591673" y="317505"/>
                  </a:lnTo>
                  <a:lnTo>
                    <a:pt x="5554947" y="305573"/>
                  </a:lnTo>
                  <a:lnTo>
                    <a:pt x="5516781" y="293772"/>
                  </a:lnTo>
                  <a:lnTo>
                    <a:pt x="5477209" y="282109"/>
                  </a:lnTo>
                  <a:lnTo>
                    <a:pt x="5436261" y="270590"/>
                  </a:lnTo>
                  <a:lnTo>
                    <a:pt x="5393973" y="259222"/>
                  </a:lnTo>
                  <a:lnTo>
                    <a:pt x="5350375" y="248011"/>
                  </a:lnTo>
                  <a:lnTo>
                    <a:pt x="5305501" y="236963"/>
                  </a:lnTo>
                  <a:lnTo>
                    <a:pt x="5259384" y="226084"/>
                  </a:lnTo>
                  <a:lnTo>
                    <a:pt x="5212056" y="215381"/>
                  </a:lnTo>
                  <a:lnTo>
                    <a:pt x="5163550" y="204859"/>
                  </a:lnTo>
                  <a:lnTo>
                    <a:pt x="5113898" y="194526"/>
                  </a:lnTo>
                  <a:lnTo>
                    <a:pt x="5063134" y="184388"/>
                  </a:lnTo>
                  <a:lnTo>
                    <a:pt x="5011290" y="174450"/>
                  </a:lnTo>
                  <a:lnTo>
                    <a:pt x="4958399" y="164719"/>
                  </a:lnTo>
                  <a:lnTo>
                    <a:pt x="4904494" y="155202"/>
                  </a:lnTo>
                  <a:lnTo>
                    <a:pt x="4849607" y="145904"/>
                  </a:lnTo>
                  <a:lnTo>
                    <a:pt x="4793771" y="136832"/>
                  </a:lnTo>
                  <a:lnTo>
                    <a:pt x="4737019" y="127992"/>
                  </a:lnTo>
                  <a:lnTo>
                    <a:pt x="4679383" y="119390"/>
                  </a:lnTo>
                  <a:lnTo>
                    <a:pt x="4620896" y="111034"/>
                  </a:lnTo>
                  <a:lnTo>
                    <a:pt x="4561592" y="102928"/>
                  </a:lnTo>
                  <a:lnTo>
                    <a:pt x="4501502" y="95079"/>
                  </a:lnTo>
                  <a:lnTo>
                    <a:pt x="4440659" y="87494"/>
                  </a:lnTo>
                  <a:lnTo>
                    <a:pt x="4379097" y="80179"/>
                  </a:lnTo>
                  <a:lnTo>
                    <a:pt x="4316847" y="73140"/>
                  </a:lnTo>
                  <a:lnTo>
                    <a:pt x="4253943" y="66383"/>
                  </a:lnTo>
                  <a:lnTo>
                    <a:pt x="4190417" y="59915"/>
                  </a:lnTo>
                  <a:lnTo>
                    <a:pt x="4126302" y="53742"/>
                  </a:lnTo>
                  <a:lnTo>
                    <a:pt x="4061631" y="47869"/>
                  </a:lnTo>
                  <a:lnTo>
                    <a:pt x="3996436" y="42305"/>
                  </a:lnTo>
                  <a:lnTo>
                    <a:pt x="3930751" y="37054"/>
                  </a:lnTo>
                  <a:lnTo>
                    <a:pt x="3864607" y="32123"/>
                  </a:lnTo>
                  <a:lnTo>
                    <a:pt x="3798038" y="27519"/>
                  </a:lnTo>
                  <a:lnTo>
                    <a:pt x="3731076" y="23247"/>
                  </a:lnTo>
                  <a:lnTo>
                    <a:pt x="3663754" y="19313"/>
                  </a:lnTo>
                  <a:lnTo>
                    <a:pt x="3596106" y="15725"/>
                  </a:lnTo>
                  <a:lnTo>
                    <a:pt x="3528162" y="12489"/>
                  </a:lnTo>
                  <a:lnTo>
                    <a:pt x="3459957" y="9610"/>
                  </a:lnTo>
                  <a:lnTo>
                    <a:pt x="3391523" y="7095"/>
                  </a:lnTo>
                  <a:lnTo>
                    <a:pt x="3322892" y="4950"/>
                  </a:lnTo>
                  <a:lnTo>
                    <a:pt x="3254098" y="3182"/>
                  </a:lnTo>
                  <a:lnTo>
                    <a:pt x="3185173" y="1796"/>
                  </a:lnTo>
                  <a:lnTo>
                    <a:pt x="3116149" y="800"/>
                  </a:lnTo>
                  <a:lnTo>
                    <a:pt x="3047061" y="199"/>
                  </a:lnTo>
                  <a:lnTo>
                    <a:pt x="2977939" y="0"/>
                  </a:lnTo>
                  <a:lnTo>
                    <a:pt x="2923146" y="130"/>
                  </a:lnTo>
                  <a:lnTo>
                    <a:pt x="2868369" y="513"/>
                  </a:lnTo>
                  <a:lnTo>
                    <a:pt x="2813625" y="1147"/>
                  </a:lnTo>
                  <a:lnTo>
                    <a:pt x="2758930" y="2028"/>
                  </a:lnTo>
                  <a:lnTo>
                    <a:pt x="2704300" y="3152"/>
                  </a:lnTo>
                  <a:lnTo>
                    <a:pt x="2649751" y="4517"/>
                  </a:lnTo>
                  <a:lnTo>
                    <a:pt x="2595301" y="6119"/>
                  </a:lnTo>
                  <a:lnTo>
                    <a:pt x="2540964" y="7956"/>
                  </a:lnTo>
                  <a:lnTo>
                    <a:pt x="2486758" y="10025"/>
                  </a:lnTo>
                  <a:lnTo>
                    <a:pt x="2432698" y="12321"/>
                  </a:lnTo>
                  <a:lnTo>
                    <a:pt x="2378802" y="14843"/>
                  </a:lnTo>
                  <a:lnTo>
                    <a:pt x="2325084" y="17586"/>
                  </a:lnTo>
                  <a:lnTo>
                    <a:pt x="2271563" y="20548"/>
                  </a:lnTo>
                  <a:lnTo>
                    <a:pt x="2218253" y="23726"/>
                  </a:lnTo>
                  <a:lnTo>
                    <a:pt x="2165171" y="27117"/>
                  </a:lnTo>
                  <a:lnTo>
                    <a:pt x="2112334" y="30716"/>
                  </a:lnTo>
                  <a:lnTo>
                    <a:pt x="2059757" y="34523"/>
                  </a:lnTo>
                  <a:lnTo>
                    <a:pt x="2007458" y="38532"/>
                  </a:lnTo>
                  <a:lnTo>
                    <a:pt x="1955452" y="42741"/>
                  </a:lnTo>
                  <a:lnTo>
                    <a:pt x="1903756" y="47148"/>
                  </a:lnTo>
                  <a:lnTo>
                    <a:pt x="1852385" y="51748"/>
                  </a:lnTo>
                  <a:lnTo>
                    <a:pt x="1801357" y="56539"/>
                  </a:lnTo>
                  <a:lnTo>
                    <a:pt x="1750688" y="61517"/>
                  </a:lnTo>
                  <a:lnTo>
                    <a:pt x="1700393" y="66680"/>
                  </a:lnTo>
                  <a:lnTo>
                    <a:pt x="1650490" y="72024"/>
                  </a:lnTo>
                  <a:lnTo>
                    <a:pt x="1600994" y="77546"/>
                  </a:lnTo>
                  <a:lnTo>
                    <a:pt x="1551922" y="83244"/>
                  </a:lnTo>
                  <a:lnTo>
                    <a:pt x="1503290" y="89113"/>
                  </a:lnTo>
                  <a:lnTo>
                    <a:pt x="1455114" y="95151"/>
                  </a:lnTo>
                  <a:lnTo>
                    <a:pt x="1407411" y="101355"/>
                  </a:lnTo>
                  <a:lnTo>
                    <a:pt x="1360196" y="107721"/>
                  </a:lnTo>
                  <a:lnTo>
                    <a:pt x="1313487" y="114247"/>
                  </a:lnTo>
                  <a:lnTo>
                    <a:pt x="1267300" y="120929"/>
                  </a:lnTo>
                  <a:lnTo>
                    <a:pt x="1221651" y="127764"/>
                  </a:lnTo>
                  <a:lnTo>
                    <a:pt x="1176555" y="134749"/>
                  </a:lnTo>
                  <a:lnTo>
                    <a:pt x="1132030" y="141881"/>
                  </a:lnTo>
                  <a:lnTo>
                    <a:pt x="1088092" y="149157"/>
                  </a:lnTo>
                  <a:lnTo>
                    <a:pt x="1044757" y="156574"/>
                  </a:lnTo>
                  <a:lnTo>
                    <a:pt x="1002041" y="164128"/>
                  </a:lnTo>
                  <a:lnTo>
                    <a:pt x="959961" y="171817"/>
                  </a:lnTo>
                  <a:lnTo>
                    <a:pt x="918533" y="179637"/>
                  </a:lnTo>
                  <a:lnTo>
                    <a:pt x="859080" y="191318"/>
                  </a:lnTo>
                  <a:lnTo>
                    <a:pt x="801112" y="203264"/>
                  </a:lnTo>
                  <a:lnTo>
                    <a:pt x="744678" y="215466"/>
                  </a:lnTo>
                  <a:lnTo>
                    <a:pt x="689831" y="227912"/>
                  </a:lnTo>
                  <a:lnTo>
                    <a:pt x="636622" y="240595"/>
                  </a:lnTo>
                  <a:lnTo>
                    <a:pt x="585101" y="253503"/>
                  </a:lnTo>
                  <a:lnTo>
                    <a:pt x="535319" y="266627"/>
                  </a:lnTo>
                  <a:lnTo>
                    <a:pt x="487329" y="279957"/>
                  </a:lnTo>
                  <a:lnTo>
                    <a:pt x="441181" y="293484"/>
                  </a:lnTo>
                  <a:lnTo>
                    <a:pt x="396927" y="307197"/>
                  </a:lnTo>
                  <a:lnTo>
                    <a:pt x="354616" y="321087"/>
                  </a:lnTo>
                  <a:lnTo>
                    <a:pt x="314302" y="335144"/>
                  </a:lnTo>
                  <a:lnTo>
                    <a:pt x="276034" y="349358"/>
                  </a:lnTo>
                  <a:lnTo>
                    <a:pt x="239865" y="363719"/>
                  </a:lnTo>
                  <a:lnTo>
                    <a:pt x="181770" y="389176"/>
                  </a:lnTo>
                  <a:lnTo>
                    <a:pt x="130532" y="415002"/>
                  </a:lnTo>
                  <a:lnTo>
                    <a:pt x="86424" y="441143"/>
                  </a:lnTo>
                  <a:lnTo>
                    <a:pt x="49721" y="467548"/>
                  </a:lnTo>
                  <a:lnTo>
                    <a:pt x="20696" y="494164"/>
                  </a:lnTo>
                  <a:lnTo>
                    <a:pt x="1815" y="517584"/>
                  </a:lnTo>
                  <a:lnTo>
                    <a:pt x="0" y="520364"/>
                  </a:lnTo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1308363" y="1784255"/>
              <a:ext cx="30480" cy="46355"/>
            </a:xfrm>
            <a:custGeom>
              <a:avLst/>
              <a:gdLst/>
              <a:ahLst/>
              <a:cxnLst/>
              <a:rect l="l" t="t" r="r" b="b"/>
              <a:pathLst>
                <a:path w="30480" h="46355">
                  <a:moveTo>
                    <a:pt x="1689" y="45968"/>
                  </a:moveTo>
                  <a:lnTo>
                    <a:pt x="0" y="0"/>
                  </a:lnTo>
                  <a:lnTo>
                    <a:pt x="29943" y="9668"/>
                  </a:lnTo>
                  <a:lnTo>
                    <a:pt x="1689" y="45968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1308363" y="1784255"/>
              <a:ext cx="30480" cy="46355"/>
            </a:xfrm>
            <a:custGeom>
              <a:avLst/>
              <a:gdLst/>
              <a:ahLst/>
              <a:cxnLst/>
              <a:rect l="l" t="t" r="r" b="b"/>
              <a:pathLst>
                <a:path w="30480" h="46355">
                  <a:moveTo>
                    <a:pt x="0" y="0"/>
                  </a:moveTo>
                  <a:lnTo>
                    <a:pt x="1689" y="45968"/>
                  </a:lnTo>
                  <a:lnTo>
                    <a:pt x="29943" y="966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13" name="object 13" descr=""/>
          <p:cNvGraphicFramePr>
            <a:graphicFrameLocks noGrp="1"/>
          </p:cNvGraphicFramePr>
          <p:nvPr/>
        </p:nvGraphicFramePr>
        <p:xfrm>
          <a:off x="1239962" y="1838100"/>
          <a:ext cx="7265670" cy="4235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920"/>
                <a:gridCol w="318134"/>
                <a:gridCol w="121920"/>
                <a:gridCol w="1224914"/>
                <a:gridCol w="121919"/>
                <a:gridCol w="489584"/>
                <a:gridCol w="123825"/>
                <a:gridCol w="857250"/>
                <a:gridCol w="122554"/>
                <a:gridCol w="857885"/>
                <a:gridCol w="121285"/>
                <a:gridCol w="1503680"/>
                <a:gridCol w="121285"/>
                <a:gridCol w="1066164"/>
              </a:tblGrid>
              <a:tr h="4235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6AA4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6AA4C8"/>
                    </a:solidFill>
                  </a:tcPr>
                </a:tc>
                <a:tc>
                  <a:txBody>
                    <a:bodyPr/>
                    <a:lstStyle/>
                    <a:p>
                      <a:pPr marL="284480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1400">
                          <a:latin typeface="Arial MT"/>
                          <a:cs typeface="Arial MT"/>
                        </a:rPr>
                        <a:t>en</a:t>
                      </a:r>
                      <a:r>
                        <a:rPr dirty="0" sz="14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 spc="-25">
                          <a:latin typeface="Arial MT"/>
                          <a:cs typeface="Arial MT"/>
                        </a:rPr>
                        <a:t>uso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99695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E9ED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6AA4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R w="19050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6AA4C8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14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en</a:t>
                      </a:r>
                      <a:r>
                        <a:rPr dirty="0" sz="1400" spc="-1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 spc="-2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uso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99695">
                    <a:lnL w="9525">
                      <a:solidFill>
                        <a:srgbClr val="1A1A1A"/>
                      </a:solidFill>
                      <a:prstDash val="solid"/>
                    </a:lnL>
                    <a:lnR w="12700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E9ED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6AA4C8"/>
                    </a:solidFill>
                  </a:tcPr>
                </a:tc>
                <a:tc>
                  <a:txBody>
                    <a:bodyPr/>
                    <a:lstStyle/>
                    <a:p>
                      <a:pPr marL="116839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14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en</a:t>
                      </a:r>
                      <a:r>
                        <a:rPr dirty="0" sz="1400" spc="-1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 spc="-2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uso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99695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E9ED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6AA4C8"/>
                    </a:solidFill>
                  </a:tcPr>
                </a:tc>
                <a:tc>
                  <a:txBody>
                    <a:bodyPr/>
                    <a:lstStyle/>
                    <a:p>
                      <a:pPr marL="424180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14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en</a:t>
                      </a:r>
                      <a:r>
                        <a:rPr dirty="0" sz="1400" spc="-1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 spc="-2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uso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99695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E9ED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6AA4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4" name="object 14" descr=""/>
          <p:cNvSpPr txBox="1"/>
          <p:nvPr/>
        </p:nvSpPr>
        <p:spPr>
          <a:xfrm>
            <a:off x="2738119" y="2919281"/>
            <a:ext cx="7112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solidFill>
                  <a:srgbClr val="1A1A1A"/>
                </a:solidFill>
                <a:latin typeface="Courier New"/>
                <a:cs typeface="Courier New"/>
              </a:rPr>
              <a:t>prevp</a:t>
            </a:r>
            <a:endParaRPr sz="1800">
              <a:latin typeface="Courier New"/>
              <a:cs typeface="Courier New"/>
            </a:endParaRPr>
          </a:p>
        </p:txBody>
      </p:sp>
      <p:grpSp>
        <p:nvGrpSpPr>
          <p:cNvPr id="15" name="object 15" descr=""/>
          <p:cNvGrpSpPr/>
          <p:nvPr/>
        </p:nvGrpSpPr>
        <p:grpSpPr>
          <a:xfrm>
            <a:off x="3071779" y="2275637"/>
            <a:ext cx="41275" cy="579755"/>
            <a:chOff x="3071779" y="2275637"/>
            <a:chExt cx="41275" cy="579755"/>
          </a:xfrm>
        </p:grpSpPr>
        <p:sp>
          <p:nvSpPr>
            <p:cNvPr id="16" name="object 16" descr=""/>
            <p:cNvSpPr/>
            <p:nvPr/>
          </p:nvSpPr>
          <p:spPr>
            <a:xfrm>
              <a:off x="3092275" y="2323624"/>
              <a:ext cx="0" cy="532130"/>
            </a:xfrm>
            <a:custGeom>
              <a:avLst/>
              <a:gdLst/>
              <a:ahLst/>
              <a:cxnLst/>
              <a:rect l="l" t="t" r="r" b="b"/>
              <a:pathLst>
                <a:path w="0" h="532130">
                  <a:moveTo>
                    <a:pt x="0" y="531749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3076542" y="2280399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0" y="43225"/>
                  </a:lnTo>
                  <a:lnTo>
                    <a:pt x="15732" y="0"/>
                  </a:lnTo>
                  <a:lnTo>
                    <a:pt x="31465" y="43225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3076542" y="2280399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15732" y="0"/>
                  </a:lnTo>
                  <a:lnTo>
                    <a:pt x="0" y="43225"/>
                  </a:lnTo>
                  <a:lnTo>
                    <a:pt x="31465" y="43225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 descr=""/>
          <p:cNvSpPr txBox="1"/>
          <p:nvPr/>
        </p:nvSpPr>
        <p:spPr>
          <a:xfrm>
            <a:off x="4612683" y="2919281"/>
            <a:ext cx="16319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 b="1">
                <a:solidFill>
                  <a:srgbClr val="1A1A1A"/>
                </a:solidFill>
                <a:latin typeface="Courier New"/>
                <a:cs typeface="Courier New"/>
              </a:rPr>
              <a:t>p</a:t>
            </a:r>
            <a:endParaRPr sz="1800">
              <a:latin typeface="Courier New"/>
              <a:cs typeface="Courier New"/>
            </a:endParaRPr>
          </a:p>
        </p:txBody>
      </p:sp>
      <p:grpSp>
        <p:nvGrpSpPr>
          <p:cNvPr id="20" name="object 20" descr=""/>
          <p:cNvGrpSpPr/>
          <p:nvPr/>
        </p:nvGrpSpPr>
        <p:grpSpPr>
          <a:xfrm>
            <a:off x="4673479" y="2275637"/>
            <a:ext cx="41275" cy="579755"/>
            <a:chOff x="4673479" y="2275637"/>
            <a:chExt cx="41275" cy="579755"/>
          </a:xfrm>
        </p:grpSpPr>
        <p:sp>
          <p:nvSpPr>
            <p:cNvPr id="21" name="object 21" descr=""/>
            <p:cNvSpPr/>
            <p:nvPr/>
          </p:nvSpPr>
          <p:spPr>
            <a:xfrm>
              <a:off x="4693975" y="2323624"/>
              <a:ext cx="0" cy="532130"/>
            </a:xfrm>
            <a:custGeom>
              <a:avLst/>
              <a:gdLst/>
              <a:ahLst/>
              <a:cxnLst/>
              <a:rect l="l" t="t" r="r" b="b"/>
              <a:pathLst>
                <a:path w="0" h="532130">
                  <a:moveTo>
                    <a:pt x="0" y="531749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4678242" y="2280399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0" y="43225"/>
                  </a:lnTo>
                  <a:lnTo>
                    <a:pt x="15732" y="0"/>
                  </a:lnTo>
                  <a:lnTo>
                    <a:pt x="31465" y="43225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4678242" y="2280399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15732" y="0"/>
                  </a:lnTo>
                  <a:lnTo>
                    <a:pt x="0" y="43225"/>
                  </a:lnTo>
                  <a:lnTo>
                    <a:pt x="31465" y="43225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 descr=""/>
          <p:cNvSpPr txBox="1"/>
          <p:nvPr/>
        </p:nvSpPr>
        <p:spPr>
          <a:xfrm>
            <a:off x="1924199" y="3787106"/>
            <a:ext cx="496316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solidFill>
                  <a:srgbClr val="1A1A1A"/>
                </a:solidFill>
                <a:latin typeface="Courier New"/>
                <a:cs typeface="Courier New"/>
              </a:rPr>
              <a:t>prevp-</a:t>
            </a:r>
            <a:r>
              <a:rPr dirty="0" sz="1800" b="1">
                <a:solidFill>
                  <a:srgbClr val="1A1A1A"/>
                </a:solidFill>
                <a:latin typeface="Courier New"/>
                <a:cs typeface="Courier New"/>
              </a:rPr>
              <a:t>&gt;ptr</a:t>
            </a:r>
            <a:r>
              <a:rPr dirty="0" sz="1800" spc="-5" b="1">
                <a:solidFill>
                  <a:srgbClr val="1A1A1A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1A1A1A"/>
                </a:solidFill>
                <a:latin typeface="Courier New"/>
                <a:cs typeface="Courier New"/>
              </a:rPr>
              <a:t>=</a:t>
            </a:r>
            <a:r>
              <a:rPr dirty="0" sz="1800" spc="10" b="1">
                <a:solidFill>
                  <a:srgbClr val="1A1A1A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1A1A1A"/>
                </a:solidFill>
                <a:latin typeface="Courier New"/>
                <a:cs typeface="Courier New"/>
              </a:rPr>
              <a:t>p-›ptr;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dirty="0" sz="1800" b="1">
                <a:solidFill>
                  <a:srgbClr val="1A1A1A"/>
                </a:solidFill>
                <a:latin typeface="Courier New"/>
                <a:cs typeface="Courier New"/>
              </a:rPr>
              <a:t>return</a:t>
            </a:r>
            <a:r>
              <a:rPr dirty="0" sz="1800" spc="-30" b="1">
                <a:solidFill>
                  <a:srgbClr val="1A1A1A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1A1A1A"/>
                </a:solidFill>
                <a:latin typeface="Courier New"/>
                <a:cs typeface="Courier New"/>
              </a:rPr>
              <a:t>(p+1);</a:t>
            </a:r>
            <a:r>
              <a:rPr dirty="0" sz="1800" spc="-15" b="1">
                <a:solidFill>
                  <a:srgbClr val="1A1A1A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1A1A1A"/>
                </a:solidFill>
                <a:latin typeface="Courier New"/>
                <a:cs typeface="Courier New"/>
              </a:rPr>
              <a:t>//</a:t>
            </a:r>
            <a:r>
              <a:rPr dirty="0" sz="1800" spc="-15" b="1">
                <a:solidFill>
                  <a:srgbClr val="1A1A1A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1A1A1A"/>
                </a:solidFill>
                <a:latin typeface="Courier New"/>
                <a:cs typeface="Courier New"/>
              </a:rPr>
              <a:t>p</a:t>
            </a:r>
            <a:r>
              <a:rPr dirty="0" sz="1800" spc="-20" b="1">
                <a:solidFill>
                  <a:srgbClr val="1A1A1A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1A1A1A"/>
                </a:solidFill>
                <a:latin typeface="Courier New"/>
                <a:cs typeface="Courier New"/>
              </a:rPr>
              <a:t>es</a:t>
            </a:r>
            <a:r>
              <a:rPr dirty="0" sz="1800" spc="-15" b="1">
                <a:solidFill>
                  <a:srgbClr val="1A1A1A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1A1A1A"/>
                </a:solidFill>
                <a:latin typeface="Courier New"/>
                <a:cs typeface="Courier New"/>
              </a:rPr>
              <a:t>de</a:t>
            </a:r>
            <a:r>
              <a:rPr dirty="0" sz="1800" spc="-15" b="1">
                <a:solidFill>
                  <a:srgbClr val="1A1A1A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1A1A1A"/>
                </a:solidFill>
                <a:latin typeface="Courier New"/>
                <a:cs typeface="Courier New"/>
              </a:rPr>
              <a:t>tipo</a:t>
            </a:r>
            <a:r>
              <a:rPr dirty="0" sz="1800" spc="-15" b="1">
                <a:solidFill>
                  <a:srgbClr val="1A1A1A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1A1A1A"/>
                </a:solidFill>
                <a:latin typeface="Courier New"/>
                <a:cs typeface="Courier New"/>
              </a:rPr>
              <a:t>Header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73025" y="63880"/>
            <a:ext cx="22993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1A1A1A"/>
                </a:solidFill>
                <a:latin typeface="Arial MT"/>
                <a:cs typeface="Arial MT"/>
              </a:rPr>
              <a:t>Buscar</a:t>
            </a:r>
            <a:r>
              <a:rPr dirty="0" sz="1800" spc="-1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1A1A1A"/>
                </a:solidFill>
                <a:latin typeface="Arial MT"/>
                <a:cs typeface="Arial MT"/>
              </a:rPr>
              <a:t>un</a:t>
            </a:r>
            <a:r>
              <a:rPr dirty="0" sz="1800" spc="-1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1A1A1A"/>
                </a:solidFill>
                <a:latin typeface="Arial MT"/>
                <a:cs typeface="Arial MT"/>
              </a:rPr>
              <a:t>bloque</a:t>
            </a:r>
            <a:r>
              <a:rPr dirty="0" sz="1800" spc="-1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1A1A1A"/>
                </a:solidFill>
                <a:latin typeface="Arial MT"/>
                <a:cs typeface="Arial MT"/>
              </a:rPr>
              <a:t>libre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1301012" y="1263962"/>
            <a:ext cx="6000750" cy="584200"/>
            <a:chOff x="1301012" y="1263962"/>
            <a:chExt cx="6000750" cy="584200"/>
          </a:xfrm>
        </p:grpSpPr>
        <p:sp>
          <p:nvSpPr>
            <p:cNvPr id="4" name="object 4" descr=""/>
            <p:cNvSpPr/>
            <p:nvPr/>
          </p:nvSpPr>
          <p:spPr>
            <a:xfrm>
              <a:off x="1305774" y="1604749"/>
              <a:ext cx="1762125" cy="238125"/>
            </a:xfrm>
            <a:custGeom>
              <a:avLst/>
              <a:gdLst/>
              <a:ahLst/>
              <a:cxnLst/>
              <a:rect l="l" t="t" r="r" b="b"/>
              <a:pathLst>
                <a:path w="1762125" h="238125">
                  <a:moveTo>
                    <a:pt x="0" y="238124"/>
                  </a:moveTo>
                  <a:lnTo>
                    <a:pt x="28663" y="184944"/>
                  </a:lnTo>
                  <a:lnTo>
                    <a:pt x="76828" y="150677"/>
                  </a:lnTo>
                  <a:lnTo>
                    <a:pt x="145107" y="118196"/>
                  </a:lnTo>
                  <a:lnTo>
                    <a:pt x="185951" y="102848"/>
                  </a:lnTo>
                  <a:lnTo>
                    <a:pt x="230819" y="88215"/>
                  </a:lnTo>
                  <a:lnTo>
                    <a:pt x="279374" y="74385"/>
                  </a:lnTo>
                  <a:lnTo>
                    <a:pt x="331282" y="61450"/>
                  </a:lnTo>
                  <a:lnTo>
                    <a:pt x="386207" y="49497"/>
                  </a:lnTo>
                  <a:lnTo>
                    <a:pt x="443815" y="38617"/>
                  </a:lnTo>
                  <a:lnTo>
                    <a:pt x="503768" y="28899"/>
                  </a:lnTo>
                  <a:lnTo>
                    <a:pt x="565734" y="20432"/>
                  </a:lnTo>
                  <a:lnTo>
                    <a:pt x="629375" y="13306"/>
                  </a:lnTo>
                  <a:lnTo>
                    <a:pt x="694358" y="7610"/>
                  </a:lnTo>
                  <a:lnTo>
                    <a:pt x="760346" y="3434"/>
                  </a:lnTo>
                  <a:lnTo>
                    <a:pt x="827005" y="867"/>
                  </a:lnTo>
                  <a:lnTo>
                    <a:pt x="893999" y="0"/>
                  </a:lnTo>
                  <a:lnTo>
                    <a:pt x="949842" y="621"/>
                  </a:lnTo>
                  <a:lnTo>
                    <a:pt x="1005491" y="2433"/>
                  </a:lnTo>
                  <a:lnTo>
                    <a:pt x="1060751" y="5383"/>
                  </a:lnTo>
                  <a:lnTo>
                    <a:pt x="1115430" y="9420"/>
                  </a:lnTo>
                  <a:lnTo>
                    <a:pt x="1169333" y="14492"/>
                  </a:lnTo>
                  <a:lnTo>
                    <a:pt x="1222265" y="20547"/>
                  </a:lnTo>
                  <a:lnTo>
                    <a:pt x="1274034" y="27533"/>
                  </a:lnTo>
                  <a:lnTo>
                    <a:pt x="1324444" y="35400"/>
                  </a:lnTo>
                  <a:lnTo>
                    <a:pt x="1373302" y="44094"/>
                  </a:lnTo>
                  <a:lnTo>
                    <a:pt x="1420414" y="53565"/>
                  </a:lnTo>
                  <a:lnTo>
                    <a:pt x="1465587" y="63761"/>
                  </a:lnTo>
                  <a:lnTo>
                    <a:pt x="1508624" y="74629"/>
                  </a:lnTo>
                  <a:lnTo>
                    <a:pt x="1568756" y="92081"/>
                  </a:lnTo>
                  <a:lnTo>
                    <a:pt x="1622994" y="110756"/>
                  </a:lnTo>
                  <a:lnTo>
                    <a:pt x="1670684" y="130480"/>
                  </a:lnTo>
                  <a:lnTo>
                    <a:pt x="1711171" y="151078"/>
                  </a:lnTo>
                  <a:lnTo>
                    <a:pt x="1743801" y="172376"/>
                  </a:lnTo>
                  <a:lnTo>
                    <a:pt x="1756965" y="183233"/>
                  </a:lnTo>
                  <a:lnTo>
                    <a:pt x="1757971" y="184143"/>
                  </a:lnTo>
                  <a:lnTo>
                    <a:pt x="1758954" y="185054"/>
                  </a:lnTo>
                  <a:lnTo>
                    <a:pt x="1759914" y="185965"/>
                  </a:lnTo>
                  <a:lnTo>
                    <a:pt x="1761887" y="187889"/>
                  </a:lnTo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3053668" y="1785450"/>
              <a:ext cx="34290" cy="45720"/>
            </a:xfrm>
            <a:custGeom>
              <a:avLst/>
              <a:gdLst/>
              <a:ahLst/>
              <a:cxnLst/>
              <a:rect l="l" t="t" r="r" b="b"/>
              <a:pathLst>
                <a:path w="34289" h="45719">
                  <a:moveTo>
                    <a:pt x="33744" y="45638"/>
                  </a:moveTo>
                  <a:lnTo>
                    <a:pt x="0" y="14376"/>
                  </a:lnTo>
                  <a:lnTo>
                    <a:pt x="27988" y="0"/>
                  </a:lnTo>
                  <a:lnTo>
                    <a:pt x="33744" y="45638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3053668" y="1785450"/>
              <a:ext cx="34290" cy="45720"/>
            </a:xfrm>
            <a:custGeom>
              <a:avLst/>
              <a:gdLst/>
              <a:ahLst/>
              <a:cxnLst/>
              <a:rect l="l" t="t" r="r" b="b"/>
              <a:pathLst>
                <a:path w="34289" h="45719">
                  <a:moveTo>
                    <a:pt x="0" y="14376"/>
                  </a:moveTo>
                  <a:lnTo>
                    <a:pt x="33744" y="45638"/>
                  </a:lnTo>
                  <a:lnTo>
                    <a:pt x="27988" y="0"/>
                  </a:lnTo>
                  <a:lnTo>
                    <a:pt x="0" y="14376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3093774" y="1604749"/>
              <a:ext cx="1571625" cy="238125"/>
            </a:xfrm>
            <a:custGeom>
              <a:avLst/>
              <a:gdLst/>
              <a:ahLst/>
              <a:cxnLst/>
              <a:rect l="l" t="t" r="r" b="b"/>
              <a:pathLst>
                <a:path w="1571625" h="238125">
                  <a:moveTo>
                    <a:pt x="0" y="238124"/>
                  </a:moveTo>
                  <a:lnTo>
                    <a:pt x="14225" y="198598"/>
                  </a:lnTo>
                  <a:lnTo>
                    <a:pt x="54711" y="160047"/>
                  </a:lnTo>
                  <a:lnTo>
                    <a:pt x="118177" y="123455"/>
                  </a:lnTo>
                  <a:lnTo>
                    <a:pt x="157501" y="106200"/>
                  </a:lnTo>
                  <a:lnTo>
                    <a:pt x="201339" y="89802"/>
                  </a:lnTo>
                  <a:lnTo>
                    <a:pt x="249281" y="74385"/>
                  </a:lnTo>
                  <a:lnTo>
                    <a:pt x="300915" y="60072"/>
                  </a:lnTo>
                  <a:lnTo>
                    <a:pt x="355832" y="46983"/>
                  </a:lnTo>
                  <a:lnTo>
                    <a:pt x="413622" y="35244"/>
                  </a:lnTo>
                  <a:lnTo>
                    <a:pt x="473873" y="24976"/>
                  </a:lnTo>
                  <a:lnTo>
                    <a:pt x="536176" y="16302"/>
                  </a:lnTo>
                  <a:lnTo>
                    <a:pt x="600121" y="9344"/>
                  </a:lnTo>
                  <a:lnTo>
                    <a:pt x="665297" y="4226"/>
                  </a:lnTo>
                  <a:lnTo>
                    <a:pt x="731293" y="1070"/>
                  </a:lnTo>
                  <a:lnTo>
                    <a:pt x="797699" y="0"/>
                  </a:lnTo>
                  <a:lnTo>
                    <a:pt x="852051" y="737"/>
                  </a:lnTo>
                  <a:lnTo>
                    <a:pt x="906177" y="2886"/>
                  </a:lnTo>
                  <a:lnTo>
                    <a:pt x="959854" y="6378"/>
                  </a:lnTo>
                  <a:lnTo>
                    <a:pt x="1012857" y="11147"/>
                  </a:lnTo>
                  <a:lnTo>
                    <a:pt x="1064960" y="17125"/>
                  </a:lnTo>
                  <a:lnTo>
                    <a:pt x="1115940" y="24245"/>
                  </a:lnTo>
                  <a:lnTo>
                    <a:pt x="1165572" y="32440"/>
                  </a:lnTo>
                  <a:lnTo>
                    <a:pt x="1213630" y="41644"/>
                  </a:lnTo>
                  <a:lnTo>
                    <a:pt x="1259891" y="51788"/>
                  </a:lnTo>
                  <a:lnTo>
                    <a:pt x="1304128" y="62805"/>
                  </a:lnTo>
                  <a:lnTo>
                    <a:pt x="1346118" y="74629"/>
                  </a:lnTo>
                  <a:lnTo>
                    <a:pt x="1399772" y="92081"/>
                  </a:lnTo>
                  <a:lnTo>
                    <a:pt x="1448168" y="110756"/>
                  </a:lnTo>
                  <a:lnTo>
                    <a:pt x="1490721" y="130480"/>
                  </a:lnTo>
                  <a:lnTo>
                    <a:pt x="1526847" y="151078"/>
                  </a:lnTo>
                  <a:lnTo>
                    <a:pt x="1560198" y="175975"/>
                  </a:lnTo>
                  <a:lnTo>
                    <a:pt x="1567708" y="183233"/>
                  </a:lnTo>
                  <a:lnTo>
                    <a:pt x="1568606" y="184143"/>
                  </a:lnTo>
                  <a:lnTo>
                    <a:pt x="1569483" y="185054"/>
                  </a:lnTo>
                  <a:lnTo>
                    <a:pt x="1570340" y="185965"/>
                  </a:lnTo>
                  <a:lnTo>
                    <a:pt x="1571229" y="186937"/>
                  </a:lnTo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4650747" y="1785033"/>
              <a:ext cx="33020" cy="46355"/>
            </a:xfrm>
            <a:custGeom>
              <a:avLst/>
              <a:gdLst/>
              <a:ahLst/>
              <a:cxnLst/>
              <a:rect l="l" t="t" r="r" b="b"/>
              <a:pathLst>
                <a:path w="33020" h="46355">
                  <a:moveTo>
                    <a:pt x="32537" y="45822"/>
                  </a:moveTo>
                  <a:lnTo>
                    <a:pt x="0" y="13307"/>
                  </a:lnTo>
                  <a:lnTo>
                    <a:pt x="28512" y="0"/>
                  </a:lnTo>
                  <a:lnTo>
                    <a:pt x="32537" y="45822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4650747" y="1785033"/>
              <a:ext cx="33020" cy="46355"/>
            </a:xfrm>
            <a:custGeom>
              <a:avLst/>
              <a:gdLst/>
              <a:ahLst/>
              <a:cxnLst/>
              <a:rect l="l" t="t" r="r" b="b"/>
              <a:pathLst>
                <a:path w="33020" h="46355">
                  <a:moveTo>
                    <a:pt x="0" y="13307"/>
                  </a:moveTo>
                  <a:lnTo>
                    <a:pt x="32537" y="45822"/>
                  </a:lnTo>
                  <a:lnTo>
                    <a:pt x="28512" y="0"/>
                  </a:lnTo>
                  <a:lnTo>
                    <a:pt x="0" y="13307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4689025" y="1604749"/>
              <a:ext cx="2575560" cy="238125"/>
            </a:xfrm>
            <a:custGeom>
              <a:avLst/>
              <a:gdLst/>
              <a:ahLst/>
              <a:cxnLst/>
              <a:rect l="l" t="t" r="r" b="b"/>
              <a:pathLst>
                <a:path w="2575559" h="238125">
                  <a:moveTo>
                    <a:pt x="0" y="238124"/>
                  </a:moveTo>
                  <a:lnTo>
                    <a:pt x="21651" y="199999"/>
                  </a:lnTo>
                  <a:lnTo>
                    <a:pt x="58657" y="175013"/>
                  </a:lnTo>
                  <a:lnTo>
                    <a:pt x="112058" y="150677"/>
                  </a:lnTo>
                  <a:lnTo>
                    <a:pt x="180427" y="127252"/>
                  </a:lnTo>
                  <a:lnTo>
                    <a:pt x="219780" y="115963"/>
                  </a:lnTo>
                  <a:lnTo>
                    <a:pt x="262340" y="104999"/>
                  </a:lnTo>
                  <a:lnTo>
                    <a:pt x="307929" y="94393"/>
                  </a:lnTo>
                  <a:lnTo>
                    <a:pt x="356370" y="84177"/>
                  </a:lnTo>
                  <a:lnTo>
                    <a:pt x="407484" y="74385"/>
                  </a:lnTo>
                  <a:lnTo>
                    <a:pt x="461092" y="65049"/>
                  </a:lnTo>
                  <a:lnTo>
                    <a:pt x="517018" y="56202"/>
                  </a:lnTo>
                  <a:lnTo>
                    <a:pt x="575081" y="47875"/>
                  </a:lnTo>
                  <a:lnTo>
                    <a:pt x="635105" y="40102"/>
                  </a:lnTo>
                  <a:lnTo>
                    <a:pt x="696911" y="32916"/>
                  </a:lnTo>
                  <a:lnTo>
                    <a:pt x="760320" y="26348"/>
                  </a:lnTo>
                  <a:lnTo>
                    <a:pt x="825155" y="20432"/>
                  </a:lnTo>
                  <a:lnTo>
                    <a:pt x="891238" y="15200"/>
                  </a:lnTo>
                  <a:lnTo>
                    <a:pt x="958390" y="10684"/>
                  </a:lnTo>
                  <a:lnTo>
                    <a:pt x="1026432" y="6918"/>
                  </a:lnTo>
                  <a:lnTo>
                    <a:pt x="1095188" y="3934"/>
                  </a:lnTo>
                  <a:lnTo>
                    <a:pt x="1164478" y="1765"/>
                  </a:lnTo>
                  <a:lnTo>
                    <a:pt x="1234125" y="442"/>
                  </a:lnTo>
                  <a:lnTo>
                    <a:pt x="1303949" y="0"/>
                  </a:lnTo>
                  <a:lnTo>
                    <a:pt x="1358267" y="279"/>
                  </a:lnTo>
                  <a:lnTo>
                    <a:pt x="1412500" y="1095"/>
                  </a:lnTo>
                  <a:lnTo>
                    <a:pt x="1466566" y="2433"/>
                  </a:lnTo>
                  <a:lnTo>
                    <a:pt x="1520380" y="4276"/>
                  </a:lnTo>
                  <a:lnTo>
                    <a:pt x="1573859" y="6610"/>
                  </a:lnTo>
                  <a:lnTo>
                    <a:pt x="1626919" y="9420"/>
                  </a:lnTo>
                  <a:lnTo>
                    <a:pt x="1679475" y="12689"/>
                  </a:lnTo>
                  <a:lnTo>
                    <a:pt x="1731445" y="16403"/>
                  </a:lnTo>
                  <a:lnTo>
                    <a:pt x="1782744" y="20547"/>
                  </a:lnTo>
                  <a:lnTo>
                    <a:pt x="1833288" y="25104"/>
                  </a:lnTo>
                  <a:lnTo>
                    <a:pt x="1882994" y="30060"/>
                  </a:lnTo>
                  <a:lnTo>
                    <a:pt x="1931777" y="35400"/>
                  </a:lnTo>
                  <a:lnTo>
                    <a:pt x="1979555" y="41107"/>
                  </a:lnTo>
                  <a:lnTo>
                    <a:pt x="2026242" y="47167"/>
                  </a:lnTo>
                  <a:lnTo>
                    <a:pt x="2071756" y="53565"/>
                  </a:lnTo>
                  <a:lnTo>
                    <a:pt x="2116012" y="60285"/>
                  </a:lnTo>
                  <a:lnTo>
                    <a:pt x="2158926" y="67311"/>
                  </a:lnTo>
                  <a:lnTo>
                    <a:pt x="2200415" y="74629"/>
                  </a:lnTo>
                  <a:lnTo>
                    <a:pt x="2259793" y="86119"/>
                  </a:lnTo>
                  <a:lnTo>
                    <a:pt x="2315492" y="98179"/>
                  </a:lnTo>
                  <a:lnTo>
                    <a:pt x="2367229" y="110756"/>
                  </a:lnTo>
                  <a:lnTo>
                    <a:pt x="2414722" y="123800"/>
                  </a:lnTo>
                  <a:lnTo>
                    <a:pt x="2457687" y="137258"/>
                  </a:lnTo>
                  <a:lnTo>
                    <a:pt x="2495842" y="151078"/>
                  </a:lnTo>
                  <a:lnTo>
                    <a:pt x="2532663" y="166996"/>
                  </a:lnTo>
                  <a:lnTo>
                    <a:pt x="2568369" y="186876"/>
                  </a:lnTo>
                  <a:lnTo>
                    <a:pt x="2571033" y="188704"/>
                  </a:lnTo>
                  <a:lnTo>
                    <a:pt x="2572365" y="189618"/>
                  </a:lnTo>
                  <a:lnTo>
                    <a:pt x="2573663" y="190533"/>
                  </a:lnTo>
                  <a:lnTo>
                    <a:pt x="2574926" y="191449"/>
                  </a:lnTo>
                  <a:lnTo>
                    <a:pt x="2575338" y="191757"/>
                  </a:lnTo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7251434" y="1787544"/>
              <a:ext cx="38100" cy="45085"/>
            </a:xfrm>
            <a:custGeom>
              <a:avLst/>
              <a:gdLst/>
              <a:ahLst/>
              <a:cxnLst/>
              <a:rect l="l" t="t" r="r" b="b"/>
              <a:pathLst>
                <a:path w="38100" h="45085">
                  <a:moveTo>
                    <a:pt x="37556" y="44487"/>
                  </a:moveTo>
                  <a:lnTo>
                    <a:pt x="0" y="17927"/>
                  </a:lnTo>
                  <a:lnTo>
                    <a:pt x="25858" y="0"/>
                  </a:lnTo>
                  <a:lnTo>
                    <a:pt x="37556" y="44487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7251434" y="1787544"/>
              <a:ext cx="38100" cy="45085"/>
            </a:xfrm>
            <a:custGeom>
              <a:avLst/>
              <a:gdLst/>
              <a:ahLst/>
              <a:cxnLst/>
              <a:rect l="l" t="t" r="r" b="b"/>
              <a:pathLst>
                <a:path w="38100" h="45085">
                  <a:moveTo>
                    <a:pt x="0" y="17927"/>
                  </a:moveTo>
                  <a:lnTo>
                    <a:pt x="37556" y="44487"/>
                  </a:lnTo>
                  <a:lnTo>
                    <a:pt x="25858" y="0"/>
                  </a:lnTo>
                  <a:lnTo>
                    <a:pt x="0" y="17927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1323335" y="1268724"/>
              <a:ext cx="5973445" cy="574675"/>
            </a:xfrm>
            <a:custGeom>
              <a:avLst/>
              <a:gdLst/>
              <a:ahLst/>
              <a:cxnLst/>
              <a:rect l="l" t="t" r="r" b="b"/>
              <a:pathLst>
                <a:path w="5973445" h="574675">
                  <a:moveTo>
                    <a:pt x="5973439" y="574149"/>
                  </a:moveTo>
                  <a:lnTo>
                    <a:pt x="5964015" y="534428"/>
                  </a:lnTo>
                  <a:lnTo>
                    <a:pt x="5936331" y="494876"/>
                  </a:lnTo>
                  <a:lnTo>
                    <a:pt x="5908168" y="468685"/>
                  </a:lnTo>
                  <a:lnTo>
                    <a:pt x="5872544" y="442694"/>
                  </a:lnTo>
                  <a:lnTo>
                    <a:pt x="5829720" y="416954"/>
                  </a:lnTo>
                  <a:lnTo>
                    <a:pt x="5779960" y="391515"/>
                  </a:lnTo>
                  <a:lnTo>
                    <a:pt x="5723524" y="366427"/>
                  </a:lnTo>
                  <a:lnTo>
                    <a:pt x="5660674" y="341740"/>
                  </a:lnTo>
                  <a:lnTo>
                    <a:pt x="5591673" y="317505"/>
                  </a:lnTo>
                  <a:lnTo>
                    <a:pt x="5554947" y="305573"/>
                  </a:lnTo>
                  <a:lnTo>
                    <a:pt x="5516781" y="293772"/>
                  </a:lnTo>
                  <a:lnTo>
                    <a:pt x="5477209" y="282109"/>
                  </a:lnTo>
                  <a:lnTo>
                    <a:pt x="5436261" y="270590"/>
                  </a:lnTo>
                  <a:lnTo>
                    <a:pt x="5393973" y="259222"/>
                  </a:lnTo>
                  <a:lnTo>
                    <a:pt x="5350375" y="248011"/>
                  </a:lnTo>
                  <a:lnTo>
                    <a:pt x="5305501" y="236963"/>
                  </a:lnTo>
                  <a:lnTo>
                    <a:pt x="5259384" y="226084"/>
                  </a:lnTo>
                  <a:lnTo>
                    <a:pt x="5212056" y="215381"/>
                  </a:lnTo>
                  <a:lnTo>
                    <a:pt x="5163550" y="204859"/>
                  </a:lnTo>
                  <a:lnTo>
                    <a:pt x="5113898" y="194526"/>
                  </a:lnTo>
                  <a:lnTo>
                    <a:pt x="5063134" y="184388"/>
                  </a:lnTo>
                  <a:lnTo>
                    <a:pt x="5011290" y="174450"/>
                  </a:lnTo>
                  <a:lnTo>
                    <a:pt x="4958399" y="164719"/>
                  </a:lnTo>
                  <a:lnTo>
                    <a:pt x="4904494" y="155202"/>
                  </a:lnTo>
                  <a:lnTo>
                    <a:pt x="4849607" y="145904"/>
                  </a:lnTo>
                  <a:lnTo>
                    <a:pt x="4793771" y="136832"/>
                  </a:lnTo>
                  <a:lnTo>
                    <a:pt x="4737019" y="127992"/>
                  </a:lnTo>
                  <a:lnTo>
                    <a:pt x="4679383" y="119390"/>
                  </a:lnTo>
                  <a:lnTo>
                    <a:pt x="4620896" y="111034"/>
                  </a:lnTo>
                  <a:lnTo>
                    <a:pt x="4561592" y="102928"/>
                  </a:lnTo>
                  <a:lnTo>
                    <a:pt x="4501502" y="95079"/>
                  </a:lnTo>
                  <a:lnTo>
                    <a:pt x="4440659" y="87494"/>
                  </a:lnTo>
                  <a:lnTo>
                    <a:pt x="4379097" y="80179"/>
                  </a:lnTo>
                  <a:lnTo>
                    <a:pt x="4316847" y="73140"/>
                  </a:lnTo>
                  <a:lnTo>
                    <a:pt x="4253943" y="66383"/>
                  </a:lnTo>
                  <a:lnTo>
                    <a:pt x="4190417" y="59915"/>
                  </a:lnTo>
                  <a:lnTo>
                    <a:pt x="4126302" y="53742"/>
                  </a:lnTo>
                  <a:lnTo>
                    <a:pt x="4061631" y="47869"/>
                  </a:lnTo>
                  <a:lnTo>
                    <a:pt x="3996436" y="42305"/>
                  </a:lnTo>
                  <a:lnTo>
                    <a:pt x="3930751" y="37054"/>
                  </a:lnTo>
                  <a:lnTo>
                    <a:pt x="3864607" y="32123"/>
                  </a:lnTo>
                  <a:lnTo>
                    <a:pt x="3798038" y="27519"/>
                  </a:lnTo>
                  <a:lnTo>
                    <a:pt x="3731076" y="23247"/>
                  </a:lnTo>
                  <a:lnTo>
                    <a:pt x="3663754" y="19313"/>
                  </a:lnTo>
                  <a:lnTo>
                    <a:pt x="3596106" y="15725"/>
                  </a:lnTo>
                  <a:lnTo>
                    <a:pt x="3528162" y="12489"/>
                  </a:lnTo>
                  <a:lnTo>
                    <a:pt x="3459957" y="9610"/>
                  </a:lnTo>
                  <a:lnTo>
                    <a:pt x="3391523" y="7095"/>
                  </a:lnTo>
                  <a:lnTo>
                    <a:pt x="3322892" y="4950"/>
                  </a:lnTo>
                  <a:lnTo>
                    <a:pt x="3254098" y="3182"/>
                  </a:lnTo>
                  <a:lnTo>
                    <a:pt x="3185173" y="1796"/>
                  </a:lnTo>
                  <a:lnTo>
                    <a:pt x="3116149" y="800"/>
                  </a:lnTo>
                  <a:lnTo>
                    <a:pt x="3047061" y="199"/>
                  </a:lnTo>
                  <a:lnTo>
                    <a:pt x="2977939" y="0"/>
                  </a:lnTo>
                  <a:lnTo>
                    <a:pt x="2923146" y="130"/>
                  </a:lnTo>
                  <a:lnTo>
                    <a:pt x="2868369" y="513"/>
                  </a:lnTo>
                  <a:lnTo>
                    <a:pt x="2813625" y="1147"/>
                  </a:lnTo>
                  <a:lnTo>
                    <a:pt x="2758930" y="2028"/>
                  </a:lnTo>
                  <a:lnTo>
                    <a:pt x="2704300" y="3152"/>
                  </a:lnTo>
                  <a:lnTo>
                    <a:pt x="2649751" y="4517"/>
                  </a:lnTo>
                  <a:lnTo>
                    <a:pt x="2595301" y="6119"/>
                  </a:lnTo>
                  <a:lnTo>
                    <a:pt x="2540964" y="7956"/>
                  </a:lnTo>
                  <a:lnTo>
                    <a:pt x="2486758" y="10025"/>
                  </a:lnTo>
                  <a:lnTo>
                    <a:pt x="2432698" y="12321"/>
                  </a:lnTo>
                  <a:lnTo>
                    <a:pt x="2378802" y="14843"/>
                  </a:lnTo>
                  <a:lnTo>
                    <a:pt x="2325084" y="17586"/>
                  </a:lnTo>
                  <a:lnTo>
                    <a:pt x="2271563" y="20548"/>
                  </a:lnTo>
                  <a:lnTo>
                    <a:pt x="2218253" y="23726"/>
                  </a:lnTo>
                  <a:lnTo>
                    <a:pt x="2165171" y="27117"/>
                  </a:lnTo>
                  <a:lnTo>
                    <a:pt x="2112334" y="30716"/>
                  </a:lnTo>
                  <a:lnTo>
                    <a:pt x="2059757" y="34523"/>
                  </a:lnTo>
                  <a:lnTo>
                    <a:pt x="2007458" y="38532"/>
                  </a:lnTo>
                  <a:lnTo>
                    <a:pt x="1955452" y="42741"/>
                  </a:lnTo>
                  <a:lnTo>
                    <a:pt x="1903756" y="47148"/>
                  </a:lnTo>
                  <a:lnTo>
                    <a:pt x="1852385" y="51748"/>
                  </a:lnTo>
                  <a:lnTo>
                    <a:pt x="1801357" y="56539"/>
                  </a:lnTo>
                  <a:lnTo>
                    <a:pt x="1750688" y="61517"/>
                  </a:lnTo>
                  <a:lnTo>
                    <a:pt x="1700393" y="66680"/>
                  </a:lnTo>
                  <a:lnTo>
                    <a:pt x="1650490" y="72024"/>
                  </a:lnTo>
                  <a:lnTo>
                    <a:pt x="1600994" y="77546"/>
                  </a:lnTo>
                  <a:lnTo>
                    <a:pt x="1551922" y="83244"/>
                  </a:lnTo>
                  <a:lnTo>
                    <a:pt x="1503290" y="89113"/>
                  </a:lnTo>
                  <a:lnTo>
                    <a:pt x="1455114" y="95151"/>
                  </a:lnTo>
                  <a:lnTo>
                    <a:pt x="1407411" y="101355"/>
                  </a:lnTo>
                  <a:lnTo>
                    <a:pt x="1360196" y="107721"/>
                  </a:lnTo>
                  <a:lnTo>
                    <a:pt x="1313487" y="114247"/>
                  </a:lnTo>
                  <a:lnTo>
                    <a:pt x="1267300" y="120929"/>
                  </a:lnTo>
                  <a:lnTo>
                    <a:pt x="1221651" y="127764"/>
                  </a:lnTo>
                  <a:lnTo>
                    <a:pt x="1176555" y="134749"/>
                  </a:lnTo>
                  <a:lnTo>
                    <a:pt x="1132030" y="141881"/>
                  </a:lnTo>
                  <a:lnTo>
                    <a:pt x="1088092" y="149157"/>
                  </a:lnTo>
                  <a:lnTo>
                    <a:pt x="1044757" y="156574"/>
                  </a:lnTo>
                  <a:lnTo>
                    <a:pt x="1002041" y="164128"/>
                  </a:lnTo>
                  <a:lnTo>
                    <a:pt x="959961" y="171817"/>
                  </a:lnTo>
                  <a:lnTo>
                    <a:pt x="918533" y="179637"/>
                  </a:lnTo>
                  <a:lnTo>
                    <a:pt x="859080" y="191318"/>
                  </a:lnTo>
                  <a:lnTo>
                    <a:pt x="801112" y="203264"/>
                  </a:lnTo>
                  <a:lnTo>
                    <a:pt x="744678" y="215466"/>
                  </a:lnTo>
                  <a:lnTo>
                    <a:pt x="689831" y="227912"/>
                  </a:lnTo>
                  <a:lnTo>
                    <a:pt x="636622" y="240595"/>
                  </a:lnTo>
                  <a:lnTo>
                    <a:pt x="585101" y="253503"/>
                  </a:lnTo>
                  <a:lnTo>
                    <a:pt x="535319" y="266627"/>
                  </a:lnTo>
                  <a:lnTo>
                    <a:pt x="487329" y="279957"/>
                  </a:lnTo>
                  <a:lnTo>
                    <a:pt x="441181" y="293484"/>
                  </a:lnTo>
                  <a:lnTo>
                    <a:pt x="396927" y="307197"/>
                  </a:lnTo>
                  <a:lnTo>
                    <a:pt x="354616" y="321087"/>
                  </a:lnTo>
                  <a:lnTo>
                    <a:pt x="314302" y="335144"/>
                  </a:lnTo>
                  <a:lnTo>
                    <a:pt x="276034" y="349358"/>
                  </a:lnTo>
                  <a:lnTo>
                    <a:pt x="239865" y="363719"/>
                  </a:lnTo>
                  <a:lnTo>
                    <a:pt x="181770" y="389176"/>
                  </a:lnTo>
                  <a:lnTo>
                    <a:pt x="130532" y="415002"/>
                  </a:lnTo>
                  <a:lnTo>
                    <a:pt x="86424" y="441143"/>
                  </a:lnTo>
                  <a:lnTo>
                    <a:pt x="49721" y="467548"/>
                  </a:lnTo>
                  <a:lnTo>
                    <a:pt x="20696" y="494164"/>
                  </a:lnTo>
                  <a:lnTo>
                    <a:pt x="1815" y="517584"/>
                  </a:lnTo>
                  <a:lnTo>
                    <a:pt x="0" y="520364"/>
                  </a:lnTo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1308363" y="1784255"/>
              <a:ext cx="30480" cy="46355"/>
            </a:xfrm>
            <a:custGeom>
              <a:avLst/>
              <a:gdLst/>
              <a:ahLst/>
              <a:cxnLst/>
              <a:rect l="l" t="t" r="r" b="b"/>
              <a:pathLst>
                <a:path w="30480" h="46355">
                  <a:moveTo>
                    <a:pt x="1689" y="45968"/>
                  </a:moveTo>
                  <a:lnTo>
                    <a:pt x="0" y="0"/>
                  </a:lnTo>
                  <a:lnTo>
                    <a:pt x="29943" y="9668"/>
                  </a:lnTo>
                  <a:lnTo>
                    <a:pt x="1689" y="45968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1308363" y="1784255"/>
              <a:ext cx="30480" cy="46355"/>
            </a:xfrm>
            <a:custGeom>
              <a:avLst/>
              <a:gdLst/>
              <a:ahLst/>
              <a:cxnLst/>
              <a:rect l="l" t="t" r="r" b="b"/>
              <a:pathLst>
                <a:path w="30480" h="46355">
                  <a:moveTo>
                    <a:pt x="0" y="0"/>
                  </a:moveTo>
                  <a:lnTo>
                    <a:pt x="1689" y="45968"/>
                  </a:lnTo>
                  <a:lnTo>
                    <a:pt x="29943" y="966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16" name="object 16" descr=""/>
          <p:cNvGraphicFramePr>
            <a:graphicFrameLocks noGrp="1"/>
          </p:cNvGraphicFramePr>
          <p:nvPr/>
        </p:nvGraphicFramePr>
        <p:xfrm>
          <a:off x="1239962" y="1838112"/>
          <a:ext cx="7265670" cy="4235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920"/>
                <a:gridCol w="318134"/>
                <a:gridCol w="121920"/>
                <a:gridCol w="1224914"/>
                <a:gridCol w="121919"/>
                <a:gridCol w="489584"/>
                <a:gridCol w="123825"/>
                <a:gridCol w="855980"/>
                <a:gridCol w="123825"/>
                <a:gridCol w="858520"/>
                <a:gridCol w="121285"/>
                <a:gridCol w="1504314"/>
                <a:gridCol w="121920"/>
                <a:gridCol w="1066800"/>
              </a:tblGrid>
              <a:tr h="4235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6AA4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6AA4C8"/>
                    </a:solidFill>
                  </a:tcPr>
                </a:tc>
                <a:tc>
                  <a:txBody>
                    <a:bodyPr/>
                    <a:lstStyle/>
                    <a:p>
                      <a:pPr marL="284480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1400">
                          <a:latin typeface="Arial MT"/>
                          <a:cs typeface="Arial MT"/>
                        </a:rPr>
                        <a:t>en</a:t>
                      </a:r>
                      <a:r>
                        <a:rPr dirty="0" sz="14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 spc="-25">
                          <a:latin typeface="Arial MT"/>
                          <a:cs typeface="Arial MT"/>
                        </a:rPr>
                        <a:t>uso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99695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E9ED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6AA4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R w="19050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6AA4C8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14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en</a:t>
                      </a:r>
                      <a:r>
                        <a:rPr dirty="0" sz="1400" spc="-1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 spc="-2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uso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99695">
                    <a:lnL w="9525">
                      <a:solidFill>
                        <a:srgbClr val="1A1A1A"/>
                      </a:solidFill>
                      <a:prstDash val="solid"/>
                    </a:lnL>
                    <a:lnR w="2857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E9ED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6AA4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R w="2857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6AA4C8"/>
                    </a:solidFill>
                  </a:tcPr>
                </a:tc>
                <a:tc>
                  <a:txBody>
                    <a:bodyPr/>
                    <a:lstStyle/>
                    <a:p>
                      <a:pPr marL="424180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14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en</a:t>
                      </a:r>
                      <a:r>
                        <a:rPr dirty="0" sz="1400" spc="-1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 spc="-2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uso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99695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E9ED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6AA4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7" name="object 17" descr=""/>
          <p:cNvSpPr txBox="1"/>
          <p:nvPr/>
        </p:nvSpPr>
        <p:spPr>
          <a:xfrm>
            <a:off x="2738119" y="2919281"/>
            <a:ext cx="7112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solidFill>
                  <a:srgbClr val="1A1A1A"/>
                </a:solidFill>
                <a:latin typeface="Courier New"/>
                <a:cs typeface="Courier New"/>
              </a:rPr>
              <a:t>prevp</a:t>
            </a:r>
            <a:endParaRPr sz="1800">
              <a:latin typeface="Courier New"/>
              <a:cs typeface="Courier New"/>
            </a:endParaRPr>
          </a:p>
        </p:txBody>
      </p:sp>
      <p:grpSp>
        <p:nvGrpSpPr>
          <p:cNvPr id="18" name="object 18" descr=""/>
          <p:cNvGrpSpPr/>
          <p:nvPr/>
        </p:nvGrpSpPr>
        <p:grpSpPr>
          <a:xfrm>
            <a:off x="3071779" y="2275637"/>
            <a:ext cx="41275" cy="579755"/>
            <a:chOff x="3071779" y="2275637"/>
            <a:chExt cx="41275" cy="579755"/>
          </a:xfrm>
        </p:grpSpPr>
        <p:sp>
          <p:nvSpPr>
            <p:cNvPr id="19" name="object 19" descr=""/>
            <p:cNvSpPr/>
            <p:nvPr/>
          </p:nvSpPr>
          <p:spPr>
            <a:xfrm>
              <a:off x="3092275" y="2323624"/>
              <a:ext cx="0" cy="532130"/>
            </a:xfrm>
            <a:custGeom>
              <a:avLst/>
              <a:gdLst/>
              <a:ahLst/>
              <a:cxnLst/>
              <a:rect l="l" t="t" r="r" b="b"/>
              <a:pathLst>
                <a:path w="0" h="532130">
                  <a:moveTo>
                    <a:pt x="0" y="531749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3076542" y="2280399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0" y="43225"/>
                  </a:lnTo>
                  <a:lnTo>
                    <a:pt x="15732" y="0"/>
                  </a:lnTo>
                  <a:lnTo>
                    <a:pt x="31465" y="43225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3076542" y="2280399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15732" y="0"/>
                  </a:lnTo>
                  <a:lnTo>
                    <a:pt x="0" y="43225"/>
                  </a:lnTo>
                  <a:lnTo>
                    <a:pt x="31465" y="43225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 descr=""/>
          <p:cNvSpPr txBox="1"/>
          <p:nvPr/>
        </p:nvSpPr>
        <p:spPr>
          <a:xfrm>
            <a:off x="4612683" y="2919281"/>
            <a:ext cx="16319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 b="1">
                <a:solidFill>
                  <a:srgbClr val="1A1A1A"/>
                </a:solidFill>
                <a:latin typeface="Courier New"/>
                <a:cs typeface="Courier New"/>
              </a:rPr>
              <a:t>p</a:t>
            </a:r>
            <a:endParaRPr sz="1800">
              <a:latin typeface="Courier New"/>
              <a:cs typeface="Courier New"/>
            </a:endParaRPr>
          </a:p>
        </p:txBody>
      </p:sp>
      <p:grpSp>
        <p:nvGrpSpPr>
          <p:cNvPr id="23" name="object 23" descr=""/>
          <p:cNvGrpSpPr/>
          <p:nvPr/>
        </p:nvGrpSpPr>
        <p:grpSpPr>
          <a:xfrm>
            <a:off x="4673479" y="2275637"/>
            <a:ext cx="41275" cy="579755"/>
            <a:chOff x="4673479" y="2275637"/>
            <a:chExt cx="41275" cy="579755"/>
          </a:xfrm>
        </p:grpSpPr>
        <p:sp>
          <p:nvSpPr>
            <p:cNvPr id="24" name="object 24" descr=""/>
            <p:cNvSpPr/>
            <p:nvPr/>
          </p:nvSpPr>
          <p:spPr>
            <a:xfrm>
              <a:off x="4693975" y="2323624"/>
              <a:ext cx="0" cy="532130"/>
            </a:xfrm>
            <a:custGeom>
              <a:avLst/>
              <a:gdLst/>
              <a:ahLst/>
              <a:cxnLst/>
              <a:rect l="l" t="t" r="r" b="b"/>
              <a:pathLst>
                <a:path w="0" h="532130">
                  <a:moveTo>
                    <a:pt x="0" y="531749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4678242" y="2280399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0" y="43225"/>
                  </a:lnTo>
                  <a:lnTo>
                    <a:pt x="15732" y="0"/>
                  </a:lnTo>
                  <a:lnTo>
                    <a:pt x="31465" y="43225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4678242" y="2280399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15732" y="0"/>
                  </a:lnTo>
                  <a:lnTo>
                    <a:pt x="0" y="43225"/>
                  </a:lnTo>
                  <a:lnTo>
                    <a:pt x="31465" y="43225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911749" y="2788206"/>
            <a:ext cx="2494280" cy="762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R="125095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solidFill>
                  <a:srgbClr val="1A1A1A"/>
                </a:solidFill>
                <a:latin typeface="Courier New"/>
                <a:cs typeface="Courier New"/>
              </a:rPr>
              <a:t>prevp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475"/>
              </a:spcBef>
            </a:pPr>
            <a:r>
              <a:rPr dirty="0" sz="1800" spc="-10" b="1">
                <a:solidFill>
                  <a:srgbClr val="1A1A1A"/>
                </a:solidFill>
                <a:latin typeface="Courier New"/>
                <a:cs typeface="Courier New"/>
              </a:rPr>
              <a:t>p-</a:t>
            </a:r>
            <a:r>
              <a:rPr dirty="0" sz="1800" b="1">
                <a:solidFill>
                  <a:srgbClr val="1A1A1A"/>
                </a:solidFill>
                <a:latin typeface="Courier New"/>
                <a:cs typeface="Courier New"/>
              </a:rPr>
              <a:t>&gt;size</a:t>
            </a:r>
            <a:r>
              <a:rPr dirty="0" sz="1800" spc="-20" b="1">
                <a:solidFill>
                  <a:srgbClr val="1A1A1A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1A1A1A"/>
                </a:solidFill>
                <a:latin typeface="Courier New"/>
                <a:cs typeface="Courier New"/>
              </a:rPr>
              <a:t>-</a:t>
            </a:r>
            <a:r>
              <a:rPr dirty="0" sz="1800" b="1">
                <a:solidFill>
                  <a:srgbClr val="1A1A1A"/>
                </a:solidFill>
                <a:latin typeface="Courier New"/>
                <a:cs typeface="Courier New"/>
              </a:rPr>
              <a:t>=</a:t>
            </a:r>
            <a:r>
              <a:rPr dirty="0" sz="1800" spc="-5" b="1">
                <a:solidFill>
                  <a:srgbClr val="1A1A1A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1A1A1A"/>
                </a:solidFill>
                <a:latin typeface="Courier New"/>
                <a:cs typeface="Courier New"/>
              </a:rPr>
              <a:t>nunits;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4612683" y="2788206"/>
            <a:ext cx="16319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 b="1">
                <a:solidFill>
                  <a:srgbClr val="1A1A1A"/>
                </a:solidFill>
                <a:latin typeface="Courier New"/>
                <a:cs typeface="Courier New"/>
              </a:rPr>
              <a:t>p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3025" y="63880"/>
            <a:ext cx="3696335" cy="2997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0">
                <a:latin typeface="Arial MT"/>
                <a:cs typeface="Arial MT"/>
              </a:rPr>
              <a:t>Opcion</a:t>
            </a:r>
            <a:r>
              <a:rPr dirty="0" sz="1800" spc="-20" b="0">
                <a:latin typeface="Arial MT"/>
                <a:cs typeface="Arial MT"/>
              </a:rPr>
              <a:t> </a:t>
            </a:r>
            <a:r>
              <a:rPr dirty="0" sz="1800" b="0">
                <a:latin typeface="Arial MT"/>
                <a:cs typeface="Arial MT"/>
              </a:rPr>
              <a:t>2:</a:t>
            </a:r>
            <a:r>
              <a:rPr dirty="0" sz="1800" spc="-15" b="0">
                <a:latin typeface="Arial MT"/>
                <a:cs typeface="Arial MT"/>
              </a:rPr>
              <a:t> </a:t>
            </a:r>
            <a:r>
              <a:rPr dirty="0" sz="1800" b="0">
                <a:latin typeface="Arial MT"/>
                <a:cs typeface="Arial MT"/>
              </a:rPr>
              <a:t>Reservar</a:t>
            </a:r>
            <a:r>
              <a:rPr dirty="0" sz="1800" spc="-20" b="0">
                <a:latin typeface="Arial MT"/>
                <a:cs typeface="Arial MT"/>
              </a:rPr>
              <a:t> </a:t>
            </a:r>
            <a:r>
              <a:rPr dirty="0" sz="1800" b="0">
                <a:latin typeface="Arial MT"/>
                <a:cs typeface="Arial MT"/>
              </a:rPr>
              <a:t>parte</a:t>
            </a:r>
            <a:r>
              <a:rPr dirty="0" sz="1800" spc="-15" b="0">
                <a:latin typeface="Arial MT"/>
                <a:cs typeface="Arial MT"/>
              </a:rPr>
              <a:t> </a:t>
            </a:r>
            <a:r>
              <a:rPr dirty="0" sz="1800" b="0">
                <a:latin typeface="Arial MT"/>
                <a:cs typeface="Arial MT"/>
              </a:rPr>
              <a:t>del</a:t>
            </a:r>
            <a:r>
              <a:rPr dirty="0" sz="1800" spc="-15" b="0">
                <a:latin typeface="Arial MT"/>
                <a:cs typeface="Arial MT"/>
              </a:rPr>
              <a:t> </a:t>
            </a:r>
            <a:r>
              <a:rPr dirty="0" sz="1800" spc="-10" b="0">
                <a:latin typeface="Arial MT"/>
                <a:cs typeface="Arial MT"/>
              </a:rPr>
              <a:t>bloque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911749" y="3524225"/>
            <a:ext cx="6334760" cy="1122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3434079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1A1A1A"/>
                </a:solidFill>
                <a:latin typeface="Courier New"/>
                <a:cs typeface="Courier New"/>
              </a:rPr>
              <a:t>new_p</a:t>
            </a:r>
            <a:r>
              <a:rPr dirty="0" sz="1800" spc="-20" b="1">
                <a:solidFill>
                  <a:srgbClr val="1A1A1A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1A1A1A"/>
                </a:solidFill>
                <a:latin typeface="Courier New"/>
                <a:cs typeface="Courier New"/>
              </a:rPr>
              <a:t>=</a:t>
            </a:r>
            <a:r>
              <a:rPr dirty="0" sz="1800" spc="-5" b="1">
                <a:solidFill>
                  <a:srgbClr val="1A1A1A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1A1A1A"/>
                </a:solidFill>
                <a:latin typeface="Courier New"/>
                <a:cs typeface="Courier New"/>
              </a:rPr>
              <a:t>p</a:t>
            </a:r>
            <a:r>
              <a:rPr dirty="0" sz="1800" spc="-10" b="1">
                <a:solidFill>
                  <a:srgbClr val="1A1A1A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1A1A1A"/>
                </a:solidFill>
                <a:latin typeface="Courier New"/>
                <a:cs typeface="Courier New"/>
              </a:rPr>
              <a:t>+</a:t>
            </a:r>
            <a:r>
              <a:rPr dirty="0" sz="1800" spc="-5" b="1">
                <a:solidFill>
                  <a:srgbClr val="1A1A1A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1A1A1A"/>
                </a:solidFill>
                <a:latin typeface="Courier New"/>
                <a:cs typeface="Courier New"/>
              </a:rPr>
              <a:t>p-&gt;size; new_p-</a:t>
            </a:r>
            <a:r>
              <a:rPr dirty="0" sz="1800" b="1">
                <a:solidFill>
                  <a:srgbClr val="1A1A1A"/>
                </a:solidFill>
                <a:latin typeface="Courier New"/>
                <a:cs typeface="Courier New"/>
              </a:rPr>
              <a:t>&gt;size = </a:t>
            </a:r>
            <a:r>
              <a:rPr dirty="0" sz="1800" spc="-10" b="1">
                <a:solidFill>
                  <a:srgbClr val="1A1A1A"/>
                </a:solidFill>
                <a:latin typeface="Courier New"/>
                <a:cs typeface="Courier New"/>
              </a:rPr>
              <a:t>nunits;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dirty="0" sz="1800" b="1">
                <a:solidFill>
                  <a:srgbClr val="1A1A1A"/>
                </a:solidFill>
                <a:latin typeface="Courier New"/>
                <a:cs typeface="Courier New"/>
              </a:rPr>
              <a:t>return</a:t>
            </a:r>
            <a:r>
              <a:rPr dirty="0" sz="1800" spc="-30" b="1">
                <a:solidFill>
                  <a:srgbClr val="1A1A1A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1A1A1A"/>
                </a:solidFill>
                <a:latin typeface="Courier New"/>
                <a:cs typeface="Courier New"/>
              </a:rPr>
              <a:t>(new_p</a:t>
            </a:r>
            <a:r>
              <a:rPr dirty="0" sz="1800" spc="-15" b="1">
                <a:solidFill>
                  <a:srgbClr val="1A1A1A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1A1A1A"/>
                </a:solidFill>
                <a:latin typeface="Courier New"/>
                <a:cs typeface="Courier New"/>
              </a:rPr>
              <a:t>+</a:t>
            </a:r>
            <a:r>
              <a:rPr dirty="0" sz="1800" spc="-20" b="1">
                <a:solidFill>
                  <a:srgbClr val="1A1A1A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1A1A1A"/>
                </a:solidFill>
                <a:latin typeface="Courier New"/>
                <a:cs typeface="Courier New"/>
              </a:rPr>
              <a:t>1);</a:t>
            </a:r>
            <a:r>
              <a:rPr dirty="0" sz="1800" spc="-15" b="1">
                <a:solidFill>
                  <a:srgbClr val="1A1A1A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1A1A1A"/>
                </a:solidFill>
                <a:latin typeface="Courier New"/>
                <a:cs typeface="Courier New"/>
              </a:rPr>
              <a:t>//</a:t>
            </a:r>
            <a:r>
              <a:rPr dirty="0" sz="1800" spc="-20" b="1">
                <a:solidFill>
                  <a:srgbClr val="1A1A1A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1A1A1A"/>
                </a:solidFill>
                <a:latin typeface="Courier New"/>
                <a:cs typeface="Courier New"/>
              </a:rPr>
              <a:t>new_p</a:t>
            </a:r>
            <a:r>
              <a:rPr dirty="0" sz="1800" spc="-15" b="1">
                <a:solidFill>
                  <a:srgbClr val="1A1A1A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1A1A1A"/>
                </a:solidFill>
                <a:latin typeface="Courier New"/>
                <a:cs typeface="Courier New"/>
              </a:rPr>
              <a:t>es</a:t>
            </a:r>
            <a:r>
              <a:rPr dirty="0" sz="1800" spc="-20" b="1">
                <a:solidFill>
                  <a:srgbClr val="1A1A1A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1A1A1A"/>
                </a:solidFill>
                <a:latin typeface="Courier New"/>
                <a:cs typeface="Courier New"/>
              </a:rPr>
              <a:t>de</a:t>
            </a:r>
            <a:r>
              <a:rPr dirty="0" sz="1800" spc="-15" b="1">
                <a:solidFill>
                  <a:srgbClr val="1A1A1A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1A1A1A"/>
                </a:solidFill>
                <a:latin typeface="Courier New"/>
                <a:cs typeface="Courier New"/>
              </a:rPr>
              <a:t>tipo</a:t>
            </a:r>
            <a:r>
              <a:rPr dirty="0" sz="1800" spc="-15" b="1">
                <a:solidFill>
                  <a:srgbClr val="1A1A1A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1A1A1A"/>
                </a:solidFill>
                <a:latin typeface="Courier New"/>
                <a:cs typeface="Courier New"/>
              </a:rPr>
              <a:t>Header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240069" y="2788206"/>
            <a:ext cx="7112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solidFill>
                  <a:srgbClr val="1A1A1A"/>
                </a:solidFill>
                <a:latin typeface="Courier New"/>
                <a:cs typeface="Courier New"/>
              </a:rPr>
              <a:t>new_p</a:t>
            </a:r>
            <a:endParaRPr sz="1800">
              <a:latin typeface="Courier New"/>
              <a:cs typeface="Courier New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1301012" y="1263962"/>
            <a:ext cx="6000750" cy="584200"/>
            <a:chOff x="1301012" y="1263962"/>
            <a:chExt cx="6000750" cy="584200"/>
          </a:xfrm>
        </p:grpSpPr>
        <p:sp>
          <p:nvSpPr>
            <p:cNvPr id="8" name="object 8" descr=""/>
            <p:cNvSpPr/>
            <p:nvPr/>
          </p:nvSpPr>
          <p:spPr>
            <a:xfrm>
              <a:off x="1305774" y="1604749"/>
              <a:ext cx="1762125" cy="238125"/>
            </a:xfrm>
            <a:custGeom>
              <a:avLst/>
              <a:gdLst/>
              <a:ahLst/>
              <a:cxnLst/>
              <a:rect l="l" t="t" r="r" b="b"/>
              <a:pathLst>
                <a:path w="1762125" h="238125">
                  <a:moveTo>
                    <a:pt x="0" y="238124"/>
                  </a:moveTo>
                  <a:lnTo>
                    <a:pt x="28663" y="184944"/>
                  </a:lnTo>
                  <a:lnTo>
                    <a:pt x="76828" y="150677"/>
                  </a:lnTo>
                  <a:lnTo>
                    <a:pt x="145107" y="118196"/>
                  </a:lnTo>
                  <a:lnTo>
                    <a:pt x="185951" y="102848"/>
                  </a:lnTo>
                  <a:lnTo>
                    <a:pt x="230819" y="88215"/>
                  </a:lnTo>
                  <a:lnTo>
                    <a:pt x="279374" y="74385"/>
                  </a:lnTo>
                  <a:lnTo>
                    <a:pt x="331282" y="61450"/>
                  </a:lnTo>
                  <a:lnTo>
                    <a:pt x="386207" y="49497"/>
                  </a:lnTo>
                  <a:lnTo>
                    <a:pt x="443815" y="38617"/>
                  </a:lnTo>
                  <a:lnTo>
                    <a:pt x="503768" y="28899"/>
                  </a:lnTo>
                  <a:lnTo>
                    <a:pt x="565734" y="20432"/>
                  </a:lnTo>
                  <a:lnTo>
                    <a:pt x="629375" y="13306"/>
                  </a:lnTo>
                  <a:lnTo>
                    <a:pt x="694358" y="7610"/>
                  </a:lnTo>
                  <a:lnTo>
                    <a:pt x="760346" y="3434"/>
                  </a:lnTo>
                  <a:lnTo>
                    <a:pt x="827005" y="867"/>
                  </a:lnTo>
                  <a:lnTo>
                    <a:pt x="893999" y="0"/>
                  </a:lnTo>
                  <a:lnTo>
                    <a:pt x="949842" y="621"/>
                  </a:lnTo>
                  <a:lnTo>
                    <a:pt x="1005491" y="2433"/>
                  </a:lnTo>
                  <a:lnTo>
                    <a:pt x="1060751" y="5383"/>
                  </a:lnTo>
                  <a:lnTo>
                    <a:pt x="1115430" y="9420"/>
                  </a:lnTo>
                  <a:lnTo>
                    <a:pt x="1169333" y="14492"/>
                  </a:lnTo>
                  <a:lnTo>
                    <a:pt x="1222265" y="20547"/>
                  </a:lnTo>
                  <a:lnTo>
                    <a:pt x="1274034" y="27533"/>
                  </a:lnTo>
                  <a:lnTo>
                    <a:pt x="1324444" y="35400"/>
                  </a:lnTo>
                  <a:lnTo>
                    <a:pt x="1373302" y="44094"/>
                  </a:lnTo>
                  <a:lnTo>
                    <a:pt x="1420414" y="53565"/>
                  </a:lnTo>
                  <a:lnTo>
                    <a:pt x="1465587" y="63761"/>
                  </a:lnTo>
                  <a:lnTo>
                    <a:pt x="1508624" y="74629"/>
                  </a:lnTo>
                  <a:lnTo>
                    <a:pt x="1568756" y="92081"/>
                  </a:lnTo>
                  <a:lnTo>
                    <a:pt x="1622994" y="110756"/>
                  </a:lnTo>
                  <a:lnTo>
                    <a:pt x="1670684" y="130480"/>
                  </a:lnTo>
                  <a:lnTo>
                    <a:pt x="1711171" y="151078"/>
                  </a:lnTo>
                  <a:lnTo>
                    <a:pt x="1743801" y="172376"/>
                  </a:lnTo>
                  <a:lnTo>
                    <a:pt x="1756965" y="183233"/>
                  </a:lnTo>
                  <a:lnTo>
                    <a:pt x="1757971" y="184143"/>
                  </a:lnTo>
                  <a:lnTo>
                    <a:pt x="1758954" y="185054"/>
                  </a:lnTo>
                  <a:lnTo>
                    <a:pt x="1759914" y="185965"/>
                  </a:lnTo>
                  <a:lnTo>
                    <a:pt x="1761887" y="187889"/>
                  </a:lnTo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3053668" y="1785450"/>
              <a:ext cx="34290" cy="45720"/>
            </a:xfrm>
            <a:custGeom>
              <a:avLst/>
              <a:gdLst/>
              <a:ahLst/>
              <a:cxnLst/>
              <a:rect l="l" t="t" r="r" b="b"/>
              <a:pathLst>
                <a:path w="34289" h="45719">
                  <a:moveTo>
                    <a:pt x="33744" y="45638"/>
                  </a:moveTo>
                  <a:lnTo>
                    <a:pt x="0" y="14376"/>
                  </a:lnTo>
                  <a:lnTo>
                    <a:pt x="27988" y="0"/>
                  </a:lnTo>
                  <a:lnTo>
                    <a:pt x="33744" y="45638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3053668" y="1785450"/>
              <a:ext cx="34290" cy="45720"/>
            </a:xfrm>
            <a:custGeom>
              <a:avLst/>
              <a:gdLst/>
              <a:ahLst/>
              <a:cxnLst/>
              <a:rect l="l" t="t" r="r" b="b"/>
              <a:pathLst>
                <a:path w="34289" h="45719">
                  <a:moveTo>
                    <a:pt x="0" y="14376"/>
                  </a:moveTo>
                  <a:lnTo>
                    <a:pt x="33744" y="45638"/>
                  </a:lnTo>
                  <a:lnTo>
                    <a:pt x="27988" y="0"/>
                  </a:lnTo>
                  <a:lnTo>
                    <a:pt x="0" y="14376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3093774" y="1604749"/>
              <a:ext cx="1571625" cy="238125"/>
            </a:xfrm>
            <a:custGeom>
              <a:avLst/>
              <a:gdLst/>
              <a:ahLst/>
              <a:cxnLst/>
              <a:rect l="l" t="t" r="r" b="b"/>
              <a:pathLst>
                <a:path w="1571625" h="238125">
                  <a:moveTo>
                    <a:pt x="0" y="238124"/>
                  </a:moveTo>
                  <a:lnTo>
                    <a:pt x="14225" y="198598"/>
                  </a:lnTo>
                  <a:lnTo>
                    <a:pt x="54711" y="160047"/>
                  </a:lnTo>
                  <a:lnTo>
                    <a:pt x="118177" y="123455"/>
                  </a:lnTo>
                  <a:lnTo>
                    <a:pt x="157501" y="106200"/>
                  </a:lnTo>
                  <a:lnTo>
                    <a:pt x="201339" y="89802"/>
                  </a:lnTo>
                  <a:lnTo>
                    <a:pt x="249281" y="74385"/>
                  </a:lnTo>
                  <a:lnTo>
                    <a:pt x="300915" y="60072"/>
                  </a:lnTo>
                  <a:lnTo>
                    <a:pt x="355832" y="46983"/>
                  </a:lnTo>
                  <a:lnTo>
                    <a:pt x="413622" y="35244"/>
                  </a:lnTo>
                  <a:lnTo>
                    <a:pt x="473873" y="24976"/>
                  </a:lnTo>
                  <a:lnTo>
                    <a:pt x="536176" y="16302"/>
                  </a:lnTo>
                  <a:lnTo>
                    <a:pt x="600121" y="9344"/>
                  </a:lnTo>
                  <a:lnTo>
                    <a:pt x="665297" y="4226"/>
                  </a:lnTo>
                  <a:lnTo>
                    <a:pt x="731293" y="1070"/>
                  </a:lnTo>
                  <a:lnTo>
                    <a:pt x="797699" y="0"/>
                  </a:lnTo>
                  <a:lnTo>
                    <a:pt x="852051" y="737"/>
                  </a:lnTo>
                  <a:lnTo>
                    <a:pt x="906177" y="2886"/>
                  </a:lnTo>
                  <a:lnTo>
                    <a:pt x="959854" y="6378"/>
                  </a:lnTo>
                  <a:lnTo>
                    <a:pt x="1012857" y="11147"/>
                  </a:lnTo>
                  <a:lnTo>
                    <a:pt x="1064960" y="17125"/>
                  </a:lnTo>
                  <a:lnTo>
                    <a:pt x="1115940" y="24245"/>
                  </a:lnTo>
                  <a:lnTo>
                    <a:pt x="1165572" y="32440"/>
                  </a:lnTo>
                  <a:lnTo>
                    <a:pt x="1213630" y="41644"/>
                  </a:lnTo>
                  <a:lnTo>
                    <a:pt x="1259891" y="51788"/>
                  </a:lnTo>
                  <a:lnTo>
                    <a:pt x="1304128" y="62805"/>
                  </a:lnTo>
                  <a:lnTo>
                    <a:pt x="1346118" y="74629"/>
                  </a:lnTo>
                  <a:lnTo>
                    <a:pt x="1399772" y="92081"/>
                  </a:lnTo>
                  <a:lnTo>
                    <a:pt x="1448168" y="110756"/>
                  </a:lnTo>
                  <a:lnTo>
                    <a:pt x="1490721" y="130480"/>
                  </a:lnTo>
                  <a:lnTo>
                    <a:pt x="1526847" y="151078"/>
                  </a:lnTo>
                  <a:lnTo>
                    <a:pt x="1560198" y="175975"/>
                  </a:lnTo>
                  <a:lnTo>
                    <a:pt x="1567708" y="183233"/>
                  </a:lnTo>
                  <a:lnTo>
                    <a:pt x="1568606" y="184143"/>
                  </a:lnTo>
                  <a:lnTo>
                    <a:pt x="1569483" y="185054"/>
                  </a:lnTo>
                  <a:lnTo>
                    <a:pt x="1570340" y="185965"/>
                  </a:lnTo>
                  <a:lnTo>
                    <a:pt x="1571229" y="186937"/>
                  </a:lnTo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4650747" y="1785033"/>
              <a:ext cx="33020" cy="46355"/>
            </a:xfrm>
            <a:custGeom>
              <a:avLst/>
              <a:gdLst/>
              <a:ahLst/>
              <a:cxnLst/>
              <a:rect l="l" t="t" r="r" b="b"/>
              <a:pathLst>
                <a:path w="33020" h="46355">
                  <a:moveTo>
                    <a:pt x="32537" y="45822"/>
                  </a:moveTo>
                  <a:lnTo>
                    <a:pt x="0" y="13307"/>
                  </a:lnTo>
                  <a:lnTo>
                    <a:pt x="28512" y="0"/>
                  </a:lnTo>
                  <a:lnTo>
                    <a:pt x="32537" y="45822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4650747" y="1785033"/>
              <a:ext cx="33020" cy="46355"/>
            </a:xfrm>
            <a:custGeom>
              <a:avLst/>
              <a:gdLst/>
              <a:ahLst/>
              <a:cxnLst/>
              <a:rect l="l" t="t" r="r" b="b"/>
              <a:pathLst>
                <a:path w="33020" h="46355">
                  <a:moveTo>
                    <a:pt x="0" y="13307"/>
                  </a:moveTo>
                  <a:lnTo>
                    <a:pt x="32537" y="45822"/>
                  </a:lnTo>
                  <a:lnTo>
                    <a:pt x="28512" y="0"/>
                  </a:lnTo>
                  <a:lnTo>
                    <a:pt x="0" y="13307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4689025" y="1604749"/>
              <a:ext cx="2575560" cy="238125"/>
            </a:xfrm>
            <a:custGeom>
              <a:avLst/>
              <a:gdLst/>
              <a:ahLst/>
              <a:cxnLst/>
              <a:rect l="l" t="t" r="r" b="b"/>
              <a:pathLst>
                <a:path w="2575559" h="238125">
                  <a:moveTo>
                    <a:pt x="0" y="238124"/>
                  </a:moveTo>
                  <a:lnTo>
                    <a:pt x="21651" y="199999"/>
                  </a:lnTo>
                  <a:lnTo>
                    <a:pt x="58657" y="175013"/>
                  </a:lnTo>
                  <a:lnTo>
                    <a:pt x="112058" y="150677"/>
                  </a:lnTo>
                  <a:lnTo>
                    <a:pt x="180427" y="127252"/>
                  </a:lnTo>
                  <a:lnTo>
                    <a:pt x="219780" y="115963"/>
                  </a:lnTo>
                  <a:lnTo>
                    <a:pt x="262340" y="104999"/>
                  </a:lnTo>
                  <a:lnTo>
                    <a:pt x="307929" y="94393"/>
                  </a:lnTo>
                  <a:lnTo>
                    <a:pt x="356370" y="84177"/>
                  </a:lnTo>
                  <a:lnTo>
                    <a:pt x="407484" y="74385"/>
                  </a:lnTo>
                  <a:lnTo>
                    <a:pt x="461092" y="65049"/>
                  </a:lnTo>
                  <a:lnTo>
                    <a:pt x="517018" y="56202"/>
                  </a:lnTo>
                  <a:lnTo>
                    <a:pt x="575081" y="47875"/>
                  </a:lnTo>
                  <a:lnTo>
                    <a:pt x="635105" y="40102"/>
                  </a:lnTo>
                  <a:lnTo>
                    <a:pt x="696911" y="32916"/>
                  </a:lnTo>
                  <a:lnTo>
                    <a:pt x="760320" y="26348"/>
                  </a:lnTo>
                  <a:lnTo>
                    <a:pt x="825155" y="20432"/>
                  </a:lnTo>
                  <a:lnTo>
                    <a:pt x="891238" y="15200"/>
                  </a:lnTo>
                  <a:lnTo>
                    <a:pt x="958390" y="10684"/>
                  </a:lnTo>
                  <a:lnTo>
                    <a:pt x="1026432" y="6918"/>
                  </a:lnTo>
                  <a:lnTo>
                    <a:pt x="1095188" y="3934"/>
                  </a:lnTo>
                  <a:lnTo>
                    <a:pt x="1164478" y="1765"/>
                  </a:lnTo>
                  <a:lnTo>
                    <a:pt x="1234125" y="442"/>
                  </a:lnTo>
                  <a:lnTo>
                    <a:pt x="1303949" y="0"/>
                  </a:lnTo>
                  <a:lnTo>
                    <a:pt x="1358267" y="279"/>
                  </a:lnTo>
                  <a:lnTo>
                    <a:pt x="1412500" y="1095"/>
                  </a:lnTo>
                  <a:lnTo>
                    <a:pt x="1466566" y="2433"/>
                  </a:lnTo>
                  <a:lnTo>
                    <a:pt x="1520380" y="4276"/>
                  </a:lnTo>
                  <a:lnTo>
                    <a:pt x="1573859" y="6610"/>
                  </a:lnTo>
                  <a:lnTo>
                    <a:pt x="1626919" y="9420"/>
                  </a:lnTo>
                  <a:lnTo>
                    <a:pt x="1679475" y="12689"/>
                  </a:lnTo>
                  <a:lnTo>
                    <a:pt x="1731445" y="16403"/>
                  </a:lnTo>
                  <a:lnTo>
                    <a:pt x="1782744" y="20547"/>
                  </a:lnTo>
                  <a:lnTo>
                    <a:pt x="1833288" y="25104"/>
                  </a:lnTo>
                  <a:lnTo>
                    <a:pt x="1882994" y="30060"/>
                  </a:lnTo>
                  <a:lnTo>
                    <a:pt x="1931777" y="35400"/>
                  </a:lnTo>
                  <a:lnTo>
                    <a:pt x="1979555" y="41107"/>
                  </a:lnTo>
                  <a:lnTo>
                    <a:pt x="2026242" y="47167"/>
                  </a:lnTo>
                  <a:lnTo>
                    <a:pt x="2071756" y="53565"/>
                  </a:lnTo>
                  <a:lnTo>
                    <a:pt x="2116012" y="60285"/>
                  </a:lnTo>
                  <a:lnTo>
                    <a:pt x="2158926" y="67311"/>
                  </a:lnTo>
                  <a:lnTo>
                    <a:pt x="2200415" y="74629"/>
                  </a:lnTo>
                  <a:lnTo>
                    <a:pt x="2259793" y="86119"/>
                  </a:lnTo>
                  <a:lnTo>
                    <a:pt x="2315492" y="98179"/>
                  </a:lnTo>
                  <a:lnTo>
                    <a:pt x="2367229" y="110756"/>
                  </a:lnTo>
                  <a:lnTo>
                    <a:pt x="2414722" y="123800"/>
                  </a:lnTo>
                  <a:lnTo>
                    <a:pt x="2457687" y="137258"/>
                  </a:lnTo>
                  <a:lnTo>
                    <a:pt x="2495842" y="151078"/>
                  </a:lnTo>
                  <a:lnTo>
                    <a:pt x="2532663" y="166996"/>
                  </a:lnTo>
                  <a:lnTo>
                    <a:pt x="2568369" y="186876"/>
                  </a:lnTo>
                  <a:lnTo>
                    <a:pt x="2571033" y="188704"/>
                  </a:lnTo>
                  <a:lnTo>
                    <a:pt x="2572365" y="189618"/>
                  </a:lnTo>
                  <a:lnTo>
                    <a:pt x="2573663" y="190533"/>
                  </a:lnTo>
                  <a:lnTo>
                    <a:pt x="2574926" y="191449"/>
                  </a:lnTo>
                  <a:lnTo>
                    <a:pt x="2575338" y="191757"/>
                  </a:lnTo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7251434" y="1787544"/>
              <a:ext cx="38100" cy="45085"/>
            </a:xfrm>
            <a:custGeom>
              <a:avLst/>
              <a:gdLst/>
              <a:ahLst/>
              <a:cxnLst/>
              <a:rect l="l" t="t" r="r" b="b"/>
              <a:pathLst>
                <a:path w="38100" h="45085">
                  <a:moveTo>
                    <a:pt x="37556" y="44487"/>
                  </a:moveTo>
                  <a:lnTo>
                    <a:pt x="0" y="17927"/>
                  </a:lnTo>
                  <a:lnTo>
                    <a:pt x="25858" y="0"/>
                  </a:lnTo>
                  <a:lnTo>
                    <a:pt x="37556" y="44487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7251434" y="1787544"/>
              <a:ext cx="38100" cy="45085"/>
            </a:xfrm>
            <a:custGeom>
              <a:avLst/>
              <a:gdLst/>
              <a:ahLst/>
              <a:cxnLst/>
              <a:rect l="l" t="t" r="r" b="b"/>
              <a:pathLst>
                <a:path w="38100" h="45085">
                  <a:moveTo>
                    <a:pt x="0" y="17927"/>
                  </a:moveTo>
                  <a:lnTo>
                    <a:pt x="37556" y="44487"/>
                  </a:lnTo>
                  <a:lnTo>
                    <a:pt x="25858" y="0"/>
                  </a:lnTo>
                  <a:lnTo>
                    <a:pt x="0" y="17927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1323335" y="1268724"/>
              <a:ext cx="5973445" cy="574675"/>
            </a:xfrm>
            <a:custGeom>
              <a:avLst/>
              <a:gdLst/>
              <a:ahLst/>
              <a:cxnLst/>
              <a:rect l="l" t="t" r="r" b="b"/>
              <a:pathLst>
                <a:path w="5973445" h="574675">
                  <a:moveTo>
                    <a:pt x="5973439" y="574149"/>
                  </a:moveTo>
                  <a:lnTo>
                    <a:pt x="5964015" y="534428"/>
                  </a:lnTo>
                  <a:lnTo>
                    <a:pt x="5936331" y="494876"/>
                  </a:lnTo>
                  <a:lnTo>
                    <a:pt x="5908168" y="468685"/>
                  </a:lnTo>
                  <a:lnTo>
                    <a:pt x="5872544" y="442694"/>
                  </a:lnTo>
                  <a:lnTo>
                    <a:pt x="5829720" y="416954"/>
                  </a:lnTo>
                  <a:lnTo>
                    <a:pt x="5779960" y="391515"/>
                  </a:lnTo>
                  <a:lnTo>
                    <a:pt x="5723524" y="366427"/>
                  </a:lnTo>
                  <a:lnTo>
                    <a:pt x="5660674" y="341740"/>
                  </a:lnTo>
                  <a:lnTo>
                    <a:pt x="5591673" y="317505"/>
                  </a:lnTo>
                  <a:lnTo>
                    <a:pt x="5554947" y="305573"/>
                  </a:lnTo>
                  <a:lnTo>
                    <a:pt x="5516781" y="293772"/>
                  </a:lnTo>
                  <a:lnTo>
                    <a:pt x="5477209" y="282109"/>
                  </a:lnTo>
                  <a:lnTo>
                    <a:pt x="5436261" y="270590"/>
                  </a:lnTo>
                  <a:lnTo>
                    <a:pt x="5393973" y="259222"/>
                  </a:lnTo>
                  <a:lnTo>
                    <a:pt x="5350375" y="248011"/>
                  </a:lnTo>
                  <a:lnTo>
                    <a:pt x="5305501" y="236963"/>
                  </a:lnTo>
                  <a:lnTo>
                    <a:pt x="5259384" y="226084"/>
                  </a:lnTo>
                  <a:lnTo>
                    <a:pt x="5212056" y="215381"/>
                  </a:lnTo>
                  <a:lnTo>
                    <a:pt x="5163550" y="204859"/>
                  </a:lnTo>
                  <a:lnTo>
                    <a:pt x="5113898" y="194526"/>
                  </a:lnTo>
                  <a:lnTo>
                    <a:pt x="5063134" y="184388"/>
                  </a:lnTo>
                  <a:lnTo>
                    <a:pt x="5011290" y="174450"/>
                  </a:lnTo>
                  <a:lnTo>
                    <a:pt x="4958399" y="164719"/>
                  </a:lnTo>
                  <a:lnTo>
                    <a:pt x="4904494" y="155202"/>
                  </a:lnTo>
                  <a:lnTo>
                    <a:pt x="4849607" y="145904"/>
                  </a:lnTo>
                  <a:lnTo>
                    <a:pt x="4793771" y="136832"/>
                  </a:lnTo>
                  <a:lnTo>
                    <a:pt x="4737019" y="127992"/>
                  </a:lnTo>
                  <a:lnTo>
                    <a:pt x="4679383" y="119390"/>
                  </a:lnTo>
                  <a:lnTo>
                    <a:pt x="4620896" y="111034"/>
                  </a:lnTo>
                  <a:lnTo>
                    <a:pt x="4561592" y="102928"/>
                  </a:lnTo>
                  <a:lnTo>
                    <a:pt x="4501502" y="95079"/>
                  </a:lnTo>
                  <a:lnTo>
                    <a:pt x="4440659" y="87494"/>
                  </a:lnTo>
                  <a:lnTo>
                    <a:pt x="4379097" y="80179"/>
                  </a:lnTo>
                  <a:lnTo>
                    <a:pt x="4316847" y="73140"/>
                  </a:lnTo>
                  <a:lnTo>
                    <a:pt x="4253943" y="66383"/>
                  </a:lnTo>
                  <a:lnTo>
                    <a:pt x="4190417" y="59915"/>
                  </a:lnTo>
                  <a:lnTo>
                    <a:pt x="4126302" y="53742"/>
                  </a:lnTo>
                  <a:lnTo>
                    <a:pt x="4061631" y="47869"/>
                  </a:lnTo>
                  <a:lnTo>
                    <a:pt x="3996436" y="42305"/>
                  </a:lnTo>
                  <a:lnTo>
                    <a:pt x="3930751" y="37054"/>
                  </a:lnTo>
                  <a:lnTo>
                    <a:pt x="3864607" y="32123"/>
                  </a:lnTo>
                  <a:lnTo>
                    <a:pt x="3798038" y="27519"/>
                  </a:lnTo>
                  <a:lnTo>
                    <a:pt x="3731076" y="23247"/>
                  </a:lnTo>
                  <a:lnTo>
                    <a:pt x="3663754" y="19313"/>
                  </a:lnTo>
                  <a:lnTo>
                    <a:pt x="3596106" y="15725"/>
                  </a:lnTo>
                  <a:lnTo>
                    <a:pt x="3528162" y="12489"/>
                  </a:lnTo>
                  <a:lnTo>
                    <a:pt x="3459957" y="9610"/>
                  </a:lnTo>
                  <a:lnTo>
                    <a:pt x="3391523" y="7095"/>
                  </a:lnTo>
                  <a:lnTo>
                    <a:pt x="3322892" y="4950"/>
                  </a:lnTo>
                  <a:lnTo>
                    <a:pt x="3254098" y="3182"/>
                  </a:lnTo>
                  <a:lnTo>
                    <a:pt x="3185173" y="1796"/>
                  </a:lnTo>
                  <a:lnTo>
                    <a:pt x="3116149" y="800"/>
                  </a:lnTo>
                  <a:lnTo>
                    <a:pt x="3047061" y="199"/>
                  </a:lnTo>
                  <a:lnTo>
                    <a:pt x="2977939" y="0"/>
                  </a:lnTo>
                  <a:lnTo>
                    <a:pt x="2923146" y="130"/>
                  </a:lnTo>
                  <a:lnTo>
                    <a:pt x="2868369" y="513"/>
                  </a:lnTo>
                  <a:lnTo>
                    <a:pt x="2813625" y="1147"/>
                  </a:lnTo>
                  <a:lnTo>
                    <a:pt x="2758930" y="2028"/>
                  </a:lnTo>
                  <a:lnTo>
                    <a:pt x="2704300" y="3152"/>
                  </a:lnTo>
                  <a:lnTo>
                    <a:pt x="2649751" y="4517"/>
                  </a:lnTo>
                  <a:lnTo>
                    <a:pt x="2595301" y="6119"/>
                  </a:lnTo>
                  <a:lnTo>
                    <a:pt x="2540964" y="7956"/>
                  </a:lnTo>
                  <a:lnTo>
                    <a:pt x="2486758" y="10025"/>
                  </a:lnTo>
                  <a:lnTo>
                    <a:pt x="2432698" y="12321"/>
                  </a:lnTo>
                  <a:lnTo>
                    <a:pt x="2378802" y="14843"/>
                  </a:lnTo>
                  <a:lnTo>
                    <a:pt x="2325084" y="17586"/>
                  </a:lnTo>
                  <a:lnTo>
                    <a:pt x="2271563" y="20548"/>
                  </a:lnTo>
                  <a:lnTo>
                    <a:pt x="2218253" y="23726"/>
                  </a:lnTo>
                  <a:lnTo>
                    <a:pt x="2165171" y="27117"/>
                  </a:lnTo>
                  <a:lnTo>
                    <a:pt x="2112334" y="30716"/>
                  </a:lnTo>
                  <a:lnTo>
                    <a:pt x="2059757" y="34523"/>
                  </a:lnTo>
                  <a:lnTo>
                    <a:pt x="2007458" y="38532"/>
                  </a:lnTo>
                  <a:lnTo>
                    <a:pt x="1955452" y="42741"/>
                  </a:lnTo>
                  <a:lnTo>
                    <a:pt x="1903756" y="47148"/>
                  </a:lnTo>
                  <a:lnTo>
                    <a:pt x="1852385" y="51748"/>
                  </a:lnTo>
                  <a:lnTo>
                    <a:pt x="1801357" y="56539"/>
                  </a:lnTo>
                  <a:lnTo>
                    <a:pt x="1750688" y="61517"/>
                  </a:lnTo>
                  <a:lnTo>
                    <a:pt x="1700393" y="66680"/>
                  </a:lnTo>
                  <a:lnTo>
                    <a:pt x="1650490" y="72024"/>
                  </a:lnTo>
                  <a:lnTo>
                    <a:pt x="1600994" y="77546"/>
                  </a:lnTo>
                  <a:lnTo>
                    <a:pt x="1551922" y="83244"/>
                  </a:lnTo>
                  <a:lnTo>
                    <a:pt x="1503290" y="89113"/>
                  </a:lnTo>
                  <a:lnTo>
                    <a:pt x="1455114" y="95151"/>
                  </a:lnTo>
                  <a:lnTo>
                    <a:pt x="1407411" y="101355"/>
                  </a:lnTo>
                  <a:lnTo>
                    <a:pt x="1360196" y="107721"/>
                  </a:lnTo>
                  <a:lnTo>
                    <a:pt x="1313487" y="114247"/>
                  </a:lnTo>
                  <a:lnTo>
                    <a:pt x="1267300" y="120929"/>
                  </a:lnTo>
                  <a:lnTo>
                    <a:pt x="1221651" y="127764"/>
                  </a:lnTo>
                  <a:lnTo>
                    <a:pt x="1176555" y="134749"/>
                  </a:lnTo>
                  <a:lnTo>
                    <a:pt x="1132030" y="141881"/>
                  </a:lnTo>
                  <a:lnTo>
                    <a:pt x="1088092" y="149157"/>
                  </a:lnTo>
                  <a:lnTo>
                    <a:pt x="1044757" y="156574"/>
                  </a:lnTo>
                  <a:lnTo>
                    <a:pt x="1002041" y="164128"/>
                  </a:lnTo>
                  <a:lnTo>
                    <a:pt x="959961" y="171817"/>
                  </a:lnTo>
                  <a:lnTo>
                    <a:pt x="918533" y="179637"/>
                  </a:lnTo>
                  <a:lnTo>
                    <a:pt x="859080" y="191318"/>
                  </a:lnTo>
                  <a:lnTo>
                    <a:pt x="801112" y="203264"/>
                  </a:lnTo>
                  <a:lnTo>
                    <a:pt x="744678" y="215466"/>
                  </a:lnTo>
                  <a:lnTo>
                    <a:pt x="689831" y="227912"/>
                  </a:lnTo>
                  <a:lnTo>
                    <a:pt x="636622" y="240595"/>
                  </a:lnTo>
                  <a:lnTo>
                    <a:pt x="585101" y="253503"/>
                  </a:lnTo>
                  <a:lnTo>
                    <a:pt x="535319" y="266627"/>
                  </a:lnTo>
                  <a:lnTo>
                    <a:pt x="487329" y="279957"/>
                  </a:lnTo>
                  <a:lnTo>
                    <a:pt x="441181" y="293484"/>
                  </a:lnTo>
                  <a:lnTo>
                    <a:pt x="396927" y="307197"/>
                  </a:lnTo>
                  <a:lnTo>
                    <a:pt x="354616" y="321087"/>
                  </a:lnTo>
                  <a:lnTo>
                    <a:pt x="314302" y="335144"/>
                  </a:lnTo>
                  <a:lnTo>
                    <a:pt x="276034" y="349358"/>
                  </a:lnTo>
                  <a:lnTo>
                    <a:pt x="239865" y="363719"/>
                  </a:lnTo>
                  <a:lnTo>
                    <a:pt x="181770" y="389176"/>
                  </a:lnTo>
                  <a:lnTo>
                    <a:pt x="130532" y="415002"/>
                  </a:lnTo>
                  <a:lnTo>
                    <a:pt x="86424" y="441143"/>
                  </a:lnTo>
                  <a:lnTo>
                    <a:pt x="49721" y="467548"/>
                  </a:lnTo>
                  <a:lnTo>
                    <a:pt x="20696" y="494164"/>
                  </a:lnTo>
                  <a:lnTo>
                    <a:pt x="1815" y="517584"/>
                  </a:lnTo>
                  <a:lnTo>
                    <a:pt x="0" y="520364"/>
                  </a:lnTo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1308363" y="1784255"/>
              <a:ext cx="30480" cy="46355"/>
            </a:xfrm>
            <a:custGeom>
              <a:avLst/>
              <a:gdLst/>
              <a:ahLst/>
              <a:cxnLst/>
              <a:rect l="l" t="t" r="r" b="b"/>
              <a:pathLst>
                <a:path w="30480" h="46355">
                  <a:moveTo>
                    <a:pt x="1689" y="45968"/>
                  </a:moveTo>
                  <a:lnTo>
                    <a:pt x="0" y="0"/>
                  </a:lnTo>
                  <a:lnTo>
                    <a:pt x="29943" y="9668"/>
                  </a:lnTo>
                  <a:lnTo>
                    <a:pt x="1689" y="45968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1308363" y="1784255"/>
              <a:ext cx="30480" cy="46355"/>
            </a:xfrm>
            <a:custGeom>
              <a:avLst/>
              <a:gdLst/>
              <a:ahLst/>
              <a:cxnLst/>
              <a:rect l="l" t="t" r="r" b="b"/>
              <a:pathLst>
                <a:path w="30480" h="46355">
                  <a:moveTo>
                    <a:pt x="0" y="0"/>
                  </a:moveTo>
                  <a:lnTo>
                    <a:pt x="1689" y="45968"/>
                  </a:lnTo>
                  <a:lnTo>
                    <a:pt x="29943" y="966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20" name="object 20" descr=""/>
          <p:cNvGraphicFramePr>
            <a:graphicFrameLocks noGrp="1"/>
          </p:cNvGraphicFramePr>
          <p:nvPr/>
        </p:nvGraphicFramePr>
        <p:xfrm>
          <a:off x="1239962" y="1838112"/>
          <a:ext cx="7265670" cy="4235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920"/>
                <a:gridCol w="318134"/>
                <a:gridCol w="121920"/>
                <a:gridCol w="1224914"/>
                <a:gridCol w="121919"/>
                <a:gridCol w="489584"/>
                <a:gridCol w="123825"/>
                <a:gridCol w="857250"/>
                <a:gridCol w="122554"/>
                <a:gridCol w="367664"/>
                <a:gridCol w="121285"/>
                <a:gridCol w="367664"/>
                <a:gridCol w="50164"/>
                <a:gridCol w="71120"/>
                <a:gridCol w="1504314"/>
                <a:gridCol w="121920"/>
                <a:gridCol w="1066800"/>
              </a:tblGrid>
              <a:tr h="4235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6AA4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6AA4C8"/>
                    </a:solidFill>
                  </a:tcPr>
                </a:tc>
                <a:tc>
                  <a:txBody>
                    <a:bodyPr/>
                    <a:lstStyle/>
                    <a:p>
                      <a:pPr marL="284480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1400">
                          <a:latin typeface="Arial MT"/>
                          <a:cs typeface="Arial MT"/>
                        </a:rPr>
                        <a:t>en</a:t>
                      </a:r>
                      <a:r>
                        <a:rPr dirty="0" sz="14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 spc="-25">
                          <a:latin typeface="Arial MT"/>
                          <a:cs typeface="Arial MT"/>
                        </a:rPr>
                        <a:t>uso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99695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E9ED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6AA4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R w="19050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6AA4C8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14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en</a:t>
                      </a:r>
                      <a:r>
                        <a:rPr dirty="0" sz="1400" spc="-1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 spc="-2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uso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99695">
                    <a:lnL w="9525">
                      <a:solidFill>
                        <a:srgbClr val="1A1A1A"/>
                      </a:solidFill>
                      <a:prstDash val="solid"/>
                    </a:lnL>
                    <a:lnR w="12700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E9ED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6AA4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6AA4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E9ED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6AA4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6AA4C8"/>
                    </a:solidFill>
                  </a:tcPr>
                </a:tc>
                <a:tc>
                  <a:txBody>
                    <a:bodyPr/>
                    <a:lstStyle/>
                    <a:p>
                      <a:pPr marL="424180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14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en</a:t>
                      </a:r>
                      <a:r>
                        <a:rPr dirty="0" sz="1400" spc="-1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 spc="-2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uso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99695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E9ED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6AA4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pSp>
        <p:nvGrpSpPr>
          <p:cNvPr id="21" name="object 21" descr=""/>
          <p:cNvGrpSpPr/>
          <p:nvPr/>
        </p:nvGrpSpPr>
        <p:grpSpPr>
          <a:xfrm>
            <a:off x="3071779" y="2275637"/>
            <a:ext cx="41275" cy="579755"/>
            <a:chOff x="3071779" y="2275637"/>
            <a:chExt cx="41275" cy="579755"/>
          </a:xfrm>
        </p:grpSpPr>
        <p:sp>
          <p:nvSpPr>
            <p:cNvPr id="22" name="object 22" descr=""/>
            <p:cNvSpPr/>
            <p:nvPr/>
          </p:nvSpPr>
          <p:spPr>
            <a:xfrm>
              <a:off x="3092275" y="2323624"/>
              <a:ext cx="0" cy="532130"/>
            </a:xfrm>
            <a:custGeom>
              <a:avLst/>
              <a:gdLst/>
              <a:ahLst/>
              <a:cxnLst/>
              <a:rect l="l" t="t" r="r" b="b"/>
              <a:pathLst>
                <a:path w="0" h="532130">
                  <a:moveTo>
                    <a:pt x="0" y="531749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3076542" y="2280399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0" y="43225"/>
                  </a:lnTo>
                  <a:lnTo>
                    <a:pt x="15732" y="0"/>
                  </a:lnTo>
                  <a:lnTo>
                    <a:pt x="31465" y="43225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3076542" y="2280399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15732" y="0"/>
                  </a:lnTo>
                  <a:lnTo>
                    <a:pt x="0" y="43225"/>
                  </a:lnTo>
                  <a:lnTo>
                    <a:pt x="31465" y="43225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5" name="object 25" descr=""/>
          <p:cNvGrpSpPr/>
          <p:nvPr/>
        </p:nvGrpSpPr>
        <p:grpSpPr>
          <a:xfrm>
            <a:off x="4673479" y="2275637"/>
            <a:ext cx="41275" cy="579755"/>
            <a:chOff x="4673479" y="2275637"/>
            <a:chExt cx="41275" cy="579755"/>
          </a:xfrm>
        </p:grpSpPr>
        <p:sp>
          <p:nvSpPr>
            <p:cNvPr id="26" name="object 26" descr=""/>
            <p:cNvSpPr/>
            <p:nvPr/>
          </p:nvSpPr>
          <p:spPr>
            <a:xfrm>
              <a:off x="4693975" y="2323624"/>
              <a:ext cx="0" cy="532130"/>
            </a:xfrm>
            <a:custGeom>
              <a:avLst/>
              <a:gdLst/>
              <a:ahLst/>
              <a:cxnLst/>
              <a:rect l="l" t="t" r="r" b="b"/>
              <a:pathLst>
                <a:path w="0" h="532130">
                  <a:moveTo>
                    <a:pt x="0" y="531749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4678242" y="2280399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0" y="43225"/>
                  </a:lnTo>
                  <a:lnTo>
                    <a:pt x="15732" y="0"/>
                  </a:lnTo>
                  <a:lnTo>
                    <a:pt x="31465" y="43225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4678242" y="2280399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15732" y="0"/>
                  </a:lnTo>
                  <a:lnTo>
                    <a:pt x="0" y="43225"/>
                  </a:lnTo>
                  <a:lnTo>
                    <a:pt x="31465" y="43225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9" name="object 29" descr=""/>
          <p:cNvGrpSpPr/>
          <p:nvPr/>
        </p:nvGrpSpPr>
        <p:grpSpPr>
          <a:xfrm>
            <a:off x="5158954" y="2286462"/>
            <a:ext cx="41275" cy="579755"/>
            <a:chOff x="5158954" y="2286462"/>
            <a:chExt cx="41275" cy="579755"/>
          </a:xfrm>
        </p:grpSpPr>
        <p:sp>
          <p:nvSpPr>
            <p:cNvPr id="30" name="object 30" descr=""/>
            <p:cNvSpPr/>
            <p:nvPr/>
          </p:nvSpPr>
          <p:spPr>
            <a:xfrm>
              <a:off x="5179450" y="2334450"/>
              <a:ext cx="0" cy="532130"/>
            </a:xfrm>
            <a:custGeom>
              <a:avLst/>
              <a:gdLst/>
              <a:ahLst/>
              <a:cxnLst/>
              <a:rect l="l" t="t" r="r" b="b"/>
              <a:pathLst>
                <a:path w="0" h="532130">
                  <a:moveTo>
                    <a:pt x="0" y="531749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5163717" y="2291224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0" y="43225"/>
                  </a:lnTo>
                  <a:lnTo>
                    <a:pt x="15732" y="0"/>
                  </a:lnTo>
                  <a:lnTo>
                    <a:pt x="31465" y="43225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5163717" y="2291224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15732" y="0"/>
                  </a:lnTo>
                  <a:lnTo>
                    <a:pt x="0" y="43225"/>
                  </a:lnTo>
                  <a:lnTo>
                    <a:pt x="31465" y="43225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285279" y="2350949"/>
            <a:ext cx="41275" cy="579755"/>
            <a:chOff x="1285279" y="2350949"/>
            <a:chExt cx="41275" cy="579755"/>
          </a:xfrm>
        </p:grpSpPr>
        <p:sp>
          <p:nvSpPr>
            <p:cNvPr id="3" name="object 3" descr=""/>
            <p:cNvSpPr/>
            <p:nvPr/>
          </p:nvSpPr>
          <p:spPr>
            <a:xfrm>
              <a:off x="1305775" y="2398937"/>
              <a:ext cx="0" cy="532130"/>
            </a:xfrm>
            <a:custGeom>
              <a:avLst/>
              <a:gdLst/>
              <a:ahLst/>
              <a:cxnLst/>
              <a:rect l="l" t="t" r="r" b="b"/>
              <a:pathLst>
                <a:path w="0" h="532130">
                  <a:moveTo>
                    <a:pt x="0" y="531749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1290042" y="2355712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0" y="43225"/>
                  </a:lnTo>
                  <a:lnTo>
                    <a:pt x="15732" y="0"/>
                  </a:lnTo>
                  <a:lnTo>
                    <a:pt x="31465" y="43225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290042" y="2355712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15732" y="0"/>
                  </a:lnTo>
                  <a:lnTo>
                    <a:pt x="0" y="43225"/>
                  </a:lnTo>
                  <a:lnTo>
                    <a:pt x="31465" y="43225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1012969" y="3050406"/>
            <a:ext cx="7112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solidFill>
                  <a:srgbClr val="1A1A1A"/>
                </a:solidFill>
                <a:latin typeface="Courier New"/>
                <a:cs typeface="Courier New"/>
              </a:rPr>
              <a:t>prevp</a:t>
            </a:r>
            <a:endParaRPr sz="1800">
              <a:latin typeface="Courier New"/>
              <a:cs typeface="Courier New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3073279" y="2286462"/>
            <a:ext cx="41275" cy="579755"/>
            <a:chOff x="3073279" y="2286462"/>
            <a:chExt cx="41275" cy="579755"/>
          </a:xfrm>
        </p:grpSpPr>
        <p:sp>
          <p:nvSpPr>
            <p:cNvPr id="8" name="object 8" descr=""/>
            <p:cNvSpPr/>
            <p:nvPr/>
          </p:nvSpPr>
          <p:spPr>
            <a:xfrm>
              <a:off x="3093774" y="2334450"/>
              <a:ext cx="0" cy="532130"/>
            </a:xfrm>
            <a:custGeom>
              <a:avLst/>
              <a:gdLst/>
              <a:ahLst/>
              <a:cxnLst/>
              <a:rect l="l" t="t" r="r" b="b"/>
              <a:pathLst>
                <a:path w="0" h="532130">
                  <a:moveTo>
                    <a:pt x="0" y="531749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3078042" y="2291224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0" y="43225"/>
                  </a:lnTo>
                  <a:lnTo>
                    <a:pt x="15732" y="0"/>
                  </a:lnTo>
                  <a:lnTo>
                    <a:pt x="31465" y="43225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3078042" y="2291224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15732" y="0"/>
                  </a:lnTo>
                  <a:lnTo>
                    <a:pt x="0" y="43225"/>
                  </a:lnTo>
                  <a:lnTo>
                    <a:pt x="31465" y="43225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 txBox="1"/>
          <p:nvPr/>
        </p:nvSpPr>
        <p:spPr>
          <a:xfrm>
            <a:off x="73025" y="63880"/>
            <a:ext cx="17278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1A1A1A"/>
                </a:solidFill>
                <a:latin typeface="Arial MT"/>
                <a:cs typeface="Arial MT"/>
              </a:rPr>
              <a:t>Liberar</a:t>
            </a:r>
            <a:r>
              <a:rPr dirty="0" sz="1800" spc="-1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1A1A1A"/>
                </a:solidFill>
                <a:latin typeface="Arial MT"/>
                <a:cs typeface="Arial MT"/>
              </a:rPr>
              <a:t>el</a:t>
            </a:r>
            <a:r>
              <a:rPr dirty="0" sz="1800" spc="-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1A1A1A"/>
                </a:solidFill>
                <a:latin typeface="Arial MT"/>
                <a:cs typeface="Arial MT"/>
              </a:rPr>
              <a:t>bloque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3027546" y="3050406"/>
            <a:ext cx="16319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 b="1">
                <a:solidFill>
                  <a:srgbClr val="1A1A1A"/>
                </a:solidFill>
                <a:latin typeface="Courier New"/>
                <a:cs typeface="Courier New"/>
              </a:rPr>
              <a:t>p</a:t>
            </a:r>
            <a:endParaRPr sz="1800">
              <a:latin typeface="Courier New"/>
              <a:cs typeface="Courier New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4668529" y="2350937"/>
            <a:ext cx="41275" cy="579755"/>
            <a:chOff x="4668529" y="2350937"/>
            <a:chExt cx="41275" cy="579755"/>
          </a:xfrm>
        </p:grpSpPr>
        <p:sp>
          <p:nvSpPr>
            <p:cNvPr id="14" name="object 14" descr=""/>
            <p:cNvSpPr/>
            <p:nvPr/>
          </p:nvSpPr>
          <p:spPr>
            <a:xfrm>
              <a:off x="4689025" y="2398925"/>
              <a:ext cx="0" cy="532130"/>
            </a:xfrm>
            <a:custGeom>
              <a:avLst/>
              <a:gdLst/>
              <a:ahLst/>
              <a:cxnLst/>
              <a:rect l="l" t="t" r="r" b="b"/>
              <a:pathLst>
                <a:path w="0" h="532130">
                  <a:moveTo>
                    <a:pt x="0" y="531749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4673292" y="2355699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0" y="43225"/>
                  </a:lnTo>
                  <a:lnTo>
                    <a:pt x="15732" y="0"/>
                  </a:lnTo>
                  <a:lnTo>
                    <a:pt x="31465" y="43225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4673292" y="2355699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15732" y="0"/>
                  </a:lnTo>
                  <a:lnTo>
                    <a:pt x="0" y="43225"/>
                  </a:lnTo>
                  <a:lnTo>
                    <a:pt x="31465" y="43225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 descr=""/>
          <p:cNvSpPr txBox="1"/>
          <p:nvPr/>
        </p:nvSpPr>
        <p:spPr>
          <a:xfrm>
            <a:off x="4539142" y="3069856"/>
            <a:ext cx="29972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 b="1">
                <a:solidFill>
                  <a:srgbClr val="1A1A1A"/>
                </a:solidFill>
                <a:latin typeface="Courier New"/>
                <a:cs typeface="Courier New"/>
              </a:rPr>
              <a:t>bp</a:t>
            </a:r>
            <a:endParaRPr sz="1800">
              <a:latin typeface="Courier New"/>
              <a:cs typeface="Courier New"/>
            </a:endParaRPr>
          </a:p>
        </p:txBody>
      </p:sp>
      <p:grpSp>
        <p:nvGrpSpPr>
          <p:cNvPr id="18" name="object 18" descr=""/>
          <p:cNvGrpSpPr/>
          <p:nvPr/>
        </p:nvGrpSpPr>
        <p:grpSpPr>
          <a:xfrm>
            <a:off x="1301012" y="1263962"/>
            <a:ext cx="6000750" cy="584200"/>
            <a:chOff x="1301012" y="1263962"/>
            <a:chExt cx="6000750" cy="584200"/>
          </a:xfrm>
        </p:grpSpPr>
        <p:sp>
          <p:nvSpPr>
            <p:cNvPr id="19" name="object 19" descr=""/>
            <p:cNvSpPr/>
            <p:nvPr/>
          </p:nvSpPr>
          <p:spPr>
            <a:xfrm>
              <a:off x="1305774" y="1604749"/>
              <a:ext cx="1762125" cy="238125"/>
            </a:xfrm>
            <a:custGeom>
              <a:avLst/>
              <a:gdLst/>
              <a:ahLst/>
              <a:cxnLst/>
              <a:rect l="l" t="t" r="r" b="b"/>
              <a:pathLst>
                <a:path w="1762125" h="238125">
                  <a:moveTo>
                    <a:pt x="0" y="238124"/>
                  </a:moveTo>
                  <a:lnTo>
                    <a:pt x="28663" y="184944"/>
                  </a:lnTo>
                  <a:lnTo>
                    <a:pt x="76828" y="150677"/>
                  </a:lnTo>
                  <a:lnTo>
                    <a:pt x="145107" y="118196"/>
                  </a:lnTo>
                  <a:lnTo>
                    <a:pt x="185951" y="102848"/>
                  </a:lnTo>
                  <a:lnTo>
                    <a:pt x="230819" y="88215"/>
                  </a:lnTo>
                  <a:lnTo>
                    <a:pt x="279374" y="74385"/>
                  </a:lnTo>
                  <a:lnTo>
                    <a:pt x="331282" y="61450"/>
                  </a:lnTo>
                  <a:lnTo>
                    <a:pt x="386207" y="49497"/>
                  </a:lnTo>
                  <a:lnTo>
                    <a:pt x="443815" y="38617"/>
                  </a:lnTo>
                  <a:lnTo>
                    <a:pt x="503768" y="28899"/>
                  </a:lnTo>
                  <a:lnTo>
                    <a:pt x="565734" y="20432"/>
                  </a:lnTo>
                  <a:lnTo>
                    <a:pt x="629375" y="13306"/>
                  </a:lnTo>
                  <a:lnTo>
                    <a:pt x="694358" y="7610"/>
                  </a:lnTo>
                  <a:lnTo>
                    <a:pt x="760346" y="3434"/>
                  </a:lnTo>
                  <a:lnTo>
                    <a:pt x="827005" y="867"/>
                  </a:lnTo>
                  <a:lnTo>
                    <a:pt x="893999" y="0"/>
                  </a:lnTo>
                  <a:lnTo>
                    <a:pt x="949842" y="621"/>
                  </a:lnTo>
                  <a:lnTo>
                    <a:pt x="1005491" y="2433"/>
                  </a:lnTo>
                  <a:lnTo>
                    <a:pt x="1060751" y="5383"/>
                  </a:lnTo>
                  <a:lnTo>
                    <a:pt x="1115430" y="9420"/>
                  </a:lnTo>
                  <a:lnTo>
                    <a:pt x="1169333" y="14492"/>
                  </a:lnTo>
                  <a:lnTo>
                    <a:pt x="1222265" y="20547"/>
                  </a:lnTo>
                  <a:lnTo>
                    <a:pt x="1274034" y="27533"/>
                  </a:lnTo>
                  <a:lnTo>
                    <a:pt x="1324444" y="35400"/>
                  </a:lnTo>
                  <a:lnTo>
                    <a:pt x="1373302" y="44094"/>
                  </a:lnTo>
                  <a:lnTo>
                    <a:pt x="1420414" y="53565"/>
                  </a:lnTo>
                  <a:lnTo>
                    <a:pt x="1465587" y="63761"/>
                  </a:lnTo>
                  <a:lnTo>
                    <a:pt x="1508624" y="74629"/>
                  </a:lnTo>
                  <a:lnTo>
                    <a:pt x="1568756" y="92081"/>
                  </a:lnTo>
                  <a:lnTo>
                    <a:pt x="1622994" y="110756"/>
                  </a:lnTo>
                  <a:lnTo>
                    <a:pt x="1670684" y="130480"/>
                  </a:lnTo>
                  <a:lnTo>
                    <a:pt x="1711171" y="151078"/>
                  </a:lnTo>
                  <a:lnTo>
                    <a:pt x="1743801" y="172376"/>
                  </a:lnTo>
                  <a:lnTo>
                    <a:pt x="1756965" y="183233"/>
                  </a:lnTo>
                  <a:lnTo>
                    <a:pt x="1757971" y="184143"/>
                  </a:lnTo>
                  <a:lnTo>
                    <a:pt x="1758954" y="185054"/>
                  </a:lnTo>
                  <a:lnTo>
                    <a:pt x="1759914" y="185965"/>
                  </a:lnTo>
                  <a:lnTo>
                    <a:pt x="1761887" y="187889"/>
                  </a:lnTo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3053668" y="1785450"/>
              <a:ext cx="34290" cy="45720"/>
            </a:xfrm>
            <a:custGeom>
              <a:avLst/>
              <a:gdLst/>
              <a:ahLst/>
              <a:cxnLst/>
              <a:rect l="l" t="t" r="r" b="b"/>
              <a:pathLst>
                <a:path w="34289" h="45719">
                  <a:moveTo>
                    <a:pt x="33744" y="45638"/>
                  </a:moveTo>
                  <a:lnTo>
                    <a:pt x="0" y="14376"/>
                  </a:lnTo>
                  <a:lnTo>
                    <a:pt x="27988" y="0"/>
                  </a:lnTo>
                  <a:lnTo>
                    <a:pt x="33744" y="45638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3053668" y="1785450"/>
              <a:ext cx="34290" cy="45720"/>
            </a:xfrm>
            <a:custGeom>
              <a:avLst/>
              <a:gdLst/>
              <a:ahLst/>
              <a:cxnLst/>
              <a:rect l="l" t="t" r="r" b="b"/>
              <a:pathLst>
                <a:path w="34289" h="45719">
                  <a:moveTo>
                    <a:pt x="0" y="14376"/>
                  </a:moveTo>
                  <a:lnTo>
                    <a:pt x="33744" y="45638"/>
                  </a:lnTo>
                  <a:lnTo>
                    <a:pt x="27988" y="0"/>
                  </a:lnTo>
                  <a:lnTo>
                    <a:pt x="0" y="14376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3093774" y="1604749"/>
              <a:ext cx="4163695" cy="238125"/>
            </a:xfrm>
            <a:custGeom>
              <a:avLst/>
              <a:gdLst/>
              <a:ahLst/>
              <a:cxnLst/>
              <a:rect l="l" t="t" r="r" b="b"/>
              <a:pathLst>
                <a:path w="4163695" h="238125">
                  <a:moveTo>
                    <a:pt x="0" y="238124"/>
                  </a:moveTo>
                  <a:lnTo>
                    <a:pt x="25262" y="205741"/>
                  </a:lnTo>
                  <a:lnTo>
                    <a:pt x="75552" y="181774"/>
                  </a:lnTo>
                  <a:lnTo>
                    <a:pt x="122894" y="166075"/>
                  </a:lnTo>
                  <a:lnTo>
                    <a:pt x="180597" y="150677"/>
                  </a:lnTo>
                  <a:lnTo>
                    <a:pt x="248070" y="135649"/>
                  </a:lnTo>
                  <a:lnTo>
                    <a:pt x="324720" y="121056"/>
                  </a:lnTo>
                  <a:lnTo>
                    <a:pt x="366302" y="113944"/>
                  </a:lnTo>
                  <a:lnTo>
                    <a:pt x="409955" y="106967"/>
                  </a:lnTo>
                  <a:lnTo>
                    <a:pt x="455607" y="100132"/>
                  </a:lnTo>
                  <a:lnTo>
                    <a:pt x="503184" y="93447"/>
                  </a:lnTo>
                  <a:lnTo>
                    <a:pt x="552610" y="86923"/>
                  </a:lnTo>
                  <a:lnTo>
                    <a:pt x="603813" y="80566"/>
                  </a:lnTo>
                  <a:lnTo>
                    <a:pt x="656718" y="74385"/>
                  </a:lnTo>
                  <a:lnTo>
                    <a:pt x="711252" y="68389"/>
                  </a:lnTo>
                  <a:lnTo>
                    <a:pt x="767339" y="62586"/>
                  </a:lnTo>
                  <a:lnTo>
                    <a:pt x="824907" y="56985"/>
                  </a:lnTo>
                  <a:lnTo>
                    <a:pt x="883881" y="51593"/>
                  </a:lnTo>
                  <a:lnTo>
                    <a:pt x="944187" y="46420"/>
                  </a:lnTo>
                  <a:lnTo>
                    <a:pt x="1005751" y="41473"/>
                  </a:lnTo>
                  <a:lnTo>
                    <a:pt x="1068500" y="36761"/>
                  </a:lnTo>
                  <a:lnTo>
                    <a:pt x="1132358" y="32292"/>
                  </a:lnTo>
                  <a:lnTo>
                    <a:pt x="1197253" y="28076"/>
                  </a:lnTo>
                  <a:lnTo>
                    <a:pt x="1263110" y="24119"/>
                  </a:lnTo>
                  <a:lnTo>
                    <a:pt x="1329855" y="20432"/>
                  </a:lnTo>
                  <a:lnTo>
                    <a:pt x="1397414" y="17021"/>
                  </a:lnTo>
                  <a:lnTo>
                    <a:pt x="1465713" y="13896"/>
                  </a:lnTo>
                  <a:lnTo>
                    <a:pt x="1534679" y="11064"/>
                  </a:lnTo>
                  <a:lnTo>
                    <a:pt x="1604236" y="8535"/>
                  </a:lnTo>
                  <a:lnTo>
                    <a:pt x="1674312" y="6317"/>
                  </a:lnTo>
                  <a:lnTo>
                    <a:pt x="1744831" y="4417"/>
                  </a:lnTo>
                  <a:lnTo>
                    <a:pt x="1815721" y="2845"/>
                  </a:lnTo>
                  <a:lnTo>
                    <a:pt x="1886906" y="1609"/>
                  </a:lnTo>
                  <a:lnTo>
                    <a:pt x="1958314" y="717"/>
                  </a:lnTo>
                  <a:lnTo>
                    <a:pt x="2029870" y="178"/>
                  </a:lnTo>
                  <a:lnTo>
                    <a:pt x="2101499" y="0"/>
                  </a:lnTo>
                  <a:lnTo>
                    <a:pt x="2155843" y="109"/>
                  </a:lnTo>
                  <a:lnTo>
                    <a:pt x="2210155" y="428"/>
                  </a:lnTo>
                  <a:lnTo>
                    <a:pt x="2264402" y="951"/>
                  </a:lnTo>
                  <a:lnTo>
                    <a:pt x="2318551" y="1677"/>
                  </a:lnTo>
                  <a:lnTo>
                    <a:pt x="2372572" y="2600"/>
                  </a:lnTo>
                  <a:lnTo>
                    <a:pt x="2426431" y="3718"/>
                  </a:lnTo>
                  <a:lnTo>
                    <a:pt x="2480096" y="5027"/>
                  </a:lnTo>
                  <a:lnTo>
                    <a:pt x="2533535" y="6522"/>
                  </a:lnTo>
                  <a:lnTo>
                    <a:pt x="2586716" y="8201"/>
                  </a:lnTo>
                  <a:lnTo>
                    <a:pt x="2639606" y="10059"/>
                  </a:lnTo>
                  <a:lnTo>
                    <a:pt x="2692172" y="12093"/>
                  </a:lnTo>
                  <a:lnTo>
                    <a:pt x="2744383" y="14300"/>
                  </a:lnTo>
                  <a:lnTo>
                    <a:pt x="2796207" y="16675"/>
                  </a:lnTo>
                  <a:lnTo>
                    <a:pt x="2847610" y="19216"/>
                  </a:lnTo>
                  <a:lnTo>
                    <a:pt x="2898561" y="21917"/>
                  </a:lnTo>
                  <a:lnTo>
                    <a:pt x="2949027" y="24777"/>
                  </a:lnTo>
                  <a:lnTo>
                    <a:pt x="2998977" y="27790"/>
                  </a:lnTo>
                  <a:lnTo>
                    <a:pt x="3048377" y="30954"/>
                  </a:lnTo>
                  <a:lnTo>
                    <a:pt x="3097195" y="34264"/>
                  </a:lnTo>
                  <a:lnTo>
                    <a:pt x="3145399" y="37717"/>
                  </a:lnTo>
                  <a:lnTo>
                    <a:pt x="3192957" y="41310"/>
                  </a:lnTo>
                  <a:lnTo>
                    <a:pt x="3239837" y="45039"/>
                  </a:lnTo>
                  <a:lnTo>
                    <a:pt x="3286006" y="48899"/>
                  </a:lnTo>
                  <a:lnTo>
                    <a:pt x="3331431" y="52888"/>
                  </a:lnTo>
                  <a:lnTo>
                    <a:pt x="3376082" y="57001"/>
                  </a:lnTo>
                  <a:lnTo>
                    <a:pt x="3419924" y="61236"/>
                  </a:lnTo>
                  <a:lnTo>
                    <a:pt x="3462926" y="65588"/>
                  </a:lnTo>
                  <a:lnTo>
                    <a:pt x="3505056" y="70054"/>
                  </a:lnTo>
                  <a:lnTo>
                    <a:pt x="3546281" y="74629"/>
                  </a:lnTo>
                  <a:lnTo>
                    <a:pt x="3604384" y="81452"/>
                  </a:lnTo>
                  <a:lnTo>
                    <a:pt x="3660418" y="88487"/>
                  </a:lnTo>
                  <a:lnTo>
                    <a:pt x="3714286" y="95724"/>
                  </a:lnTo>
                  <a:lnTo>
                    <a:pt x="3765888" y="103150"/>
                  </a:lnTo>
                  <a:lnTo>
                    <a:pt x="3815125" y="110756"/>
                  </a:lnTo>
                  <a:lnTo>
                    <a:pt x="3861900" y="118529"/>
                  </a:lnTo>
                  <a:lnTo>
                    <a:pt x="3906113" y="126460"/>
                  </a:lnTo>
                  <a:lnTo>
                    <a:pt x="3947667" y="134535"/>
                  </a:lnTo>
                  <a:lnTo>
                    <a:pt x="3986463" y="142745"/>
                  </a:lnTo>
                  <a:lnTo>
                    <a:pt x="4063158" y="161651"/>
                  </a:lnTo>
                  <a:lnTo>
                    <a:pt x="4130049" y="183233"/>
                  </a:lnTo>
                  <a:lnTo>
                    <a:pt x="4161401" y="196956"/>
                  </a:lnTo>
                  <a:lnTo>
                    <a:pt x="4163084" y="197824"/>
                  </a:lnTo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7245599" y="1791586"/>
              <a:ext cx="41910" cy="42545"/>
            </a:xfrm>
            <a:custGeom>
              <a:avLst/>
              <a:gdLst/>
              <a:ahLst/>
              <a:cxnLst/>
              <a:rect l="l" t="t" r="r" b="b"/>
              <a:pathLst>
                <a:path w="41909" h="42544">
                  <a:moveTo>
                    <a:pt x="41449" y="41923"/>
                  </a:moveTo>
                  <a:lnTo>
                    <a:pt x="0" y="21976"/>
                  </a:lnTo>
                  <a:lnTo>
                    <a:pt x="22519" y="0"/>
                  </a:lnTo>
                  <a:lnTo>
                    <a:pt x="41449" y="41923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7245599" y="1791586"/>
              <a:ext cx="41910" cy="42545"/>
            </a:xfrm>
            <a:custGeom>
              <a:avLst/>
              <a:gdLst/>
              <a:ahLst/>
              <a:cxnLst/>
              <a:rect l="l" t="t" r="r" b="b"/>
              <a:pathLst>
                <a:path w="41909" h="42544">
                  <a:moveTo>
                    <a:pt x="0" y="21976"/>
                  </a:moveTo>
                  <a:lnTo>
                    <a:pt x="41449" y="41923"/>
                  </a:lnTo>
                  <a:lnTo>
                    <a:pt x="22519" y="0"/>
                  </a:lnTo>
                  <a:lnTo>
                    <a:pt x="0" y="21976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1323335" y="1268724"/>
              <a:ext cx="5973445" cy="574675"/>
            </a:xfrm>
            <a:custGeom>
              <a:avLst/>
              <a:gdLst/>
              <a:ahLst/>
              <a:cxnLst/>
              <a:rect l="l" t="t" r="r" b="b"/>
              <a:pathLst>
                <a:path w="5973445" h="574675">
                  <a:moveTo>
                    <a:pt x="5973439" y="574149"/>
                  </a:moveTo>
                  <a:lnTo>
                    <a:pt x="5964015" y="534428"/>
                  </a:lnTo>
                  <a:lnTo>
                    <a:pt x="5936331" y="494876"/>
                  </a:lnTo>
                  <a:lnTo>
                    <a:pt x="5908168" y="468685"/>
                  </a:lnTo>
                  <a:lnTo>
                    <a:pt x="5872544" y="442694"/>
                  </a:lnTo>
                  <a:lnTo>
                    <a:pt x="5829720" y="416954"/>
                  </a:lnTo>
                  <a:lnTo>
                    <a:pt x="5779960" y="391515"/>
                  </a:lnTo>
                  <a:lnTo>
                    <a:pt x="5723524" y="366427"/>
                  </a:lnTo>
                  <a:lnTo>
                    <a:pt x="5660674" y="341740"/>
                  </a:lnTo>
                  <a:lnTo>
                    <a:pt x="5591673" y="317505"/>
                  </a:lnTo>
                  <a:lnTo>
                    <a:pt x="5554947" y="305573"/>
                  </a:lnTo>
                  <a:lnTo>
                    <a:pt x="5516781" y="293772"/>
                  </a:lnTo>
                  <a:lnTo>
                    <a:pt x="5477209" y="282109"/>
                  </a:lnTo>
                  <a:lnTo>
                    <a:pt x="5436261" y="270590"/>
                  </a:lnTo>
                  <a:lnTo>
                    <a:pt x="5393973" y="259222"/>
                  </a:lnTo>
                  <a:lnTo>
                    <a:pt x="5350375" y="248011"/>
                  </a:lnTo>
                  <a:lnTo>
                    <a:pt x="5305501" y="236963"/>
                  </a:lnTo>
                  <a:lnTo>
                    <a:pt x="5259384" y="226084"/>
                  </a:lnTo>
                  <a:lnTo>
                    <a:pt x="5212056" y="215381"/>
                  </a:lnTo>
                  <a:lnTo>
                    <a:pt x="5163550" y="204859"/>
                  </a:lnTo>
                  <a:lnTo>
                    <a:pt x="5113898" y="194526"/>
                  </a:lnTo>
                  <a:lnTo>
                    <a:pt x="5063134" y="184388"/>
                  </a:lnTo>
                  <a:lnTo>
                    <a:pt x="5011290" y="174450"/>
                  </a:lnTo>
                  <a:lnTo>
                    <a:pt x="4958399" y="164719"/>
                  </a:lnTo>
                  <a:lnTo>
                    <a:pt x="4904494" y="155202"/>
                  </a:lnTo>
                  <a:lnTo>
                    <a:pt x="4849607" y="145904"/>
                  </a:lnTo>
                  <a:lnTo>
                    <a:pt x="4793771" y="136832"/>
                  </a:lnTo>
                  <a:lnTo>
                    <a:pt x="4737019" y="127992"/>
                  </a:lnTo>
                  <a:lnTo>
                    <a:pt x="4679383" y="119390"/>
                  </a:lnTo>
                  <a:lnTo>
                    <a:pt x="4620896" y="111034"/>
                  </a:lnTo>
                  <a:lnTo>
                    <a:pt x="4561592" y="102928"/>
                  </a:lnTo>
                  <a:lnTo>
                    <a:pt x="4501502" y="95079"/>
                  </a:lnTo>
                  <a:lnTo>
                    <a:pt x="4440659" y="87494"/>
                  </a:lnTo>
                  <a:lnTo>
                    <a:pt x="4379097" y="80179"/>
                  </a:lnTo>
                  <a:lnTo>
                    <a:pt x="4316847" y="73140"/>
                  </a:lnTo>
                  <a:lnTo>
                    <a:pt x="4253943" y="66383"/>
                  </a:lnTo>
                  <a:lnTo>
                    <a:pt x="4190417" y="59915"/>
                  </a:lnTo>
                  <a:lnTo>
                    <a:pt x="4126302" y="53742"/>
                  </a:lnTo>
                  <a:lnTo>
                    <a:pt x="4061631" y="47869"/>
                  </a:lnTo>
                  <a:lnTo>
                    <a:pt x="3996436" y="42305"/>
                  </a:lnTo>
                  <a:lnTo>
                    <a:pt x="3930751" y="37054"/>
                  </a:lnTo>
                  <a:lnTo>
                    <a:pt x="3864607" y="32123"/>
                  </a:lnTo>
                  <a:lnTo>
                    <a:pt x="3798038" y="27519"/>
                  </a:lnTo>
                  <a:lnTo>
                    <a:pt x="3731076" y="23247"/>
                  </a:lnTo>
                  <a:lnTo>
                    <a:pt x="3663754" y="19313"/>
                  </a:lnTo>
                  <a:lnTo>
                    <a:pt x="3596106" y="15725"/>
                  </a:lnTo>
                  <a:lnTo>
                    <a:pt x="3528162" y="12489"/>
                  </a:lnTo>
                  <a:lnTo>
                    <a:pt x="3459957" y="9610"/>
                  </a:lnTo>
                  <a:lnTo>
                    <a:pt x="3391523" y="7095"/>
                  </a:lnTo>
                  <a:lnTo>
                    <a:pt x="3322892" y="4950"/>
                  </a:lnTo>
                  <a:lnTo>
                    <a:pt x="3254098" y="3182"/>
                  </a:lnTo>
                  <a:lnTo>
                    <a:pt x="3185173" y="1796"/>
                  </a:lnTo>
                  <a:lnTo>
                    <a:pt x="3116149" y="800"/>
                  </a:lnTo>
                  <a:lnTo>
                    <a:pt x="3047061" y="199"/>
                  </a:lnTo>
                  <a:lnTo>
                    <a:pt x="2977939" y="0"/>
                  </a:lnTo>
                  <a:lnTo>
                    <a:pt x="2923146" y="130"/>
                  </a:lnTo>
                  <a:lnTo>
                    <a:pt x="2868369" y="513"/>
                  </a:lnTo>
                  <a:lnTo>
                    <a:pt x="2813625" y="1147"/>
                  </a:lnTo>
                  <a:lnTo>
                    <a:pt x="2758930" y="2028"/>
                  </a:lnTo>
                  <a:lnTo>
                    <a:pt x="2704300" y="3152"/>
                  </a:lnTo>
                  <a:lnTo>
                    <a:pt x="2649751" y="4517"/>
                  </a:lnTo>
                  <a:lnTo>
                    <a:pt x="2595301" y="6119"/>
                  </a:lnTo>
                  <a:lnTo>
                    <a:pt x="2540964" y="7956"/>
                  </a:lnTo>
                  <a:lnTo>
                    <a:pt x="2486758" y="10025"/>
                  </a:lnTo>
                  <a:lnTo>
                    <a:pt x="2432698" y="12321"/>
                  </a:lnTo>
                  <a:lnTo>
                    <a:pt x="2378802" y="14843"/>
                  </a:lnTo>
                  <a:lnTo>
                    <a:pt x="2325084" y="17586"/>
                  </a:lnTo>
                  <a:lnTo>
                    <a:pt x="2271563" y="20548"/>
                  </a:lnTo>
                  <a:lnTo>
                    <a:pt x="2218253" y="23726"/>
                  </a:lnTo>
                  <a:lnTo>
                    <a:pt x="2165171" y="27117"/>
                  </a:lnTo>
                  <a:lnTo>
                    <a:pt x="2112334" y="30716"/>
                  </a:lnTo>
                  <a:lnTo>
                    <a:pt x="2059757" y="34523"/>
                  </a:lnTo>
                  <a:lnTo>
                    <a:pt x="2007458" y="38532"/>
                  </a:lnTo>
                  <a:lnTo>
                    <a:pt x="1955452" y="42741"/>
                  </a:lnTo>
                  <a:lnTo>
                    <a:pt x="1903756" y="47148"/>
                  </a:lnTo>
                  <a:lnTo>
                    <a:pt x="1852385" y="51748"/>
                  </a:lnTo>
                  <a:lnTo>
                    <a:pt x="1801357" y="56539"/>
                  </a:lnTo>
                  <a:lnTo>
                    <a:pt x="1750688" y="61517"/>
                  </a:lnTo>
                  <a:lnTo>
                    <a:pt x="1700393" y="66680"/>
                  </a:lnTo>
                  <a:lnTo>
                    <a:pt x="1650490" y="72024"/>
                  </a:lnTo>
                  <a:lnTo>
                    <a:pt x="1600994" y="77546"/>
                  </a:lnTo>
                  <a:lnTo>
                    <a:pt x="1551922" y="83244"/>
                  </a:lnTo>
                  <a:lnTo>
                    <a:pt x="1503290" y="89113"/>
                  </a:lnTo>
                  <a:lnTo>
                    <a:pt x="1455114" y="95151"/>
                  </a:lnTo>
                  <a:lnTo>
                    <a:pt x="1407411" y="101355"/>
                  </a:lnTo>
                  <a:lnTo>
                    <a:pt x="1360196" y="107721"/>
                  </a:lnTo>
                  <a:lnTo>
                    <a:pt x="1313487" y="114247"/>
                  </a:lnTo>
                  <a:lnTo>
                    <a:pt x="1267300" y="120929"/>
                  </a:lnTo>
                  <a:lnTo>
                    <a:pt x="1221651" y="127764"/>
                  </a:lnTo>
                  <a:lnTo>
                    <a:pt x="1176555" y="134749"/>
                  </a:lnTo>
                  <a:lnTo>
                    <a:pt x="1132030" y="141881"/>
                  </a:lnTo>
                  <a:lnTo>
                    <a:pt x="1088092" y="149157"/>
                  </a:lnTo>
                  <a:lnTo>
                    <a:pt x="1044757" y="156574"/>
                  </a:lnTo>
                  <a:lnTo>
                    <a:pt x="1002041" y="164128"/>
                  </a:lnTo>
                  <a:lnTo>
                    <a:pt x="959961" y="171817"/>
                  </a:lnTo>
                  <a:lnTo>
                    <a:pt x="918533" y="179637"/>
                  </a:lnTo>
                  <a:lnTo>
                    <a:pt x="859080" y="191318"/>
                  </a:lnTo>
                  <a:lnTo>
                    <a:pt x="801112" y="203264"/>
                  </a:lnTo>
                  <a:lnTo>
                    <a:pt x="744678" y="215466"/>
                  </a:lnTo>
                  <a:lnTo>
                    <a:pt x="689831" y="227912"/>
                  </a:lnTo>
                  <a:lnTo>
                    <a:pt x="636622" y="240595"/>
                  </a:lnTo>
                  <a:lnTo>
                    <a:pt x="585101" y="253503"/>
                  </a:lnTo>
                  <a:lnTo>
                    <a:pt x="535319" y="266627"/>
                  </a:lnTo>
                  <a:lnTo>
                    <a:pt x="487329" y="279957"/>
                  </a:lnTo>
                  <a:lnTo>
                    <a:pt x="441181" y="293484"/>
                  </a:lnTo>
                  <a:lnTo>
                    <a:pt x="396927" y="307197"/>
                  </a:lnTo>
                  <a:lnTo>
                    <a:pt x="354616" y="321087"/>
                  </a:lnTo>
                  <a:lnTo>
                    <a:pt x="314302" y="335144"/>
                  </a:lnTo>
                  <a:lnTo>
                    <a:pt x="276034" y="349358"/>
                  </a:lnTo>
                  <a:lnTo>
                    <a:pt x="239865" y="363719"/>
                  </a:lnTo>
                  <a:lnTo>
                    <a:pt x="181770" y="389176"/>
                  </a:lnTo>
                  <a:lnTo>
                    <a:pt x="130532" y="415002"/>
                  </a:lnTo>
                  <a:lnTo>
                    <a:pt x="86424" y="441143"/>
                  </a:lnTo>
                  <a:lnTo>
                    <a:pt x="49721" y="467548"/>
                  </a:lnTo>
                  <a:lnTo>
                    <a:pt x="20696" y="494164"/>
                  </a:lnTo>
                  <a:lnTo>
                    <a:pt x="1815" y="517584"/>
                  </a:lnTo>
                  <a:lnTo>
                    <a:pt x="0" y="520364"/>
                  </a:lnTo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1308363" y="1784255"/>
              <a:ext cx="30480" cy="46355"/>
            </a:xfrm>
            <a:custGeom>
              <a:avLst/>
              <a:gdLst/>
              <a:ahLst/>
              <a:cxnLst/>
              <a:rect l="l" t="t" r="r" b="b"/>
              <a:pathLst>
                <a:path w="30480" h="46355">
                  <a:moveTo>
                    <a:pt x="1689" y="45968"/>
                  </a:moveTo>
                  <a:lnTo>
                    <a:pt x="0" y="0"/>
                  </a:lnTo>
                  <a:lnTo>
                    <a:pt x="29943" y="9668"/>
                  </a:lnTo>
                  <a:lnTo>
                    <a:pt x="1689" y="45968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1308363" y="1784255"/>
              <a:ext cx="30480" cy="46355"/>
            </a:xfrm>
            <a:custGeom>
              <a:avLst/>
              <a:gdLst/>
              <a:ahLst/>
              <a:cxnLst/>
              <a:rect l="l" t="t" r="r" b="b"/>
              <a:pathLst>
                <a:path w="30480" h="46355">
                  <a:moveTo>
                    <a:pt x="0" y="0"/>
                  </a:moveTo>
                  <a:lnTo>
                    <a:pt x="1689" y="45968"/>
                  </a:lnTo>
                  <a:lnTo>
                    <a:pt x="29943" y="966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28" name="object 28" descr=""/>
          <p:cNvGraphicFramePr>
            <a:graphicFrameLocks noGrp="1"/>
          </p:cNvGraphicFramePr>
          <p:nvPr/>
        </p:nvGraphicFramePr>
        <p:xfrm>
          <a:off x="1239962" y="1838100"/>
          <a:ext cx="7265670" cy="4235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920"/>
                <a:gridCol w="318134"/>
                <a:gridCol w="121920"/>
                <a:gridCol w="1224914"/>
                <a:gridCol w="121919"/>
                <a:gridCol w="489584"/>
                <a:gridCol w="123825"/>
                <a:gridCol w="857250"/>
                <a:gridCol w="122554"/>
                <a:gridCol w="857885"/>
                <a:gridCol w="121285"/>
                <a:gridCol w="1503680"/>
                <a:gridCol w="121285"/>
                <a:gridCol w="1066164"/>
              </a:tblGrid>
              <a:tr h="4235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6AA4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6AA4C8"/>
                    </a:solidFill>
                  </a:tcPr>
                </a:tc>
                <a:tc>
                  <a:txBody>
                    <a:bodyPr/>
                    <a:lstStyle/>
                    <a:p>
                      <a:pPr marL="284480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1400">
                          <a:latin typeface="Arial MT"/>
                          <a:cs typeface="Arial MT"/>
                        </a:rPr>
                        <a:t>en</a:t>
                      </a:r>
                      <a:r>
                        <a:rPr dirty="0" sz="14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 spc="-25">
                          <a:latin typeface="Arial MT"/>
                          <a:cs typeface="Arial MT"/>
                        </a:rPr>
                        <a:t>uso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99695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E9ED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6AA4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R w="19050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6AA4C8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14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en</a:t>
                      </a:r>
                      <a:r>
                        <a:rPr dirty="0" sz="1400" spc="-1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 spc="-2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uso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99695">
                    <a:lnL w="9525">
                      <a:solidFill>
                        <a:srgbClr val="1A1A1A"/>
                      </a:solidFill>
                      <a:prstDash val="solid"/>
                    </a:lnL>
                    <a:lnR w="12700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E9ED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6AA4C8"/>
                    </a:solidFill>
                  </a:tcPr>
                </a:tc>
                <a:tc>
                  <a:txBody>
                    <a:bodyPr/>
                    <a:lstStyle/>
                    <a:p>
                      <a:pPr marL="116839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14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en</a:t>
                      </a:r>
                      <a:r>
                        <a:rPr dirty="0" sz="1400" spc="-1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 spc="-2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uso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99695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E9ED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6AA4C8"/>
                    </a:solidFill>
                  </a:tcPr>
                </a:tc>
                <a:tc>
                  <a:txBody>
                    <a:bodyPr/>
                    <a:lstStyle/>
                    <a:p>
                      <a:pPr marL="424180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14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en</a:t>
                      </a:r>
                      <a:r>
                        <a:rPr dirty="0" sz="1400" spc="-1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 spc="-2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uso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99695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E9ED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6AA4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3073267" y="2335787"/>
            <a:ext cx="41275" cy="579755"/>
            <a:chOff x="3073267" y="2335787"/>
            <a:chExt cx="41275" cy="579755"/>
          </a:xfrm>
        </p:grpSpPr>
        <p:sp>
          <p:nvSpPr>
            <p:cNvPr id="3" name="object 3" descr=""/>
            <p:cNvSpPr/>
            <p:nvPr/>
          </p:nvSpPr>
          <p:spPr>
            <a:xfrm>
              <a:off x="3093762" y="2383774"/>
              <a:ext cx="0" cy="532130"/>
            </a:xfrm>
            <a:custGeom>
              <a:avLst/>
              <a:gdLst/>
              <a:ahLst/>
              <a:cxnLst/>
              <a:rect l="l" t="t" r="r" b="b"/>
              <a:pathLst>
                <a:path w="0" h="532130">
                  <a:moveTo>
                    <a:pt x="0" y="531749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3078029" y="2340549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0" y="43225"/>
                  </a:lnTo>
                  <a:lnTo>
                    <a:pt x="15732" y="0"/>
                  </a:lnTo>
                  <a:lnTo>
                    <a:pt x="31465" y="43225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3078029" y="2340549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15732" y="0"/>
                  </a:lnTo>
                  <a:lnTo>
                    <a:pt x="0" y="43225"/>
                  </a:lnTo>
                  <a:lnTo>
                    <a:pt x="31465" y="43225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2738106" y="3039556"/>
            <a:ext cx="7112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solidFill>
                  <a:srgbClr val="1A1A1A"/>
                </a:solidFill>
                <a:latin typeface="Courier New"/>
                <a:cs typeface="Courier New"/>
              </a:rPr>
              <a:t>prevp</a:t>
            </a:r>
            <a:endParaRPr sz="1800">
              <a:latin typeface="Courier New"/>
              <a:cs typeface="Courier New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7276267" y="2350937"/>
            <a:ext cx="41275" cy="579755"/>
            <a:chOff x="7276267" y="2350937"/>
            <a:chExt cx="41275" cy="579755"/>
          </a:xfrm>
        </p:grpSpPr>
        <p:sp>
          <p:nvSpPr>
            <p:cNvPr id="8" name="object 8" descr=""/>
            <p:cNvSpPr/>
            <p:nvPr/>
          </p:nvSpPr>
          <p:spPr>
            <a:xfrm>
              <a:off x="7296762" y="2398925"/>
              <a:ext cx="0" cy="532130"/>
            </a:xfrm>
            <a:custGeom>
              <a:avLst/>
              <a:gdLst/>
              <a:ahLst/>
              <a:cxnLst/>
              <a:rect l="l" t="t" r="r" b="b"/>
              <a:pathLst>
                <a:path w="0" h="532130">
                  <a:moveTo>
                    <a:pt x="0" y="531749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7281029" y="2355699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4" y="43225"/>
                  </a:moveTo>
                  <a:lnTo>
                    <a:pt x="0" y="43225"/>
                  </a:lnTo>
                  <a:lnTo>
                    <a:pt x="15732" y="0"/>
                  </a:lnTo>
                  <a:lnTo>
                    <a:pt x="31464" y="43225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7281029" y="2355699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4" y="43225"/>
                  </a:moveTo>
                  <a:lnTo>
                    <a:pt x="15732" y="0"/>
                  </a:lnTo>
                  <a:lnTo>
                    <a:pt x="0" y="43225"/>
                  </a:lnTo>
                  <a:lnTo>
                    <a:pt x="31464" y="43225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 txBox="1"/>
          <p:nvPr/>
        </p:nvSpPr>
        <p:spPr>
          <a:xfrm>
            <a:off x="73025" y="63880"/>
            <a:ext cx="17278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1A1A1A"/>
                </a:solidFill>
                <a:latin typeface="Arial MT"/>
                <a:cs typeface="Arial MT"/>
              </a:rPr>
              <a:t>Liberar</a:t>
            </a:r>
            <a:r>
              <a:rPr dirty="0" sz="1800" spc="-1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1A1A1A"/>
                </a:solidFill>
                <a:latin typeface="Arial MT"/>
                <a:cs typeface="Arial MT"/>
              </a:rPr>
              <a:t>el</a:t>
            </a:r>
            <a:r>
              <a:rPr dirty="0" sz="1800" spc="-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1A1A1A"/>
                </a:solidFill>
                <a:latin typeface="Arial MT"/>
                <a:cs typeface="Arial MT"/>
              </a:rPr>
              <a:t>bloque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7215483" y="3069856"/>
            <a:ext cx="16319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 b="1">
                <a:solidFill>
                  <a:srgbClr val="1A1A1A"/>
                </a:solidFill>
                <a:latin typeface="Courier New"/>
                <a:cs typeface="Courier New"/>
              </a:rPr>
              <a:t>p</a:t>
            </a:r>
            <a:endParaRPr sz="1800">
              <a:latin typeface="Courier New"/>
              <a:cs typeface="Courier New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4668529" y="2350937"/>
            <a:ext cx="41275" cy="579755"/>
            <a:chOff x="4668529" y="2350937"/>
            <a:chExt cx="41275" cy="579755"/>
          </a:xfrm>
        </p:grpSpPr>
        <p:sp>
          <p:nvSpPr>
            <p:cNvPr id="14" name="object 14" descr=""/>
            <p:cNvSpPr/>
            <p:nvPr/>
          </p:nvSpPr>
          <p:spPr>
            <a:xfrm>
              <a:off x="4689025" y="2398925"/>
              <a:ext cx="0" cy="532130"/>
            </a:xfrm>
            <a:custGeom>
              <a:avLst/>
              <a:gdLst/>
              <a:ahLst/>
              <a:cxnLst/>
              <a:rect l="l" t="t" r="r" b="b"/>
              <a:pathLst>
                <a:path w="0" h="532130">
                  <a:moveTo>
                    <a:pt x="0" y="531749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4673292" y="2355699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0" y="43225"/>
                  </a:lnTo>
                  <a:lnTo>
                    <a:pt x="15732" y="0"/>
                  </a:lnTo>
                  <a:lnTo>
                    <a:pt x="31465" y="43225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4673292" y="2355699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15732" y="0"/>
                  </a:lnTo>
                  <a:lnTo>
                    <a:pt x="0" y="43225"/>
                  </a:lnTo>
                  <a:lnTo>
                    <a:pt x="31465" y="43225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 descr=""/>
          <p:cNvSpPr txBox="1"/>
          <p:nvPr/>
        </p:nvSpPr>
        <p:spPr>
          <a:xfrm>
            <a:off x="4539142" y="3069856"/>
            <a:ext cx="29972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 b="1">
                <a:solidFill>
                  <a:srgbClr val="1A1A1A"/>
                </a:solidFill>
                <a:latin typeface="Courier New"/>
                <a:cs typeface="Courier New"/>
              </a:rPr>
              <a:t>bp</a:t>
            </a:r>
            <a:endParaRPr sz="1800">
              <a:latin typeface="Courier New"/>
              <a:cs typeface="Courier New"/>
            </a:endParaRPr>
          </a:p>
        </p:txBody>
      </p:sp>
      <p:grpSp>
        <p:nvGrpSpPr>
          <p:cNvPr id="18" name="object 18" descr=""/>
          <p:cNvGrpSpPr/>
          <p:nvPr/>
        </p:nvGrpSpPr>
        <p:grpSpPr>
          <a:xfrm>
            <a:off x="1301012" y="1263962"/>
            <a:ext cx="6000750" cy="584200"/>
            <a:chOff x="1301012" y="1263962"/>
            <a:chExt cx="6000750" cy="584200"/>
          </a:xfrm>
        </p:grpSpPr>
        <p:sp>
          <p:nvSpPr>
            <p:cNvPr id="19" name="object 19" descr=""/>
            <p:cNvSpPr/>
            <p:nvPr/>
          </p:nvSpPr>
          <p:spPr>
            <a:xfrm>
              <a:off x="1305774" y="1604749"/>
              <a:ext cx="1762125" cy="238125"/>
            </a:xfrm>
            <a:custGeom>
              <a:avLst/>
              <a:gdLst/>
              <a:ahLst/>
              <a:cxnLst/>
              <a:rect l="l" t="t" r="r" b="b"/>
              <a:pathLst>
                <a:path w="1762125" h="238125">
                  <a:moveTo>
                    <a:pt x="0" y="238124"/>
                  </a:moveTo>
                  <a:lnTo>
                    <a:pt x="28663" y="184944"/>
                  </a:lnTo>
                  <a:lnTo>
                    <a:pt x="76828" y="150677"/>
                  </a:lnTo>
                  <a:lnTo>
                    <a:pt x="145107" y="118196"/>
                  </a:lnTo>
                  <a:lnTo>
                    <a:pt x="185951" y="102848"/>
                  </a:lnTo>
                  <a:lnTo>
                    <a:pt x="230819" y="88215"/>
                  </a:lnTo>
                  <a:lnTo>
                    <a:pt x="279374" y="74385"/>
                  </a:lnTo>
                  <a:lnTo>
                    <a:pt x="331282" y="61450"/>
                  </a:lnTo>
                  <a:lnTo>
                    <a:pt x="386207" y="49497"/>
                  </a:lnTo>
                  <a:lnTo>
                    <a:pt x="443815" y="38617"/>
                  </a:lnTo>
                  <a:lnTo>
                    <a:pt x="503768" y="28899"/>
                  </a:lnTo>
                  <a:lnTo>
                    <a:pt x="565734" y="20432"/>
                  </a:lnTo>
                  <a:lnTo>
                    <a:pt x="629375" y="13306"/>
                  </a:lnTo>
                  <a:lnTo>
                    <a:pt x="694358" y="7610"/>
                  </a:lnTo>
                  <a:lnTo>
                    <a:pt x="760346" y="3434"/>
                  </a:lnTo>
                  <a:lnTo>
                    <a:pt x="827005" y="867"/>
                  </a:lnTo>
                  <a:lnTo>
                    <a:pt x="893999" y="0"/>
                  </a:lnTo>
                  <a:lnTo>
                    <a:pt x="949842" y="621"/>
                  </a:lnTo>
                  <a:lnTo>
                    <a:pt x="1005491" y="2433"/>
                  </a:lnTo>
                  <a:lnTo>
                    <a:pt x="1060751" y="5383"/>
                  </a:lnTo>
                  <a:lnTo>
                    <a:pt x="1115430" y="9420"/>
                  </a:lnTo>
                  <a:lnTo>
                    <a:pt x="1169333" y="14492"/>
                  </a:lnTo>
                  <a:lnTo>
                    <a:pt x="1222265" y="20547"/>
                  </a:lnTo>
                  <a:lnTo>
                    <a:pt x="1274034" y="27533"/>
                  </a:lnTo>
                  <a:lnTo>
                    <a:pt x="1324444" y="35400"/>
                  </a:lnTo>
                  <a:lnTo>
                    <a:pt x="1373302" y="44094"/>
                  </a:lnTo>
                  <a:lnTo>
                    <a:pt x="1420414" y="53565"/>
                  </a:lnTo>
                  <a:lnTo>
                    <a:pt x="1465587" y="63761"/>
                  </a:lnTo>
                  <a:lnTo>
                    <a:pt x="1508624" y="74629"/>
                  </a:lnTo>
                  <a:lnTo>
                    <a:pt x="1568756" y="92081"/>
                  </a:lnTo>
                  <a:lnTo>
                    <a:pt x="1622994" y="110756"/>
                  </a:lnTo>
                  <a:lnTo>
                    <a:pt x="1670684" y="130480"/>
                  </a:lnTo>
                  <a:lnTo>
                    <a:pt x="1711171" y="151078"/>
                  </a:lnTo>
                  <a:lnTo>
                    <a:pt x="1743801" y="172376"/>
                  </a:lnTo>
                  <a:lnTo>
                    <a:pt x="1756965" y="183233"/>
                  </a:lnTo>
                  <a:lnTo>
                    <a:pt x="1757971" y="184143"/>
                  </a:lnTo>
                  <a:lnTo>
                    <a:pt x="1758954" y="185054"/>
                  </a:lnTo>
                  <a:lnTo>
                    <a:pt x="1759914" y="185965"/>
                  </a:lnTo>
                  <a:lnTo>
                    <a:pt x="1761887" y="187889"/>
                  </a:lnTo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3053668" y="1785450"/>
              <a:ext cx="34290" cy="45720"/>
            </a:xfrm>
            <a:custGeom>
              <a:avLst/>
              <a:gdLst/>
              <a:ahLst/>
              <a:cxnLst/>
              <a:rect l="l" t="t" r="r" b="b"/>
              <a:pathLst>
                <a:path w="34289" h="45719">
                  <a:moveTo>
                    <a:pt x="33744" y="45638"/>
                  </a:moveTo>
                  <a:lnTo>
                    <a:pt x="0" y="14376"/>
                  </a:lnTo>
                  <a:lnTo>
                    <a:pt x="27988" y="0"/>
                  </a:lnTo>
                  <a:lnTo>
                    <a:pt x="33744" y="45638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3053668" y="1785450"/>
              <a:ext cx="34290" cy="45720"/>
            </a:xfrm>
            <a:custGeom>
              <a:avLst/>
              <a:gdLst/>
              <a:ahLst/>
              <a:cxnLst/>
              <a:rect l="l" t="t" r="r" b="b"/>
              <a:pathLst>
                <a:path w="34289" h="45719">
                  <a:moveTo>
                    <a:pt x="0" y="14376"/>
                  </a:moveTo>
                  <a:lnTo>
                    <a:pt x="33744" y="45638"/>
                  </a:lnTo>
                  <a:lnTo>
                    <a:pt x="27988" y="0"/>
                  </a:lnTo>
                  <a:lnTo>
                    <a:pt x="0" y="14376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3093774" y="1604749"/>
              <a:ext cx="4163695" cy="238125"/>
            </a:xfrm>
            <a:custGeom>
              <a:avLst/>
              <a:gdLst/>
              <a:ahLst/>
              <a:cxnLst/>
              <a:rect l="l" t="t" r="r" b="b"/>
              <a:pathLst>
                <a:path w="4163695" h="238125">
                  <a:moveTo>
                    <a:pt x="0" y="238124"/>
                  </a:moveTo>
                  <a:lnTo>
                    <a:pt x="25262" y="205741"/>
                  </a:lnTo>
                  <a:lnTo>
                    <a:pt x="75552" y="181774"/>
                  </a:lnTo>
                  <a:lnTo>
                    <a:pt x="122894" y="166075"/>
                  </a:lnTo>
                  <a:lnTo>
                    <a:pt x="180597" y="150677"/>
                  </a:lnTo>
                  <a:lnTo>
                    <a:pt x="248070" y="135649"/>
                  </a:lnTo>
                  <a:lnTo>
                    <a:pt x="324720" y="121056"/>
                  </a:lnTo>
                  <a:lnTo>
                    <a:pt x="366302" y="113944"/>
                  </a:lnTo>
                  <a:lnTo>
                    <a:pt x="409955" y="106967"/>
                  </a:lnTo>
                  <a:lnTo>
                    <a:pt x="455607" y="100132"/>
                  </a:lnTo>
                  <a:lnTo>
                    <a:pt x="503184" y="93447"/>
                  </a:lnTo>
                  <a:lnTo>
                    <a:pt x="552610" y="86923"/>
                  </a:lnTo>
                  <a:lnTo>
                    <a:pt x="603813" y="80566"/>
                  </a:lnTo>
                  <a:lnTo>
                    <a:pt x="656718" y="74385"/>
                  </a:lnTo>
                  <a:lnTo>
                    <a:pt x="711252" y="68389"/>
                  </a:lnTo>
                  <a:lnTo>
                    <a:pt x="767339" y="62586"/>
                  </a:lnTo>
                  <a:lnTo>
                    <a:pt x="824907" y="56985"/>
                  </a:lnTo>
                  <a:lnTo>
                    <a:pt x="883881" y="51593"/>
                  </a:lnTo>
                  <a:lnTo>
                    <a:pt x="944187" y="46420"/>
                  </a:lnTo>
                  <a:lnTo>
                    <a:pt x="1005751" y="41473"/>
                  </a:lnTo>
                  <a:lnTo>
                    <a:pt x="1068500" y="36761"/>
                  </a:lnTo>
                  <a:lnTo>
                    <a:pt x="1132358" y="32292"/>
                  </a:lnTo>
                  <a:lnTo>
                    <a:pt x="1197253" y="28076"/>
                  </a:lnTo>
                  <a:lnTo>
                    <a:pt x="1263110" y="24119"/>
                  </a:lnTo>
                  <a:lnTo>
                    <a:pt x="1329855" y="20432"/>
                  </a:lnTo>
                  <a:lnTo>
                    <a:pt x="1397414" y="17021"/>
                  </a:lnTo>
                  <a:lnTo>
                    <a:pt x="1465713" y="13896"/>
                  </a:lnTo>
                  <a:lnTo>
                    <a:pt x="1534679" y="11064"/>
                  </a:lnTo>
                  <a:lnTo>
                    <a:pt x="1604236" y="8535"/>
                  </a:lnTo>
                  <a:lnTo>
                    <a:pt x="1674312" y="6317"/>
                  </a:lnTo>
                  <a:lnTo>
                    <a:pt x="1744831" y="4417"/>
                  </a:lnTo>
                  <a:lnTo>
                    <a:pt x="1815721" y="2845"/>
                  </a:lnTo>
                  <a:lnTo>
                    <a:pt x="1886906" y="1609"/>
                  </a:lnTo>
                  <a:lnTo>
                    <a:pt x="1958314" y="717"/>
                  </a:lnTo>
                  <a:lnTo>
                    <a:pt x="2029870" y="178"/>
                  </a:lnTo>
                  <a:lnTo>
                    <a:pt x="2101499" y="0"/>
                  </a:lnTo>
                  <a:lnTo>
                    <a:pt x="2155843" y="109"/>
                  </a:lnTo>
                  <a:lnTo>
                    <a:pt x="2210155" y="428"/>
                  </a:lnTo>
                  <a:lnTo>
                    <a:pt x="2264402" y="951"/>
                  </a:lnTo>
                  <a:lnTo>
                    <a:pt x="2318551" y="1677"/>
                  </a:lnTo>
                  <a:lnTo>
                    <a:pt x="2372572" y="2600"/>
                  </a:lnTo>
                  <a:lnTo>
                    <a:pt x="2426431" y="3718"/>
                  </a:lnTo>
                  <a:lnTo>
                    <a:pt x="2480096" y="5027"/>
                  </a:lnTo>
                  <a:lnTo>
                    <a:pt x="2533535" y="6522"/>
                  </a:lnTo>
                  <a:lnTo>
                    <a:pt x="2586716" y="8201"/>
                  </a:lnTo>
                  <a:lnTo>
                    <a:pt x="2639606" y="10059"/>
                  </a:lnTo>
                  <a:lnTo>
                    <a:pt x="2692172" y="12093"/>
                  </a:lnTo>
                  <a:lnTo>
                    <a:pt x="2744383" y="14300"/>
                  </a:lnTo>
                  <a:lnTo>
                    <a:pt x="2796207" y="16675"/>
                  </a:lnTo>
                  <a:lnTo>
                    <a:pt x="2847610" y="19216"/>
                  </a:lnTo>
                  <a:lnTo>
                    <a:pt x="2898561" y="21917"/>
                  </a:lnTo>
                  <a:lnTo>
                    <a:pt x="2949027" y="24777"/>
                  </a:lnTo>
                  <a:lnTo>
                    <a:pt x="2998977" y="27790"/>
                  </a:lnTo>
                  <a:lnTo>
                    <a:pt x="3048377" y="30954"/>
                  </a:lnTo>
                  <a:lnTo>
                    <a:pt x="3097195" y="34264"/>
                  </a:lnTo>
                  <a:lnTo>
                    <a:pt x="3145399" y="37717"/>
                  </a:lnTo>
                  <a:lnTo>
                    <a:pt x="3192957" y="41310"/>
                  </a:lnTo>
                  <a:lnTo>
                    <a:pt x="3239837" y="45039"/>
                  </a:lnTo>
                  <a:lnTo>
                    <a:pt x="3286006" y="48899"/>
                  </a:lnTo>
                  <a:lnTo>
                    <a:pt x="3331431" y="52888"/>
                  </a:lnTo>
                  <a:lnTo>
                    <a:pt x="3376082" y="57001"/>
                  </a:lnTo>
                  <a:lnTo>
                    <a:pt x="3419924" y="61236"/>
                  </a:lnTo>
                  <a:lnTo>
                    <a:pt x="3462926" y="65588"/>
                  </a:lnTo>
                  <a:lnTo>
                    <a:pt x="3505056" y="70054"/>
                  </a:lnTo>
                  <a:lnTo>
                    <a:pt x="3546281" y="74629"/>
                  </a:lnTo>
                  <a:lnTo>
                    <a:pt x="3604384" y="81452"/>
                  </a:lnTo>
                  <a:lnTo>
                    <a:pt x="3660418" y="88487"/>
                  </a:lnTo>
                  <a:lnTo>
                    <a:pt x="3714286" y="95724"/>
                  </a:lnTo>
                  <a:lnTo>
                    <a:pt x="3765888" y="103150"/>
                  </a:lnTo>
                  <a:lnTo>
                    <a:pt x="3815125" y="110756"/>
                  </a:lnTo>
                  <a:lnTo>
                    <a:pt x="3861900" y="118529"/>
                  </a:lnTo>
                  <a:lnTo>
                    <a:pt x="3906113" y="126460"/>
                  </a:lnTo>
                  <a:lnTo>
                    <a:pt x="3947667" y="134535"/>
                  </a:lnTo>
                  <a:lnTo>
                    <a:pt x="3986463" y="142745"/>
                  </a:lnTo>
                  <a:lnTo>
                    <a:pt x="4063158" y="161651"/>
                  </a:lnTo>
                  <a:lnTo>
                    <a:pt x="4130049" y="183233"/>
                  </a:lnTo>
                  <a:lnTo>
                    <a:pt x="4161401" y="196956"/>
                  </a:lnTo>
                  <a:lnTo>
                    <a:pt x="4163084" y="197824"/>
                  </a:lnTo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7245599" y="1791586"/>
              <a:ext cx="41910" cy="42545"/>
            </a:xfrm>
            <a:custGeom>
              <a:avLst/>
              <a:gdLst/>
              <a:ahLst/>
              <a:cxnLst/>
              <a:rect l="l" t="t" r="r" b="b"/>
              <a:pathLst>
                <a:path w="41909" h="42544">
                  <a:moveTo>
                    <a:pt x="41449" y="41923"/>
                  </a:moveTo>
                  <a:lnTo>
                    <a:pt x="0" y="21976"/>
                  </a:lnTo>
                  <a:lnTo>
                    <a:pt x="22519" y="0"/>
                  </a:lnTo>
                  <a:lnTo>
                    <a:pt x="41449" y="41923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7245599" y="1791586"/>
              <a:ext cx="41910" cy="42545"/>
            </a:xfrm>
            <a:custGeom>
              <a:avLst/>
              <a:gdLst/>
              <a:ahLst/>
              <a:cxnLst/>
              <a:rect l="l" t="t" r="r" b="b"/>
              <a:pathLst>
                <a:path w="41909" h="42544">
                  <a:moveTo>
                    <a:pt x="0" y="21976"/>
                  </a:moveTo>
                  <a:lnTo>
                    <a:pt x="41449" y="41923"/>
                  </a:lnTo>
                  <a:lnTo>
                    <a:pt x="22519" y="0"/>
                  </a:lnTo>
                  <a:lnTo>
                    <a:pt x="0" y="21976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1323335" y="1268724"/>
              <a:ext cx="5973445" cy="574675"/>
            </a:xfrm>
            <a:custGeom>
              <a:avLst/>
              <a:gdLst/>
              <a:ahLst/>
              <a:cxnLst/>
              <a:rect l="l" t="t" r="r" b="b"/>
              <a:pathLst>
                <a:path w="5973445" h="574675">
                  <a:moveTo>
                    <a:pt x="5973439" y="574149"/>
                  </a:moveTo>
                  <a:lnTo>
                    <a:pt x="5964015" y="534428"/>
                  </a:lnTo>
                  <a:lnTo>
                    <a:pt x="5936331" y="494876"/>
                  </a:lnTo>
                  <a:lnTo>
                    <a:pt x="5908168" y="468685"/>
                  </a:lnTo>
                  <a:lnTo>
                    <a:pt x="5872544" y="442694"/>
                  </a:lnTo>
                  <a:lnTo>
                    <a:pt x="5829720" y="416954"/>
                  </a:lnTo>
                  <a:lnTo>
                    <a:pt x="5779960" y="391515"/>
                  </a:lnTo>
                  <a:lnTo>
                    <a:pt x="5723524" y="366427"/>
                  </a:lnTo>
                  <a:lnTo>
                    <a:pt x="5660674" y="341740"/>
                  </a:lnTo>
                  <a:lnTo>
                    <a:pt x="5591673" y="317505"/>
                  </a:lnTo>
                  <a:lnTo>
                    <a:pt x="5554947" y="305573"/>
                  </a:lnTo>
                  <a:lnTo>
                    <a:pt x="5516781" y="293772"/>
                  </a:lnTo>
                  <a:lnTo>
                    <a:pt x="5477209" y="282109"/>
                  </a:lnTo>
                  <a:lnTo>
                    <a:pt x="5436261" y="270590"/>
                  </a:lnTo>
                  <a:lnTo>
                    <a:pt x="5393973" y="259222"/>
                  </a:lnTo>
                  <a:lnTo>
                    <a:pt x="5350375" y="248011"/>
                  </a:lnTo>
                  <a:lnTo>
                    <a:pt x="5305501" y="236963"/>
                  </a:lnTo>
                  <a:lnTo>
                    <a:pt x="5259384" y="226084"/>
                  </a:lnTo>
                  <a:lnTo>
                    <a:pt x="5212056" y="215381"/>
                  </a:lnTo>
                  <a:lnTo>
                    <a:pt x="5163550" y="204859"/>
                  </a:lnTo>
                  <a:lnTo>
                    <a:pt x="5113898" y="194526"/>
                  </a:lnTo>
                  <a:lnTo>
                    <a:pt x="5063134" y="184388"/>
                  </a:lnTo>
                  <a:lnTo>
                    <a:pt x="5011290" y="174450"/>
                  </a:lnTo>
                  <a:lnTo>
                    <a:pt x="4958399" y="164719"/>
                  </a:lnTo>
                  <a:lnTo>
                    <a:pt x="4904494" y="155202"/>
                  </a:lnTo>
                  <a:lnTo>
                    <a:pt x="4849607" y="145904"/>
                  </a:lnTo>
                  <a:lnTo>
                    <a:pt x="4793771" y="136832"/>
                  </a:lnTo>
                  <a:lnTo>
                    <a:pt x="4737019" y="127992"/>
                  </a:lnTo>
                  <a:lnTo>
                    <a:pt x="4679383" y="119390"/>
                  </a:lnTo>
                  <a:lnTo>
                    <a:pt x="4620896" y="111034"/>
                  </a:lnTo>
                  <a:lnTo>
                    <a:pt x="4561592" y="102928"/>
                  </a:lnTo>
                  <a:lnTo>
                    <a:pt x="4501502" y="95079"/>
                  </a:lnTo>
                  <a:lnTo>
                    <a:pt x="4440659" y="87494"/>
                  </a:lnTo>
                  <a:lnTo>
                    <a:pt x="4379097" y="80179"/>
                  </a:lnTo>
                  <a:lnTo>
                    <a:pt x="4316847" y="73140"/>
                  </a:lnTo>
                  <a:lnTo>
                    <a:pt x="4253943" y="66383"/>
                  </a:lnTo>
                  <a:lnTo>
                    <a:pt x="4190417" y="59915"/>
                  </a:lnTo>
                  <a:lnTo>
                    <a:pt x="4126302" y="53742"/>
                  </a:lnTo>
                  <a:lnTo>
                    <a:pt x="4061631" y="47869"/>
                  </a:lnTo>
                  <a:lnTo>
                    <a:pt x="3996436" y="42305"/>
                  </a:lnTo>
                  <a:lnTo>
                    <a:pt x="3930751" y="37054"/>
                  </a:lnTo>
                  <a:lnTo>
                    <a:pt x="3864607" y="32123"/>
                  </a:lnTo>
                  <a:lnTo>
                    <a:pt x="3798038" y="27519"/>
                  </a:lnTo>
                  <a:lnTo>
                    <a:pt x="3731076" y="23247"/>
                  </a:lnTo>
                  <a:lnTo>
                    <a:pt x="3663754" y="19313"/>
                  </a:lnTo>
                  <a:lnTo>
                    <a:pt x="3596106" y="15725"/>
                  </a:lnTo>
                  <a:lnTo>
                    <a:pt x="3528162" y="12489"/>
                  </a:lnTo>
                  <a:lnTo>
                    <a:pt x="3459957" y="9610"/>
                  </a:lnTo>
                  <a:lnTo>
                    <a:pt x="3391523" y="7095"/>
                  </a:lnTo>
                  <a:lnTo>
                    <a:pt x="3322892" y="4950"/>
                  </a:lnTo>
                  <a:lnTo>
                    <a:pt x="3254098" y="3182"/>
                  </a:lnTo>
                  <a:lnTo>
                    <a:pt x="3185173" y="1796"/>
                  </a:lnTo>
                  <a:lnTo>
                    <a:pt x="3116149" y="800"/>
                  </a:lnTo>
                  <a:lnTo>
                    <a:pt x="3047061" y="199"/>
                  </a:lnTo>
                  <a:lnTo>
                    <a:pt x="2977939" y="0"/>
                  </a:lnTo>
                  <a:lnTo>
                    <a:pt x="2923146" y="130"/>
                  </a:lnTo>
                  <a:lnTo>
                    <a:pt x="2868369" y="513"/>
                  </a:lnTo>
                  <a:lnTo>
                    <a:pt x="2813625" y="1147"/>
                  </a:lnTo>
                  <a:lnTo>
                    <a:pt x="2758930" y="2028"/>
                  </a:lnTo>
                  <a:lnTo>
                    <a:pt x="2704300" y="3152"/>
                  </a:lnTo>
                  <a:lnTo>
                    <a:pt x="2649751" y="4517"/>
                  </a:lnTo>
                  <a:lnTo>
                    <a:pt x="2595301" y="6119"/>
                  </a:lnTo>
                  <a:lnTo>
                    <a:pt x="2540964" y="7956"/>
                  </a:lnTo>
                  <a:lnTo>
                    <a:pt x="2486758" y="10025"/>
                  </a:lnTo>
                  <a:lnTo>
                    <a:pt x="2432698" y="12321"/>
                  </a:lnTo>
                  <a:lnTo>
                    <a:pt x="2378802" y="14843"/>
                  </a:lnTo>
                  <a:lnTo>
                    <a:pt x="2325084" y="17586"/>
                  </a:lnTo>
                  <a:lnTo>
                    <a:pt x="2271563" y="20548"/>
                  </a:lnTo>
                  <a:lnTo>
                    <a:pt x="2218253" y="23726"/>
                  </a:lnTo>
                  <a:lnTo>
                    <a:pt x="2165171" y="27117"/>
                  </a:lnTo>
                  <a:lnTo>
                    <a:pt x="2112334" y="30716"/>
                  </a:lnTo>
                  <a:lnTo>
                    <a:pt x="2059757" y="34523"/>
                  </a:lnTo>
                  <a:lnTo>
                    <a:pt x="2007458" y="38532"/>
                  </a:lnTo>
                  <a:lnTo>
                    <a:pt x="1955452" y="42741"/>
                  </a:lnTo>
                  <a:lnTo>
                    <a:pt x="1903756" y="47148"/>
                  </a:lnTo>
                  <a:lnTo>
                    <a:pt x="1852385" y="51748"/>
                  </a:lnTo>
                  <a:lnTo>
                    <a:pt x="1801357" y="56539"/>
                  </a:lnTo>
                  <a:lnTo>
                    <a:pt x="1750688" y="61517"/>
                  </a:lnTo>
                  <a:lnTo>
                    <a:pt x="1700393" y="66680"/>
                  </a:lnTo>
                  <a:lnTo>
                    <a:pt x="1650490" y="72024"/>
                  </a:lnTo>
                  <a:lnTo>
                    <a:pt x="1600994" y="77546"/>
                  </a:lnTo>
                  <a:lnTo>
                    <a:pt x="1551922" y="83244"/>
                  </a:lnTo>
                  <a:lnTo>
                    <a:pt x="1503290" y="89113"/>
                  </a:lnTo>
                  <a:lnTo>
                    <a:pt x="1455114" y="95151"/>
                  </a:lnTo>
                  <a:lnTo>
                    <a:pt x="1407411" y="101355"/>
                  </a:lnTo>
                  <a:lnTo>
                    <a:pt x="1360196" y="107721"/>
                  </a:lnTo>
                  <a:lnTo>
                    <a:pt x="1313487" y="114247"/>
                  </a:lnTo>
                  <a:lnTo>
                    <a:pt x="1267300" y="120929"/>
                  </a:lnTo>
                  <a:lnTo>
                    <a:pt x="1221651" y="127764"/>
                  </a:lnTo>
                  <a:lnTo>
                    <a:pt x="1176555" y="134749"/>
                  </a:lnTo>
                  <a:lnTo>
                    <a:pt x="1132030" y="141881"/>
                  </a:lnTo>
                  <a:lnTo>
                    <a:pt x="1088092" y="149157"/>
                  </a:lnTo>
                  <a:lnTo>
                    <a:pt x="1044757" y="156574"/>
                  </a:lnTo>
                  <a:lnTo>
                    <a:pt x="1002041" y="164128"/>
                  </a:lnTo>
                  <a:lnTo>
                    <a:pt x="959961" y="171817"/>
                  </a:lnTo>
                  <a:lnTo>
                    <a:pt x="918533" y="179637"/>
                  </a:lnTo>
                  <a:lnTo>
                    <a:pt x="859080" y="191318"/>
                  </a:lnTo>
                  <a:lnTo>
                    <a:pt x="801112" y="203264"/>
                  </a:lnTo>
                  <a:lnTo>
                    <a:pt x="744678" y="215466"/>
                  </a:lnTo>
                  <a:lnTo>
                    <a:pt x="689831" y="227912"/>
                  </a:lnTo>
                  <a:lnTo>
                    <a:pt x="636622" y="240595"/>
                  </a:lnTo>
                  <a:lnTo>
                    <a:pt x="585101" y="253503"/>
                  </a:lnTo>
                  <a:lnTo>
                    <a:pt x="535319" y="266627"/>
                  </a:lnTo>
                  <a:lnTo>
                    <a:pt x="487329" y="279957"/>
                  </a:lnTo>
                  <a:lnTo>
                    <a:pt x="441181" y="293484"/>
                  </a:lnTo>
                  <a:lnTo>
                    <a:pt x="396927" y="307197"/>
                  </a:lnTo>
                  <a:lnTo>
                    <a:pt x="354616" y="321087"/>
                  </a:lnTo>
                  <a:lnTo>
                    <a:pt x="314302" y="335144"/>
                  </a:lnTo>
                  <a:lnTo>
                    <a:pt x="276034" y="349358"/>
                  </a:lnTo>
                  <a:lnTo>
                    <a:pt x="239865" y="363719"/>
                  </a:lnTo>
                  <a:lnTo>
                    <a:pt x="181770" y="389176"/>
                  </a:lnTo>
                  <a:lnTo>
                    <a:pt x="130532" y="415002"/>
                  </a:lnTo>
                  <a:lnTo>
                    <a:pt x="86424" y="441143"/>
                  </a:lnTo>
                  <a:lnTo>
                    <a:pt x="49721" y="467548"/>
                  </a:lnTo>
                  <a:lnTo>
                    <a:pt x="20696" y="494164"/>
                  </a:lnTo>
                  <a:lnTo>
                    <a:pt x="1815" y="517584"/>
                  </a:lnTo>
                  <a:lnTo>
                    <a:pt x="0" y="520364"/>
                  </a:lnTo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1308363" y="1784255"/>
              <a:ext cx="30480" cy="46355"/>
            </a:xfrm>
            <a:custGeom>
              <a:avLst/>
              <a:gdLst/>
              <a:ahLst/>
              <a:cxnLst/>
              <a:rect l="l" t="t" r="r" b="b"/>
              <a:pathLst>
                <a:path w="30480" h="46355">
                  <a:moveTo>
                    <a:pt x="1689" y="45968"/>
                  </a:moveTo>
                  <a:lnTo>
                    <a:pt x="0" y="0"/>
                  </a:lnTo>
                  <a:lnTo>
                    <a:pt x="29943" y="9668"/>
                  </a:lnTo>
                  <a:lnTo>
                    <a:pt x="1689" y="45968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1308363" y="1784255"/>
              <a:ext cx="30480" cy="46355"/>
            </a:xfrm>
            <a:custGeom>
              <a:avLst/>
              <a:gdLst/>
              <a:ahLst/>
              <a:cxnLst/>
              <a:rect l="l" t="t" r="r" b="b"/>
              <a:pathLst>
                <a:path w="30480" h="46355">
                  <a:moveTo>
                    <a:pt x="0" y="0"/>
                  </a:moveTo>
                  <a:lnTo>
                    <a:pt x="1689" y="45968"/>
                  </a:lnTo>
                  <a:lnTo>
                    <a:pt x="29943" y="966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28" name="object 28" descr=""/>
          <p:cNvGraphicFramePr>
            <a:graphicFrameLocks noGrp="1"/>
          </p:cNvGraphicFramePr>
          <p:nvPr/>
        </p:nvGraphicFramePr>
        <p:xfrm>
          <a:off x="1239962" y="1838100"/>
          <a:ext cx="7265670" cy="4235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920"/>
                <a:gridCol w="318134"/>
                <a:gridCol w="121920"/>
                <a:gridCol w="1224914"/>
                <a:gridCol w="121919"/>
                <a:gridCol w="489584"/>
                <a:gridCol w="123825"/>
                <a:gridCol w="857250"/>
                <a:gridCol w="122554"/>
                <a:gridCol w="857885"/>
                <a:gridCol w="121285"/>
                <a:gridCol w="1503680"/>
                <a:gridCol w="121285"/>
                <a:gridCol w="1066164"/>
              </a:tblGrid>
              <a:tr h="4235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6AA4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6AA4C8"/>
                    </a:solidFill>
                  </a:tcPr>
                </a:tc>
                <a:tc>
                  <a:txBody>
                    <a:bodyPr/>
                    <a:lstStyle/>
                    <a:p>
                      <a:pPr marL="284480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1400">
                          <a:latin typeface="Arial MT"/>
                          <a:cs typeface="Arial MT"/>
                        </a:rPr>
                        <a:t>en</a:t>
                      </a:r>
                      <a:r>
                        <a:rPr dirty="0" sz="14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 spc="-25">
                          <a:latin typeface="Arial MT"/>
                          <a:cs typeface="Arial MT"/>
                        </a:rPr>
                        <a:t>uso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99695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E9ED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6AA4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R w="19050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6AA4C8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14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en</a:t>
                      </a:r>
                      <a:r>
                        <a:rPr dirty="0" sz="1400" spc="-1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 spc="-2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uso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99695">
                    <a:lnL w="9525">
                      <a:solidFill>
                        <a:srgbClr val="1A1A1A"/>
                      </a:solidFill>
                      <a:prstDash val="solid"/>
                    </a:lnL>
                    <a:lnR w="12700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E9ED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6AA4C8"/>
                    </a:solidFill>
                  </a:tcPr>
                </a:tc>
                <a:tc>
                  <a:txBody>
                    <a:bodyPr/>
                    <a:lstStyle/>
                    <a:p>
                      <a:pPr marL="116839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14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en</a:t>
                      </a:r>
                      <a:r>
                        <a:rPr dirty="0" sz="1400" spc="-1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 spc="-2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uso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99695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E9ED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6AA4C8"/>
                    </a:solidFill>
                  </a:tcPr>
                </a:tc>
                <a:tc>
                  <a:txBody>
                    <a:bodyPr/>
                    <a:lstStyle/>
                    <a:p>
                      <a:pPr marL="424180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14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en</a:t>
                      </a:r>
                      <a:r>
                        <a:rPr dirty="0" sz="1400" spc="-1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 spc="-2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uso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99695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E9ED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6AA4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3073267" y="2335787"/>
            <a:ext cx="41275" cy="579755"/>
            <a:chOff x="3073267" y="2335787"/>
            <a:chExt cx="41275" cy="579755"/>
          </a:xfrm>
        </p:grpSpPr>
        <p:sp>
          <p:nvSpPr>
            <p:cNvPr id="3" name="object 3" descr=""/>
            <p:cNvSpPr/>
            <p:nvPr/>
          </p:nvSpPr>
          <p:spPr>
            <a:xfrm>
              <a:off x="3093762" y="2383774"/>
              <a:ext cx="0" cy="532130"/>
            </a:xfrm>
            <a:custGeom>
              <a:avLst/>
              <a:gdLst/>
              <a:ahLst/>
              <a:cxnLst/>
              <a:rect l="l" t="t" r="r" b="b"/>
              <a:pathLst>
                <a:path w="0" h="532130">
                  <a:moveTo>
                    <a:pt x="0" y="531749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3078029" y="2340549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0" y="43225"/>
                  </a:lnTo>
                  <a:lnTo>
                    <a:pt x="15732" y="0"/>
                  </a:lnTo>
                  <a:lnTo>
                    <a:pt x="31465" y="43225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3078029" y="2340549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15732" y="0"/>
                  </a:lnTo>
                  <a:lnTo>
                    <a:pt x="0" y="43225"/>
                  </a:lnTo>
                  <a:lnTo>
                    <a:pt x="31465" y="43225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2738106" y="3039556"/>
            <a:ext cx="7112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solidFill>
                  <a:srgbClr val="1A1A1A"/>
                </a:solidFill>
                <a:latin typeface="Courier New"/>
                <a:cs typeface="Courier New"/>
              </a:rPr>
              <a:t>prevp</a:t>
            </a:r>
            <a:endParaRPr sz="1800">
              <a:latin typeface="Courier New"/>
              <a:cs typeface="Courier New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7276267" y="2350937"/>
            <a:ext cx="41275" cy="579755"/>
            <a:chOff x="7276267" y="2350937"/>
            <a:chExt cx="41275" cy="579755"/>
          </a:xfrm>
        </p:grpSpPr>
        <p:sp>
          <p:nvSpPr>
            <p:cNvPr id="8" name="object 8" descr=""/>
            <p:cNvSpPr/>
            <p:nvPr/>
          </p:nvSpPr>
          <p:spPr>
            <a:xfrm>
              <a:off x="7296762" y="2398925"/>
              <a:ext cx="0" cy="532130"/>
            </a:xfrm>
            <a:custGeom>
              <a:avLst/>
              <a:gdLst/>
              <a:ahLst/>
              <a:cxnLst/>
              <a:rect l="l" t="t" r="r" b="b"/>
              <a:pathLst>
                <a:path w="0" h="532130">
                  <a:moveTo>
                    <a:pt x="0" y="531749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7281029" y="2355699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4" y="43225"/>
                  </a:moveTo>
                  <a:lnTo>
                    <a:pt x="0" y="43225"/>
                  </a:lnTo>
                  <a:lnTo>
                    <a:pt x="15732" y="0"/>
                  </a:lnTo>
                  <a:lnTo>
                    <a:pt x="31464" y="43225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7281029" y="2355699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4" y="43225"/>
                  </a:moveTo>
                  <a:lnTo>
                    <a:pt x="15732" y="0"/>
                  </a:lnTo>
                  <a:lnTo>
                    <a:pt x="0" y="43225"/>
                  </a:lnTo>
                  <a:lnTo>
                    <a:pt x="31464" y="43225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 txBox="1"/>
          <p:nvPr/>
        </p:nvSpPr>
        <p:spPr>
          <a:xfrm>
            <a:off x="73025" y="63880"/>
            <a:ext cx="17278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1A1A1A"/>
                </a:solidFill>
                <a:latin typeface="Arial MT"/>
                <a:cs typeface="Arial MT"/>
              </a:rPr>
              <a:t>Liberar</a:t>
            </a:r>
            <a:r>
              <a:rPr dirty="0" sz="1800" spc="-1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1A1A1A"/>
                </a:solidFill>
                <a:latin typeface="Arial MT"/>
                <a:cs typeface="Arial MT"/>
              </a:rPr>
              <a:t>el</a:t>
            </a:r>
            <a:r>
              <a:rPr dirty="0" sz="1800" spc="-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1A1A1A"/>
                </a:solidFill>
                <a:latin typeface="Arial MT"/>
                <a:cs typeface="Arial MT"/>
              </a:rPr>
              <a:t>bloque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7215483" y="3069856"/>
            <a:ext cx="16319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 b="1">
                <a:solidFill>
                  <a:srgbClr val="1A1A1A"/>
                </a:solidFill>
                <a:latin typeface="Courier New"/>
                <a:cs typeface="Courier New"/>
              </a:rPr>
              <a:t>p</a:t>
            </a:r>
            <a:endParaRPr sz="1800">
              <a:latin typeface="Courier New"/>
              <a:cs typeface="Courier New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4668529" y="2350937"/>
            <a:ext cx="41275" cy="579755"/>
            <a:chOff x="4668529" y="2350937"/>
            <a:chExt cx="41275" cy="579755"/>
          </a:xfrm>
        </p:grpSpPr>
        <p:sp>
          <p:nvSpPr>
            <p:cNvPr id="14" name="object 14" descr=""/>
            <p:cNvSpPr/>
            <p:nvPr/>
          </p:nvSpPr>
          <p:spPr>
            <a:xfrm>
              <a:off x="4689025" y="2398925"/>
              <a:ext cx="0" cy="532130"/>
            </a:xfrm>
            <a:custGeom>
              <a:avLst/>
              <a:gdLst/>
              <a:ahLst/>
              <a:cxnLst/>
              <a:rect l="l" t="t" r="r" b="b"/>
              <a:pathLst>
                <a:path w="0" h="532130">
                  <a:moveTo>
                    <a:pt x="0" y="531749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4673292" y="2355699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0" y="43225"/>
                  </a:lnTo>
                  <a:lnTo>
                    <a:pt x="15732" y="0"/>
                  </a:lnTo>
                  <a:lnTo>
                    <a:pt x="31465" y="43225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4673292" y="2355699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15732" y="0"/>
                  </a:lnTo>
                  <a:lnTo>
                    <a:pt x="0" y="43225"/>
                  </a:lnTo>
                  <a:lnTo>
                    <a:pt x="31465" y="43225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 descr=""/>
          <p:cNvSpPr txBox="1"/>
          <p:nvPr/>
        </p:nvSpPr>
        <p:spPr>
          <a:xfrm>
            <a:off x="4539142" y="3069856"/>
            <a:ext cx="29972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 b="1">
                <a:solidFill>
                  <a:srgbClr val="1A1A1A"/>
                </a:solidFill>
                <a:latin typeface="Courier New"/>
                <a:cs typeface="Courier New"/>
              </a:rPr>
              <a:t>bp</a:t>
            </a:r>
            <a:endParaRPr sz="1800">
              <a:latin typeface="Courier New"/>
              <a:cs typeface="Courier New"/>
            </a:endParaRPr>
          </a:p>
        </p:txBody>
      </p:sp>
      <p:grpSp>
        <p:nvGrpSpPr>
          <p:cNvPr id="18" name="object 18" descr=""/>
          <p:cNvGrpSpPr/>
          <p:nvPr/>
        </p:nvGrpSpPr>
        <p:grpSpPr>
          <a:xfrm>
            <a:off x="1301012" y="1263962"/>
            <a:ext cx="6000750" cy="584200"/>
            <a:chOff x="1301012" y="1263962"/>
            <a:chExt cx="6000750" cy="584200"/>
          </a:xfrm>
        </p:grpSpPr>
        <p:sp>
          <p:nvSpPr>
            <p:cNvPr id="19" name="object 19" descr=""/>
            <p:cNvSpPr/>
            <p:nvPr/>
          </p:nvSpPr>
          <p:spPr>
            <a:xfrm>
              <a:off x="1305774" y="1604749"/>
              <a:ext cx="1762125" cy="238125"/>
            </a:xfrm>
            <a:custGeom>
              <a:avLst/>
              <a:gdLst/>
              <a:ahLst/>
              <a:cxnLst/>
              <a:rect l="l" t="t" r="r" b="b"/>
              <a:pathLst>
                <a:path w="1762125" h="238125">
                  <a:moveTo>
                    <a:pt x="0" y="238124"/>
                  </a:moveTo>
                  <a:lnTo>
                    <a:pt x="28663" y="184944"/>
                  </a:lnTo>
                  <a:lnTo>
                    <a:pt x="76828" y="150677"/>
                  </a:lnTo>
                  <a:lnTo>
                    <a:pt x="145107" y="118196"/>
                  </a:lnTo>
                  <a:lnTo>
                    <a:pt x="185951" y="102848"/>
                  </a:lnTo>
                  <a:lnTo>
                    <a:pt x="230819" y="88215"/>
                  </a:lnTo>
                  <a:lnTo>
                    <a:pt x="279374" y="74385"/>
                  </a:lnTo>
                  <a:lnTo>
                    <a:pt x="331282" y="61450"/>
                  </a:lnTo>
                  <a:lnTo>
                    <a:pt x="386207" y="49497"/>
                  </a:lnTo>
                  <a:lnTo>
                    <a:pt x="443815" y="38617"/>
                  </a:lnTo>
                  <a:lnTo>
                    <a:pt x="503768" y="28899"/>
                  </a:lnTo>
                  <a:lnTo>
                    <a:pt x="565734" y="20432"/>
                  </a:lnTo>
                  <a:lnTo>
                    <a:pt x="629375" y="13306"/>
                  </a:lnTo>
                  <a:lnTo>
                    <a:pt x="694358" y="7610"/>
                  </a:lnTo>
                  <a:lnTo>
                    <a:pt x="760346" y="3434"/>
                  </a:lnTo>
                  <a:lnTo>
                    <a:pt x="827005" y="867"/>
                  </a:lnTo>
                  <a:lnTo>
                    <a:pt x="893999" y="0"/>
                  </a:lnTo>
                  <a:lnTo>
                    <a:pt x="949842" y="621"/>
                  </a:lnTo>
                  <a:lnTo>
                    <a:pt x="1005491" y="2433"/>
                  </a:lnTo>
                  <a:lnTo>
                    <a:pt x="1060751" y="5383"/>
                  </a:lnTo>
                  <a:lnTo>
                    <a:pt x="1115430" y="9420"/>
                  </a:lnTo>
                  <a:lnTo>
                    <a:pt x="1169333" y="14492"/>
                  </a:lnTo>
                  <a:lnTo>
                    <a:pt x="1222265" y="20547"/>
                  </a:lnTo>
                  <a:lnTo>
                    <a:pt x="1274034" y="27533"/>
                  </a:lnTo>
                  <a:lnTo>
                    <a:pt x="1324444" y="35400"/>
                  </a:lnTo>
                  <a:lnTo>
                    <a:pt x="1373302" y="44094"/>
                  </a:lnTo>
                  <a:lnTo>
                    <a:pt x="1420414" y="53565"/>
                  </a:lnTo>
                  <a:lnTo>
                    <a:pt x="1465587" y="63761"/>
                  </a:lnTo>
                  <a:lnTo>
                    <a:pt x="1508624" y="74629"/>
                  </a:lnTo>
                  <a:lnTo>
                    <a:pt x="1568756" y="92081"/>
                  </a:lnTo>
                  <a:lnTo>
                    <a:pt x="1622994" y="110756"/>
                  </a:lnTo>
                  <a:lnTo>
                    <a:pt x="1670684" y="130480"/>
                  </a:lnTo>
                  <a:lnTo>
                    <a:pt x="1711171" y="151078"/>
                  </a:lnTo>
                  <a:lnTo>
                    <a:pt x="1743801" y="172376"/>
                  </a:lnTo>
                  <a:lnTo>
                    <a:pt x="1756965" y="183233"/>
                  </a:lnTo>
                  <a:lnTo>
                    <a:pt x="1757971" y="184143"/>
                  </a:lnTo>
                  <a:lnTo>
                    <a:pt x="1758954" y="185054"/>
                  </a:lnTo>
                  <a:lnTo>
                    <a:pt x="1759914" y="185965"/>
                  </a:lnTo>
                  <a:lnTo>
                    <a:pt x="1761887" y="187889"/>
                  </a:lnTo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3053668" y="1785450"/>
              <a:ext cx="34290" cy="45720"/>
            </a:xfrm>
            <a:custGeom>
              <a:avLst/>
              <a:gdLst/>
              <a:ahLst/>
              <a:cxnLst/>
              <a:rect l="l" t="t" r="r" b="b"/>
              <a:pathLst>
                <a:path w="34289" h="45719">
                  <a:moveTo>
                    <a:pt x="33744" y="45638"/>
                  </a:moveTo>
                  <a:lnTo>
                    <a:pt x="0" y="14376"/>
                  </a:lnTo>
                  <a:lnTo>
                    <a:pt x="27988" y="0"/>
                  </a:lnTo>
                  <a:lnTo>
                    <a:pt x="33744" y="45638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3053668" y="1785450"/>
              <a:ext cx="34290" cy="45720"/>
            </a:xfrm>
            <a:custGeom>
              <a:avLst/>
              <a:gdLst/>
              <a:ahLst/>
              <a:cxnLst/>
              <a:rect l="l" t="t" r="r" b="b"/>
              <a:pathLst>
                <a:path w="34289" h="45719">
                  <a:moveTo>
                    <a:pt x="0" y="14376"/>
                  </a:moveTo>
                  <a:lnTo>
                    <a:pt x="33744" y="45638"/>
                  </a:lnTo>
                  <a:lnTo>
                    <a:pt x="27988" y="0"/>
                  </a:lnTo>
                  <a:lnTo>
                    <a:pt x="0" y="14376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3093774" y="1604749"/>
              <a:ext cx="1571625" cy="238125"/>
            </a:xfrm>
            <a:custGeom>
              <a:avLst/>
              <a:gdLst/>
              <a:ahLst/>
              <a:cxnLst/>
              <a:rect l="l" t="t" r="r" b="b"/>
              <a:pathLst>
                <a:path w="1571625" h="238125">
                  <a:moveTo>
                    <a:pt x="0" y="238124"/>
                  </a:moveTo>
                  <a:lnTo>
                    <a:pt x="14225" y="198598"/>
                  </a:lnTo>
                  <a:lnTo>
                    <a:pt x="54711" y="160047"/>
                  </a:lnTo>
                  <a:lnTo>
                    <a:pt x="118177" y="123455"/>
                  </a:lnTo>
                  <a:lnTo>
                    <a:pt x="157501" y="106200"/>
                  </a:lnTo>
                  <a:lnTo>
                    <a:pt x="201339" y="89802"/>
                  </a:lnTo>
                  <a:lnTo>
                    <a:pt x="249281" y="74385"/>
                  </a:lnTo>
                  <a:lnTo>
                    <a:pt x="300915" y="60072"/>
                  </a:lnTo>
                  <a:lnTo>
                    <a:pt x="355832" y="46983"/>
                  </a:lnTo>
                  <a:lnTo>
                    <a:pt x="413622" y="35244"/>
                  </a:lnTo>
                  <a:lnTo>
                    <a:pt x="473873" y="24976"/>
                  </a:lnTo>
                  <a:lnTo>
                    <a:pt x="536176" y="16302"/>
                  </a:lnTo>
                  <a:lnTo>
                    <a:pt x="600121" y="9344"/>
                  </a:lnTo>
                  <a:lnTo>
                    <a:pt x="665297" y="4226"/>
                  </a:lnTo>
                  <a:lnTo>
                    <a:pt x="731293" y="1070"/>
                  </a:lnTo>
                  <a:lnTo>
                    <a:pt x="797699" y="0"/>
                  </a:lnTo>
                  <a:lnTo>
                    <a:pt x="852051" y="737"/>
                  </a:lnTo>
                  <a:lnTo>
                    <a:pt x="906177" y="2886"/>
                  </a:lnTo>
                  <a:lnTo>
                    <a:pt x="959854" y="6378"/>
                  </a:lnTo>
                  <a:lnTo>
                    <a:pt x="1012857" y="11147"/>
                  </a:lnTo>
                  <a:lnTo>
                    <a:pt x="1064960" y="17125"/>
                  </a:lnTo>
                  <a:lnTo>
                    <a:pt x="1115940" y="24245"/>
                  </a:lnTo>
                  <a:lnTo>
                    <a:pt x="1165572" y="32440"/>
                  </a:lnTo>
                  <a:lnTo>
                    <a:pt x="1213630" y="41644"/>
                  </a:lnTo>
                  <a:lnTo>
                    <a:pt x="1259891" y="51788"/>
                  </a:lnTo>
                  <a:lnTo>
                    <a:pt x="1304128" y="62805"/>
                  </a:lnTo>
                  <a:lnTo>
                    <a:pt x="1346118" y="74629"/>
                  </a:lnTo>
                  <a:lnTo>
                    <a:pt x="1399772" y="92081"/>
                  </a:lnTo>
                  <a:lnTo>
                    <a:pt x="1448168" y="110756"/>
                  </a:lnTo>
                  <a:lnTo>
                    <a:pt x="1490721" y="130480"/>
                  </a:lnTo>
                  <a:lnTo>
                    <a:pt x="1526847" y="151078"/>
                  </a:lnTo>
                  <a:lnTo>
                    <a:pt x="1560198" y="175975"/>
                  </a:lnTo>
                  <a:lnTo>
                    <a:pt x="1567708" y="183233"/>
                  </a:lnTo>
                  <a:lnTo>
                    <a:pt x="1568606" y="184143"/>
                  </a:lnTo>
                  <a:lnTo>
                    <a:pt x="1569483" y="185054"/>
                  </a:lnTo>
                  <a:lnTo>
                    <a:pt x="1570340" y="185965"/>
                  </a:lnTo>
                  <a:lnTo>
                    <a:pt x="1571229" y="186937"/>
                  </a:lnTo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4650747" y="1785033"/>
              <a:ext cx="33020" cy="46355"/>
            </a:xfrm>
            <a:custGeom>
              <a:avLst/>
              <a:gdLst/>
              <a:ahLst/>
              <a:cxnLst/>
              <a:rect l="l" t="t" r="r" b="b"/>
              <a:pathLst>
                <a:path w="33020" h="46355">
                  <a:moveTo>
                    <a:pt x="32537" y="45822"/>
                  </a:moveTo>
                  <a:lnTo>
                    <a:pt x="0" y="13307"/>
                  </a:lnTo>
                  <a:lnTo>
                    <a:pt x="28512" y="0"/>
                  </a:lnTo>
                  <a:lnTo>
                    <a:pt x="32537" y="45822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4650747" y="1785033"/>
              <a:ext cx="33020" cy="46355"/>
            </a:xfrm>
            <a:custGeom>
              <a:avLst/>
              <a:gdLst/>
              <a:ahLst/>
              <a:cxnLst/>
              <a:rect l="l" t="t" r="r" b="b"/>
              <a:pathLst>
                <a:path w="33020" h="46355">
                  <a:moveTo>
                    <a:pt x="0" y="13307"/>
                  </a:moveTo>
                  <a:lnTo>
                    <a:pt x="32537" y="45822"/>
                  </a:lnTo>
                  <a:lnTo>
                    <a:pt x="28512" y="0"/>
                  </a:lnTo>
                  <a:lnTo>
                    <a:pt x="0" y="13307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1323335" y="1268724"/>
              <a:ext cx="5973445" cy="574675"/>
            </a:xfrm>
            <a:custGeom>
              <a:avLst/>
              <a:gdLst/>
              <a:ahLst/>
              <a:cxnLst/>
              <a:rect l="l" t="t" r="r" b="b"/>
              <a:pathLst>
                <a:path w="5973445" h="574675">
                  <a:moveTo>
                    <a:pt x="5973439" y="574149"/>
                  </a:moveTo>
                  <a:lnTo>
                    <a:pt x="5964015" y="534428"/>
                  </a:lnTo>
                  <a:lnTo>
                    <a:pt x="5936331" y="494876"/>
                  </a:lnTo>
                  <a:lnTo>
                    <a:pt x="5908168" y="468685"/>
                  </a:lnTo>
                  <a:lnTo>
                    <a:pt x="5872544" y="442694"/>
                  </a:lnTo>
                  <a:lnTo>
                    <a:pt x="5829720" y="416954"/>
                  </a:lnTo>
                  <a:lnTo>
                    <a:pt x="5779960" y="391515"/>
                  </a:lnTo>
                  <a:lnTo>
                    <a:pt x="5723524" y="366427"/>
                  </a:lnTo>
                  <a:lnTo>
                    <a:pt x="5660674" y="341740"/>
                  </a:lnTo>
                  <a:lnTo>
                    <a:pt x="5591673" y="317505"/>
                  </a:lnTo>
                  <a:lnTo>
                    <a:pt x="5554947" y="305573"/>
                  </a:lnTo>
                  <a:lnTo>
                    <a:pt x="5516781" y="293772"/>
                  </a:lnTo>
                  <a:lnTo>
                    <a:pt x="5477209" y="282109"/>
                  </a:lnTo>
                  <a:lnTo>
                    <a:pt x="5436261" y="270590"/>
                  </a:lnTo>
                  <a:lnTo>
                    <a:pt x="5393973" y="259222"/>
                  </a:lnTo>
                  <a:lnTo>
                    <a:pt x="5350375" y="248011"/>
                  </a:lnTo>
                  <a:lnTo>
                    <a:pt x="5305501" y="236963"/>
                  </a:lnTo>
                  <a:lnTo>
                    <a:pt x="5259384" y="226084"/>
                  </a:lnTo>
                  <a:lnTo>
                    <a:pt x="5212056" y="215381"/>
                  </a:lnTo>
                  <a:lnTo>
                    <a:pt x="5163550" y="204859"/>
                  </a:lnTo>
                  <a:lnTo>
                    <a:pt x="5113898" y="194526"/>
                  </a:lnTo>
                  <a:lnTo>
                    <a:pt x="5063134" y="184388"/>
                  </a:lnTo>
                  <a:lnTo>
                    <a:pt x="5011290" y="174450"/>
                  </a:lnTo>
                  <a:lnTo>
                    <a:pt x="4958399" y="164719"/>
                  </a:lnTo>
                  <a:lnTo>
                    <a:pt x="4904494" y="155202"/>
                  </a:lnTo>
                  <a:lnTo>
                    <a:pt x="4849607" y="145904"/>
                  </a:lnTo>
                  <a:lnTo>
                    <a:pt x="4793771" y="136832"/>
                  </a:lnTo>
                  <a:lnTo>
                    <a:pt x="4737019" y="127992"/>
                  </a:lnTo>
                  <a:lnTo>
                    <a:pt x="4679383" y="119390"/>
                  </a:lnTo>
                  <a:lnTo>
                    <a:pt x="4620896" y="111034"/>
                  </a:lnTo>
                  <a:lnTo>
                    <a:pt x="4561592" y="102928"/>
                  </a:lnTo>
                  <a:lnTo>
                    <a:pt x="4501502" y="95079"/>
                  </a:lnTo>
                  <a:lnTo>
                    <a:pt x="4440659" y="87494"/>
                  </a:lnTo>
                  <a:lnTo>
                    <a:pt x="4379097" y="80179"/>
                  </a:lnTo>
                  <a:lnTo>
                    <a:pt x="4316847" y="73140"/>
                  </a:lnTo>
                  <a:lnTo>
                    <a:pt x="4253943" y="66383"/>
                  </a:lnTo>
                  <a:lnTo>
                    <a:pt x="4190417" y="59915"/>
                  </a:lnTo>
                  <a:lnTo>
                    <a:pt x="4126302" y="53742"/>
                  </a:lnTo>
                  <a:lnTo>
                    <a:pt x="4061631" y="47869"/>
                  </a:lnTo>
                  <a:lnTo>
                    <a:pt x="3996436" y="42305"/>
                  </a:lnTo>
                  <a:lnTo>
                    <a:pt x="3930751" y="37054"/>
                  </a:lnTo>
                  <a:lnTo>
                    <a:pt x="3864607" y="32123"/>
                  </a:lnTo>
                  <a:lnTo>
                    <a:pt x="3798038" y="27519"/>
                  </a:lnTo>
                  <a:lnTo>
                    <a:pt x="3731076" y="23247"/>
                  </a:lnTo>
                  <a:lnTo>
                    <a:pt x="3663754" y="19313"/>
                  </a:lnTo>
                  <a:lnTo>
                    <a:pt x="3596106" y="15725"/>
                  </a:lnTo>
                  <a:lnTo>
                    <a:pt x="3528162" y="12489"/>
                  </a:lnTo>
                  <a:lnTo>
                    <a:pt x="3459957" y="9610"/>
                  </a:lnTo>
                  <a:lnTo>
                    <a:pt x="3391523" y="7095"/>
                  </a:lnTo>
                  <a:lnTo>
                    <a:pt x="3322892" y="4950"/>
                  </a:lnTo>
                  <a:lnTo>
                    <a:pt x="3254098" y="3182"/>
                  </a:lnTo>
                  <a:lnTo>
                    <a:pt x="3185173" y="1796"/>
                  </a:lnTo>
                  <a:lnTo>
                    <a:pt x="3116149" y="800"/>
                  </a:lnTo>
                  <a:lnTo>
                    <a:pt x="3047061" y="199"/>
                  </a:lnTo>
                  <a:lnTo>
                    <a:pt x="2977939" y="0"/>
                  </a:lnTo>
                  <a:lnTo>
                    <a:pt x="2923146" y="130"/>
                  </a:lnTo>
                  <a:lnTo>
                    <a:pt x="2868369" y="513"/>
                  </a:lnTo>
                  <a:lnTo>
                    <a:pt x="2813625" y="1147"/>
                  </a:lnTo>
                  <a:lnTo>
                    <a:pt x="2758930" y="2028"/>
                  </a:lnTo>
                  <a:lnTo>
                    <a:pt x="2704300" y="3152"/>
                  </a:lnTo>
                  <a:lnTo>
                    <a:pt x="2649751" y="4517"/>
                  </a:lnTo>
                  <a:lnTo>
                    <a:pt x="2595301" y="6119"/>
                  </a:lnTo>
                  <a:lnTo>
                    <a:pt x="2540964" y="7956"/>
                  </a:lnTo>
                  <a:lnTo>
                    <a:pt x="2486758" y="10025"/>
                  </a:lnTo>
                  <a:lnTo>
                    <a:pt x="2432698" y="12321"/>
                  </a:lnTo>
                  <a:lnTo>
                    <a:pt x="2378802" y="14843"/>
                  </a:lnTo>
                  <a:lnTo>
                    <a:pt x="2325084" y="17586"/>
                  </a:lnTo>
                  <a:lnTo>
                    <a:pt x="2271563" y="20548"/>
                  </a:lnTo>
                  <a:lnTo>
                    <a:pt x="2218253" y="23726"/>
                  </a:lnTo>
                  <a:lnTo>
                    <a:pt x="2165171" y="27117"/>
                  </a:lnTo>
                  <a:lnTo>
                    <a:pt x="2112334" y="30716"/>
                  </a:lnTo>
                  <a:lnTo>
                    <a:pt x="2059757" y="34523"/>
                  </a:lnTo>
                  <a:lnTo>
                    <a:pt x="2007458" y="38532"/>
                  </a:lnTo>
                  <a:lnTo>
                    <a:pt x="1955452" y="42741"/>
                  </a:lnTo>
                  <a:lnTo>
                    <a:pt x="1903756" y="47148"/>
                  </a:lnTo>
                  <a:lnTo>
                    <a:pt x="1852385" y="51748"/>
                  </a:lnTo>
                  <a:lnTo>
                    <a:pt x="1801357" y="56539"/>
                  </a:lnTo>
                  <a:lnTo>
                    <a:pt x="1750688" y="61517"/>
                  </a:lnTo>
                  <a:lnTo>
                    <a:pt x="1700393" y="66680"/>
                  </a:lnTo>
                  <a:lnTo>
                    <a:pt x="1650490" y="72024"/>
                  </a:lnTo>
                  <a:lnTo>
                    <a:pt x="1600994" y="77546"/>
                  </a:lnTo>
                  <a:lnTo>
                    <a:pt x="1551922" y="83244"/>
                  </a:lnTo>
                  <a:lnTo>
                    <a:pt x="1503290" y="89113"/>
                  </a:lnTo>
                  <a:lnTo>
                    <a:pt x="1455114" y="95151"/>
                  </a:lnTo>
                  <a:lnTo>
                    <a:pt x="1407411" y="101355"/>
                  </a:lnTo>
                  <a:lnTo>
                    <a:pt x="1360196" y="107721"/>
                  </a:lnTo>
                  <a:lnTo>
                    <a:pt x="1313487" y="114247"/>
                  </a:lnTo>
                  <a:lnTo>
                    <a:pt x="1267300" y="120929"/>
                  </a:lnTo>
                  <a:lnTo>
                    <a:pt x="1221651" y="127764"/>
                  </a:lnTo>
                  <a:lnTo>
                    <a:pt x="1176555" y="134749"/>
                  </a:lnTo>
                  <a:lnTo>
                    <a:pt x="1132030" y="141881"/>
                  </a:lnTo>
                  <a:lnTo>
                    <a:pt x="1088092" y="149157"/>
                  </a:lnTo>
                  <a:lnTo>
                    <a:pt x="1044757" y="156574"/>
                  </a:lnTo>
                  <a:lnTo>
                    <a:pt x="1002041" y="164128"/>
                  </a:lnTo>
                  <a:lnTo>
                    <a:pt x="959961" y="171817"/>
                  </a:lnTo>
                  <a:lnTo>
                    <a:pt x="918533" y="179637"/>
                  </a:lnTo>
                  <a:lnTo>
                    <a:pt x="859080" y="191318"/>
                  </a:lnTo>
                  <a:lnTo>
                    <a:pt x="801112" y="203264"/>
                  </a:lnTo>
                  <a:lnTo>
                    <a:pt x="744678" y="215466"/>
                  </a:lnTo>
                  <a:lnTo>
                    <a:pt x="689831" y="227912"/>
                  </a:lnTo>
                  <a:lnTo>
                    <a:pt x="636622" y="240595"/>
                  </a:lnTo>
                  <a:lnTo>
                    <a:pt x="585101" y="253503"/>
                  </a:lnTo>
                  <a:lnTo>
                    <a:pt x="535319" y="266627"/>
                  </a:lnTo>
                  <a:lnTo>
                    <a:pt x="487329" y="279957"/>
                  </a:lnTo>
                  <a:lnTo>
                    <a:pt x="441181" y="293484"/>
                  </a:lnTo>
                  <a:lnTo>
                    <a:pt x="396927" y="307197"/>
                  </a:lnTo>
                  <a:lnTo>
                    <a:pt x="354616" y="321087"/>
                  </a:lnTo>
                  <a:lnTo>
                    <a:pt x="314302" y="335144"/>
                  </a:lnTo>
                  <a:lnTo>
                    <a:pt x="276034" y="349358"/>
                  </a:lnTo>
                  <a:lnTo>
                    <a:pt x="239865" y="363719"/>
                  </a:lnTo>
                  <a:lnTo>
                    <a:pt x="181770" y="389176"/>
                  </a:lnTo>
                  <a:lnTo>
                    <a:pt x="130532" y="415002"/>
                  </a:lnTo>
                  <a:lnTo>
                    <a:pt x="86424" y="441143"/>
                  </a:lnTo>
                  <a:lnTo>
                    <a:pt x="49721" y="467548"/>
                  </a:lnTo>
                  <a:lnTo>
                    <a:pt x="20696" y="494164"/>
                  </a:lnTo>
                  <a:lnTo>
                    <a:pt x="1815" y="517584"/>
                  </a:lnTo>
                  <a:lnTo>
                    <a:pt x="0" y="520364"/>
                  </a:lnTo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1308363" y="1784255"/>
              <a:ext cx="30480" cy="46355"/>
            </a:xfrm>
            <a:custGeom>
              <a:avLst/>
              <a:gdLst/>
              <a:ahLst/>
              <a:cxnLst/>
              <a:rect l="l" t="t" r="r" b="b"/>
              <a:pathLst>
                <a:path w="30480" h="46355">
                  <a:moveTo>
                    <a:pt x="1689" y="45968"/>
                  </a:moveTo>
                  <a:lnTo>
                    <a:pt x="0" y="0"/>
                  </a:lnTo>
                  <a:lnTo>
                    <a:pt x="29943" y="9668"/>
                  </a:lnTo>
                  <a:lnTo>
                    <a:pt x="1689" y="45968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1308363" y="1784255"/>
              <a:ext cx="30480" cy="46355"/>
            </a:xfrm>
            <a:custGeom>
              <a:avLst/>
              <a:gdLst/>
              <a:ahLst/>
              <a:cxnLst/>
              <a:rect l="l" t="t" r="r" b="b"/>
              <a:pathLst>
                <a:path w="30480" h="46355">
                  <a:moveTo>
                    <a:pt x="0" y="0"/>
                  </a:moveTo>
                  <a:lnTo>
                    <a:pt x="1689" y="45968"/>
                  </a:lnTo>
                  <a:lnTo>
                    <a:pt x="29943" y="966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4689025" y="1604749"/>
              <a:ext cx="2575560" cy="238125"/>
            </a:xfrm>
            <a:custGeom>
              <a:avLst/>
              <a:gdLst/>
              <a:ahLst/>
              <a:cxnLst/>
              <a:rect l="l" t="t" r="r" b="b"/>
              <a:pathLst>
                <a:path w="2575559" h="238125">
                  <a:moveTo>
                    <a:pt x="0" y="238124"/>
                  </a:moveTo>
                  <a:lnTo>
                    <a:pt x="21651" y="199999"/>
                  </a:lnTo>
                  <a:lnTo>
                    <a:pt x="58657" y="175013"/>
                  </a:lnTo>
                  <a:lnTo>
                    <a:pt x="112058" y="150677"/>
                  </a:lnTo>
                  <a:lnTo>
                    <a:pt x="180427" y="127252"/>
                  </a:lnTo>
                  <a:lnTo>
                    <a:pt x="219780" y="115963"/>
                  </a:lnTo>
                  <a:lnTo>
                    <a:pt x="262340" y="104999"/>
                  </a:lnTo>
                  <a:lnTo>
                    <a:pt x="307929" y="94393"/>
                  </a:lnTo>
                  <a:lnTo>
                    <a:pt x="356370" y="84177"/>
                  </a:lnTo>
                  <a:lnTo>
                    <a:pt x="407484" y="74385"/>
                  </a:lnTo>
                  <a:lnTo>
                    <a:pt x="461092" y="65049"/>
                  </a:lnTo>
                  <a:lnTo>
                    <a:pt x="517018" y="56202"/>
                  </a:lnTo>
                  <a:lnTo>
                    <a:pt x="575081" y="47875"/>
                  </a:lnTo>
                  <a:lnTo>
                    <a:pt x="635105" y="40102"/>
                  </a:lnTo>
                  <a:lnTo>
                    <a:pt x="696911" y="32916"/>
                  </a:lnTo>
                  <a:lnTo>
                    <a:pt x="760320" y="26348"/>
                  </a:lnTo>
                  <a:lnTo>
                    <a:pt x="825155" y="20432"/>
                  </a:lnTo>
                  <a:lnTo>
                    <a:pt x="891238" y="15200"/>
                  </a:lnTo>
                  <a:lnTo>
                    <a:pt x="958390" y="10684"/>
                  </a:lnTo>
                  <a:lnTo>
                    <a:pt x="1026432" y="6918"/>
                  </a:lnTo>
                  <a:lnTo>
                    <a:pt x="1095188" y="3934"/>
                  </a:lnTo>
                  <a:lnTo>
                    <a:pt x="1164478" y="1765"/>
                  </a:lnTo>
                  <a:lnTo>
                    <a:pt x="1234125" y="442"/>
                  </a:lnTo>
                  <a:lnTo>
                    <a:pt x="1303949" y="0"/>
                  </a:lnTo>
                  <a:lnTo>
                    <a:pt x="1358267" y="279"/>
                  </a:lnTo>
                  <a:lnTo>
                    <a:pt x="1412500" y="1095"/>
                  </a:lnTo>
                  <a:lnTo>
                    <a:pt x="1466566" y="2433"/>
                  </a:lnTo>
                  <a:lnTo>
                    <a:pt x="1520380" y="4276"/>
                  </a:lnTo>
                  <a:lnTo>
                    <a:pt x="1573859" y="6610"/>
                  </a:lnTo>
                  <a:lnTo>
                    <a:pt x="1626919" y="9420"/>
                  </a:lnTo>
                  <a:lnTo>
                    <a:pt x="1679475" y="12689"/>
                  </a:lnTo>
                  <a:lnTo>
                    <a:pt x="1731445" y="16403"/>
                  </a:lnTo>
                  <a:lnTo>
                    <a:pt x="1782744" y="20547"/>
                  </a:lnTo>
                  <a:lnTo>
                    <a:pt x="1833288" y="25104"/>
                  </a:lnTo>
                  <a:lnTo>
                    <a:pt x="1882994" y="30060"/>
                  </a:lnTo>
                  <a:lnTo>
                    <a:pt x="1931777" y="35400"/>
                  </a:lnTo>
                  <a:lnTo>
                    <a:pt x="1979555" y="41107"/>
                  </a:lnTo>
                  <a:lnTo>
                    <a:pt x="2026242" y="47167"/>
                  </a:lnTo>
                  <a:lnTo>
                    <a:pt x="2071756" y="53565"/>
                  </a:lnTo>
                  <a:lnTo>
                    <a:pt x="2116012" y="60285"/>
                  </a:lnTo>
                  <a:lnTo>
                    <a:pt x="2158926" y="67311"/>
                  </a:lnTo>
                  <a:lnTo>
                    <a:pt x="2200415" y="74629"/>
                  </a:lnTo>
                  <a:lnTo>
                    <a:pt x="2259793" y="86119"/>
                  </a:lnTo>
                  <a:lnTo>
                    <a:pt x="2315492" y="98179"/>
                  </a:lnTo>
                  <a:lnTo>
                    <a:pt x="2367229" y="110756"/>
                  </a:lnTo>
                  <a:lnTo>
                    <a:pt x="2414722" y="123800"/>
                  </a:lnTo>
                  <a:lnTo>
                    <a:pt x="2457687" y="137258"/>
                  </a:lnTo>
                  <a:lnTo>
                    <a:pt x="2495842" y="151078"/>
                  </a:lnTo>
                  <a:lnTo>
                    <a:pt x="2532663" y="166996"/>
                  </a:lnTo>
                  <a:lnTo>
                    <a:pt x="2568369" y="186876"/>
                  </a:lnTo>
                  <a:lnTo>
                    <a:pt x="2571033" y="188704"/>
                  </a:lnTo>
                  <a:lnTo>
                    <a:pt x="2572365" y="189618"/>
                  </a:lnTo>
                  <a:lnTo>
                    <a:pt x="2573663" y="190533"/>
                  </a:lnTo>
                  <a:lnTo>
                    <a:pt x="2574926" y="191449"/>
                  </a:lnTo>
                  <a:lnTo>
                    <a:pt x="2575338" y="191757"/>
                  </a:lnTo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7251434" y="1787544"/>
              <a:ext cx="38100" cy="45085"/>
            </a:xfrm>
            <a:custGeom>
              <a:avLst/>
              <a:gdLst/>
              <a:ahLst/>
              <a:cxnLst/>
              <a:rect l="l" t="t" r="r" b="b"/>
              <a:pathLst>
                <a:path w="38100" h="45085">
                  <a:moveTo>
                    <a:pt x="37556" y="44487"/>
                  </a:moveTo>
                  <a:lnTo>
                    <a:pt x="0" y="17927"/>
                  </a:lnTo>
                  <a:lnTo>
                    <a:pt x="25858" y="0"/>
                  </a:lnTo>
                  <a:lnTo>
                    <a:pt x="37556" y="44487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7251434" y="1787544"/>
              <a:ext cx="38100" cy="45085"/>
            </a:xfrm>
            <a:custGeom>
              <a:avLst/>
              <a:gdLst/>
              <a:ahLst/>
              <a:cxnLst/>
              <a:rect l="l" t="t" r="r" b="b"/>
              <a:pathLst>
                <a:path w="38100" h="45085">
                  <a:moveTo>
                    <a:pt x="0" y="17927"/>
                  </a:moveTo>
                  <a:lnTo>
                    <a:pt x="37556" y="44487"/>
                  </a:lnTo>
                  <a:lnTo>
                    <a:pt x="25858" y="0"/>
                  </a:lnTo>
                  <a:lnTo>
                    <a:pt x="0" y="17927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31" name="object 31" descr=""/>
          <p:cNvGraphicFramePr>
            <a:graphicFrameLocks noGrp="1"/>
          </p:cNvGraphicFramePr>
          <p:nvPr/>
        </p:nvGraphicFramePr>
        <p:xfrm>
          <a:off x="1239962" y="1838112"/>
          <a:ext cx="7265670" cy="4235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920"/>
                <a:gridCol w="318134"/>
                <a:gridCol w="121920"/>
                <a:gridCol w="1224914"/>
                <a:gridCol w="121919"/>
                <a:gridCol w="489584"/>
                <a:gridCol w="123825"/>
                <a:gridCol w="857250"/>
                <a:gridCol w="123825"/>
                <a:gridCol w="857250"/>
                <a:gridCol w="121920"/>
                <a:gridCol w="1504314"/>
                <a:gridCol w="121920"/>
                <a:gridCol w="1066800"/>
              </a:tblGrid>
              <a:tr h="4235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6AA4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6AA4C8"/>
                    </a:solidFill>
                  </a:tcPr>
                </a:tc>
                <a:tc>
                  <a:txBody>
                    <a:bodyPr/>
                    <a:lstStyle/>
                    <a:p>
                      <a:pPr marL="284480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1400">
                          <a:latin typeface="Arial MT"/>
                          <a:cs typeface="Arial MT"/>
                        </a:rPr>
                        <a:t>en</a:t>
                      </a:r>
                      <a:r>
                        <a:rPr dirty="0" sz="14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 spc="-25">
                          <a:latin typeface="Arial MT"/>
                          <a:cs typeface="Arial MT"/>
                        </a:rPr>
                        <a:t>uso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99695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E9ED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6AA4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R w="19050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6AA4C8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14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en</a:t>
                      </a:r>
                      <a:r>
                        <a:rPr dirty="0" sz="1400" spc="-1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 spc="-2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uso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99695">
                    <a:lnL w="9525">
                      <a:solidFill>
                        <a:srgbClr val="1A1A1A"/>
                      </a:solidFill>
                      <a:prstDash val="solid"/>
                    </a:lnL>
                    <a:lnR w="12700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E9ED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1A1A1A"/>
                      </a:solidFill>
                      <a:prstDash val="solid"/>
                    </a:lnL>
                    <a:lnR w="12700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6AA4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6AA4C8"/>
                    </a:solidFill>
                  </a:tcPr>
                </a:tc>
                <a:tc>
                  <a:txBody>
                    <a:bodyPr/>
                    <a:lstStyle/>
                    <a:p>
                      <a:pPr marL="424180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14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en</a:t>
                      </a:r>
                      <a:r>
                        <a:rPr dirty="0" sz="1400" spc="-1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 spc="-2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uso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99695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E9ED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6AA4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2" name="object 32" descr=""/>
          <p:cNvSpPr txBox="1"/>
          <p:nvPr/>
        </p:nvSpPr>
        <p:spPr>
          <a:xfrm>
            <a:off x="2209125" y="3732905"/>
            <a:ext cx="221996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solidFill>
                  <a:srgbClr val="1A1A1A"/>
                </a:solidFill>
                <a:latin typeface="Courier New"/>
                <a:cs typeface="Courier New"/>
              </a:rPr>
              <a:t>bp-</a:t>
            </a:r>
            <a:r>
              <a:rPr dirty="0" sz="1800" b="1">
                <a:solidFill>
                  <a:srgbClr val="1A1A1A"/>
                </a:solidFill>
                <a:latin typeface="Courier New"/>
                <a:cs typeface="Courier New"/>
              </a:rPr>
              <a:t>&gt;ptr</a:t>
            </a:r>
            <a:r>
              <a:rPr dirty="0" sz="1800" spc="-15" b="1">
                <a:solidFill>
                  <a:srgbClr val="1A1A1A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1A1A1A"/>
                </a:solidFill>
                <a:latin typeface="Courier New"/>
                <a:cs typeface="Courier New"/>
              </a:rPr>
              <a:t>=</a:t>
            </a:r>
            <a:r>
              <a:rPr dirty="0" sz="1800" spc="-5" b="1">
                <a:solidFill>
                  <a:srgbClr val="1A1A1A"/>
                </a:solidFill>
                <a:latin typeface="Courier New"/>
                <a:cs typeface="Courier New"/>
              </a:rPr>
              <a:t> </a:t>
            </a:r>
            <a:r>
              <a:rPr dirty="0" sz="1800" spc="-50" b="1">
                <a:solidFill>
                  <a:srgbClr val="1A1A1A"/>
                </a:solidFill>
                <a:latin typeface="Courier New"/>
                <a:cs typeface="Courier New"/>
              </a:rPr>
              <a:t>p </a:t>
            </a:r>
            <a:r>
              <a:rPr dirty="0" sz="1800" spc="-10" b="1">
                <a:solidFill>
                  <a:srgbClr val="1A1A1A"/>
                </a:solidFill>
                <a:latin typeface="Courier New"/>
                <a:cs typeface="Courier New"/>
              </a:rPr>
              <a:t>prevp-</a:t>
            </a:r>
            <a:r>
              <a:rPr dirty="0" sz="1800" b="1">
                <a:solidFill>
                  <a:srgbClr val="1A1A1A"/>
                </a:solidFill>
                <a:latin typeface="Courier New"/>
                <a:cs typeface="Courier New"/>
              </a:rPr>
              <a:t>&gt;ptr</a:t>
            </a:r>
            <a:r>
              <a:rPr dirty="0" sz="1800" spc="-10" b="1">
                <a:solidFill>
                  <a:srgbClr val="1A1A1A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1A1A1A"/>
                </a:solidFill>
                <a:latin typeface="Courier New"/>
                <a:cs typeface="Courier New"/>
              </a:rPr>
              <a:t>=</a:t>
            </a:r>
            <a:r>
              <a:rPr dirty="0" sz="1800" spc="5" b="1">
                <a:solidFill>
                  <a:srgbClr val="1A1A1A"/>
                </a:solidFill>
                <a:latin typeface="Courier New"/>
                <a:cs typeface="Courier New"/>
              </a:rPr>
              <a:t> </a:t>
            </a:r>
            <a:r>
              <a:rPr dirty="0" sz="1800" spc="-25" b="1">
                <a:solidFill>
                  <a:srgbClr val="1A1A1A"/>
                </a:solidFill>
                <a:latin typeface="Courier New"/>
                <a:cs typeface="Courier New"/>
              </a:rPr>
              <a:t>bp;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73025" y="63880"/>
            <a:ext cx="25654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1A1A1A"/>
                </a:solidFill>
                <a:latin typeface="Arial MT"/>
                <a:cs typeface="Arial MT"/>
              </a:rPr>
              <a:t>Liberar</a:t>
            </a:r>
            <a:r>
              <a:rPr dirty="0" sz="1800" spc="-2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1A1A1A"/>
                </a:solidFill>
                <a:latin typeface="Arial MT"/>
                <a:cs typeface="Arial MT"/>
              </a:rPr>
              <a:t>bloque:</a:t>
            </a:r>
            <a:r>
              <a:rPr dirty="0" sz="1800" spc="-2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1A1A1A"/>
                </a:solidFill>
                <a:latin typeface="Arial MT"/>
                <a:cs typeface="Arial MT"/>
              </a:rPr>
              <a:t>Coalesce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1301012" y="1263962"/>
            <a:ext cx="6000750" cy="584200"/>
            <a:chOff x="1301012" y="1263962"/>
            <a:chExt cx="6000750" cy="584200"/>
          </a:xfrm>
        </p:grpSpPr>
        <p:sp>
          <p:nvSpPr>
            <p:cNvPr id="4" name="object 4" descr=""/>
            <p:cNvSpPr/>
            <p:nvPr/>
          </p:nvSpPr>
          <p:spPr>
            <a:xfrm>
              <a:off x="1305774" y="1604749"/>
              <a:ext cx="1762125" cy="238125"/>
            </a:xfrm>
            <a:custGeom>
              <a:avLst/>
              <a:gdLst/>
              <a:ahLst/>
              <a:cxnLst/>
              <a:rect l="l" t="t" r="r" b="b"/>
              <a:pathLst>
                <a:path w="1762125" h="238125">
                  <a:moveTo>
                    <a:pt x="0" y="238124"/>
                  </a:moveTo>
                  <a:lnTo>
                    <a:pt x="28663" y="184944"/>
                  </a:lnTo>
                  <a:lnTo>
                    <a:pt x="76828" y="150677"/>
                  </a:lnTo>
                  <a:lnTo>
                    <a:pt x="145107" y="118196"/>
                  </a:lnTo>
                  <a:lnTo>
                    <a:pt x="185951" y="102848"/>
                  </a:lnTo>
                  <a:lnTo>
                    <a:pt x="230819" y="88215"/>
                  </a:lnTo>
                  <a:lnTo>
                    <a:pt x="279374" y="74385"/>
                  </a:lnTo>
                  <a:lnTo>
                    <a:pt x="331282" y="61450"/>
                  </a:lnTo>
                  <a:lnTo>
                    <a:pt x="386207" y="49497"/>
                  </a:lnTo>
                  <a:lnTo>
                    <a:pt x="443815" y="38617"/>
                  </a:lnTo>
                  <a:lnTo>
                    <a:pt x="503768" y="28899"/>
                  </a:lnTo>
                  <a:lnTo>
                    <a:pt x="565734" y="20432"/>
                  </a:lnTo>
                  <a:lnTo>
                    <a:pt x="629375" y="13306"/>
                  </a:lnTo>
                  <a:lnTo>
                    <a:pt x="694358" y="7610"/>
                  </a:lnTo>
                  <a:lnTo>
                    <a:pt x="760346" y="3434"/>
                  </a:lnTo>
                  <a:lnTo>
                    <a:pt x="827005" y="867"/>
                  </a:lnTo>
                  <a:lnTo>
                    <a:pt x="893999" y="0"/>
                  </a:lnTo>
                  <a:lnTo>
                    <a:pt x="949842" y="621"/>
                  </a:lnTo>
                  <a:lnTo>
                    <a:pt x="1005491" y="2433"/>
                  </a:lnTo>
                  <a:lnTo>
                    <a:pt x="1060751" y="5383"/>
                  </a:lnTo>
                  <a:lnTo>
                    <a:pt x="1115430" y="9420"/>
                  </a:lnTo>
                  <a:lnTo>
                    <a:pt x="1169333" y="14492"/>
                  </a:lnTo>
                  <a:lnTo>
                    <a:pt x="1222265" y="20547"/>
                  </a:lnTo>
                  <a:lnTo>
                    <a:pt x="1274034" y="27533"/>
                  </a:lnTo>
                  <a:lnTo>
                    <a:pt x="1324444" y="35400"/>
                  </a:lnTo>
                  <a:lnTo>
                    <a:pt x="1373302" y="44094"/>
                  </a:lnTo>
                  <a:lnTo>
                    <a:pt x="1420414" y="53565"/>
                  </a:lnTo>
                  <a:lnTo>
                    <a:pt x="1465587" y="63761"/>
                  </a:lnTo>
                  <a:lnTo>
                    <a:pt x="1508624" y="74629"/>
                  </a:lnTo>
                  <a:lnTo>
                    <a:pt x="1568756" y="92081"/>
                  </a:lnTo>
                  <a:lnTo>
                    <a:pt x="1622994" y="110756"/>
                  </a:lnTo>
                  <a:lnTo>
                    <a:pt x="1670684" y="130480"/>
                  </a:lnTo>
                  <a:lnTo>
                    <a:pt x="1711171" y="151078"/>
                  </a:lnTo>
                  <a:lnTo>
                    <a:pt x="1743801" y="172376"/>
                  </a:lnTo>
                  <a:lnTo>
                    <a:pt x="1756965" y="183233"/>
                  </a:lnTo>
                  <a:lnTo>
                    <a:pt x="1757971" y="184143"/>
                  </a:lnTo>
                  <a:lnTo>
                    <a:pt x="1758954" y="185054"/>
                  </a:lnTo>
                  <a:lnTo>
                    <a:pt x="1759914" y="185965"/>
                  </a:lnTo>
                  <a:lnTo>
                    <a:pt x="1761887" y="187889"/>
                  </a:lnTo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3053668" y="1785450"/>
              <a:ext cx="34290" cy="45720"/>
            </a:xfrm>
            <a:custGeom>
              <a:avLst/>
              <a:gdLst/>
              <a:ahLst/>
              <a:cxnLst/>
              <a:rect l="l" t="t" r="r" b="b"/>
              <a:pathLst>
                <a:path w="34289" h="45719">
                  <a:moveTo>
                    <a:pt x="33744" y="45638"/>
                  </a:moveTo>
                  <a:lnTo>
                    <a:pt x="0" y="14376"/>
                  </a:lnTo>
                  <a:lnTo>
                    <a:pt x="27988" y="0"/>
                  </a:lnTo>
                  <a:lnTo>
                    <a:pt x="33744" y="45638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3053668" y="1785450"/>
              <a:ext cx="34290" cy="45720"/>
            </a:xfrm>
            <a:custGeom>
              <a:avLst/>
              <a:gdLst/>
              <a:ahLst/>
              <a:cxnLst/>
              <a:rect l="l" t="t" r="r" b="b"/>
              <a:pathLst>
                <a:path w="34289" h="45719">
                  <a:moveTo>
                    <a:pt x="0" y="14376"/>
                  </a:moveTo>
                  <a:lnTo>
                    <a:pt x="33744" y="45638"/>
                  </a:lnTo>
                  <a:lnTo>
                    <a:pt x="27988" y="0"/>
                  </a:lnTo>
                  <a:lnTo>
                    <a:pt x="0" y="14376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3093774" y="1604749"/>
              <a:ext cx="1571625" cy="238125"/>
            </a:xfrm>
            <a:custGeom>
              <a:avLst/>
              <a:gdLst/>
              <a:ahLst/>
              <a:cxnLst/>
              <a:rect l="l" t="t" r="r" b="b"/>
              <a:pathLst>
                <a:path w="1571625" h="238125">
                  <a:moveTo>
                    <a:pt x="0" y="238124"/>
                  </a:moveTo>
                  <a:lnTo>
                    <a:pt x="14225" y="198598"/>
                  </a:lnTo>
                  <a:lnTo>
                    <a:pt x="54711" y="160047"/>
                  </a:lnTo>
                  <a:lnTo>
                    <a:pt x="118177" y="123455"/>
                  </a:lnTo>
                  <a:lnTo>
                    <a:pt x="157501" y="106200"/>
                  </a:lnTo>
                  <a:lnTo>
                    <a:pt x="201339" y="89802"/>
                  </a:lnTo>
                  <a:lnTo>
                    <a:pt x="249281" y="74385"/>
                  </a:lnTo>
                  <a:lnTo>
                    <a:pt x="300915" y="60072"/>
                  </a:lnTo>
                  <a:lnTo>
                    <a:pt x="355832" y="46983"/>
                  </a:lnTo>
                  <a:lnTo>
                    <a:pt x="413622" y="35244"/>
                  </a:lnTo>
                  <a:lnTo>
                    <a:pt x="473873" y="24976"/>
                  </a:lnTo>
                  <a:lnTo>
                    <a:pt x="536176" y="16302"/>
                  </a:lnTo>
                  <a:lnTo>
                    <a:pt x="600121" y="9344"/>
                  </a:lnTo>
                  <a:lnTo>
                    <a:pt x="665297" y="4226"/>
                  </a:lnTo>
                  <a:lnTo>
                    <a:pt x="731293" y="1070"/>
                  </a:lnTo>
                  <a:lnTo>
                    <a:pt x="797699" y="0"/>
                  </a:lnTo>
                  <a:lnTo>
                    <a:pt x="852051" y="737"/>
                  </a:lnTo>
                  <a:lnTo>
                    <a:pt x="906177" y="2886"/>
                  </a:lnTo>
                  <a:lnTo>
                    <a:pt x="959854" y="6378"/>
                  </a:lnTo>
                  <a:lnTo>
                    <a:pt x="1012857" y="11147"/>
                  </a:lnTo>
                  <a:lnTo>
                    <a:pt x="1064960" y="17125"/>
                  </a:lnTo>
                  <a:lnTo>
                    <a:pt x="1115940" y="24245"/>
                  </a:lnTo>
                  <a:lnTo>
                    <a:pt x="1165572" y="32440"/>
                  </a:lnTo>
                  <a:lnTo>
                    <a:pt x="1213630" y="41644"/>
                  </a:lnTo>
                  <a:lnTo>
                    <a:pt x="1259891" y="51788"/>
                  </a:lnTo>
                  <a:lnTo>
                    <a:pt x="1304128" y="62805"/>
                  </a:lnTo>
                  <a:lnTo>
                    <a:pt x="1346118" y="74629"/>
                  </a:lnTo>
                  <a:lnTo>
                    <a:pt x="1399772" y="92081"/>
                  </a:lnTo>
                  <a:lnTo>
                    <a:pt x="1448168" y="110756"/>
                  </a:lnTo>
                  <a:lnTo>
                    <a:pt x="1490721" y="130480"/>
                  </a:lnTo>
                  <a:lnTo>
                    <a:pt x="1526847" y="151078"/>
                  </a:lnTo>
                  <a:lnTo>
                    <a:pt x="1560198" y="175975"/>
                  </a:lnTo>
                  <a:lnTo>
                    <a:pt x="1567708" y="183233"/>
                  </a:lnTo>
                  <a:lnTo>
                    <a:pt x="1568606" y="184143"/>
                  </a:lnTo>
                  <a:lnTo>
                    <a:pt x="1569483" y="185054"/>
                  </a:lnTo>
                  <a:lnTo>
                    <a:pt x="1570340" y="185965"/>
                  </a:lnTo>
                  <a:lnTo>
                    <a:pt x="1571229" y="186937"/>
                  </a:lnTo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4650747" y="1785033"/>
              <a:ext cx="33020" cy="46355"/>
            </a:xfrm>
            <a:custGeom>
              <a:avLst/>
              <a:gdLst/>
              <a:ahLst/>
              <a:cxnLst/>
              <a:rect l="l" t="t" r="r" b="b"/>
              <a:pathLst>
                <a:path w="33020" h="46355">
                  <a:moveTo>
                    <a:pt x="32537" y="45822"/>
                  </a:moveTo>
                  <a:lnTo>
                    <a:pt x="0" y="13307"/>
                  </a:lnTo>
                  <a:lnTo>
                    <a:pt x="28512" y="0"/>
                  </a:lnTo>
                  <a:lnTo>
                    <a:pt x="32537" y="45822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4650747" y="1785033"/>
              <a:ext cx="33020" cy="46355"/>
            </a:xfrm>
            <a:custGeom>
              <a:avLst/>
              <a:gdLst/>
              <a:ahLst/>
              <a:cxnLst/>
              <a:rect l="l" t="t" r="r" b="b"/>
              <a:pathLst>
                <a:path w="33020" h="46355">
                  <a:moveTo>
                    <a:pt x="0" y="13307"/>
                  </a:moveTo>
                  <a:lnTo>
                    <a:pt x="32537" y="45822"/>
                  </a:lnTo>
                  <a:lnTo>
                    <a:pt x="28512" y="0"/>
                  </a:lnTo>
                  <a:lnTo>
                    <a:pt x="0" y="13307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4689025" y="1604749"/>
              <a:ext cx="2575560" cy="238125"/>
            </a:xfrm>
            <a:custGeom>
              <a:avLst/>
              <a:gdLst/>
              <a:ahLst/>
              <a:cxnLst/>
              <a:rect l="l" t="t" r="r" b="b"/>
              <a:pathLst>
                <a:path w="2575559" h="238125">
                  <a:moveTo>
                    <a:pt x="0" y="238124"/>
                  </a:moveTo>
                  <a:lnTo>
                    <a:pt x="21651" y="199999"/>
                  </a:lnTo>
                  <a:lnTo>
                    <a:pt x="58657" y="175013"/>
                  </a:lnTo>
                  <a:lnTo>
                    <a:pt x="112058" y="150677"/>
                  </a:lnTo>
                  <a:lnTo>
                    <a:pt x="180427" y="127252"/>
                  </a:lnTo>
                  <a:lnTo>
                    <a:pt x="219780" y="115963"/>
                  </a:lnTo>
                  <a:lnTo>
                    <a:pt x="262340" y="104999"/>
                  </a:lnTo>
                  <a:lnTo>
                    <a:pt x="307929" y="94393"/>
                  </a:lnTo>
                  <a:lnTo>
                    <a:pt x="356370" y="84177"/>
                  </a:lnTo>
                  <a:lnTo>
                    <a:pt x="407484" y="74385"/>
                  </a:lnTo>
                  <a:lnTo>
                    <a:pt x="461092" y="65049"/>
                  </a:lnTo>
                  <a:lnTo>
                    <a:pt x="517018" y="56202"/>
                  </a:lnTo>
                  <a:lnTo>
                    <a:pt x="575081" y="47875"/>
                  </a:lnTo>
                  <a:lnTo>
                    <a:pt x="635105" y="40102"/>
                  </a:lnTo>
                  <a:lnTo>
                    <a:pt x="696911" y="32916"/>
                  </a:lnTo>
                  <a:lnTo>
                    <a:pt x="760320" y="26348"/>
                  </a:lnTo>
                  <a:lnTo>
                    <a:pt x="825155" y="20432"/>
                  </a:lnTo>
                  <a:lnTo>
                    <a:pt x="891238" y="15200"/>
                  </a:lnTo>
                  <a:lnTo>
                    <a:pt x="958390" y="10684"/>
                  </a:lnTo>
                  <a:lnTo>
                    <a:pt x="1026432" y="6918"/>
                  </a:lnTo>
                  <a:lnTo>
                    <a:pt x="1095188" y="3934"/>
                  </a:lnTo>
                  <a:lnTo>
                    <a:pt x="1164478" y="1765"/>
                  </a:lnTo>
                  <a:lnTo>
                    <a:pt x="1234125" y="442"/>
                  </a:lnTo>
                  <a:lnTo>
                    <a:pt x="1303949" y="0"/>
                  </a:lnTo>
                  <a:lnTo>
                    <a:pt x="1358267" y="279"/>
                  </a:lnTo>
                  <a:lnTo>
                    <a:pt x="1412500" y="1095"/>
                  </a:lnTo>
                  <a:lnTo>
                    <a:pt x="1466566" y="2433"/>
                  </a:lnTo>
                  <a:lnTo>
                    <a:pt x="1520380" y="4276"/>
                  </a:lnTo>
                  <a:lnTo>
                    <a:pt x="1573859" y="6610"/>
                  </a:lnTo>
                  <a:lnTo>
                    <a:pt x="1626919" y="9420"/>
                  </a:lnTo>
                  <a:lnTo>
                    <a:pt x="1679475" y="12689"/>
                  </a:lnTo>
                  <a:lnTo>
                    <a:pt x="1731445" y="16403"/>
                  </a:lnTo>
                  <a:lnTo>
                    <a:pt x="1782744" y="20547"/>
                  </a:lnTo>
                  <a:lnTo>
                    <a:pt x="1833288" y="25104"/>
                  </a:lnTo>
                  <a:lnTo>
                    <a:pt x="1882994" y="30060"/>
                  </a:lnTo>
                  <a:lnTo>
                    <a:pt x="1931777" y="35400"/>
                  </a:lnTo>
                  <a:lnTo>
                    <a:pt x="1979555" y="41107"/>
                  </a:lnTo>
                  <a:lnTo>
                    <a:pt x="2026242" y="47167"/>
                  </a:lnTo>
                  <a:lnTo>
                    <a:pt x="2071756" y="53565"/>
                  </a:lnTo>
                  <a:lnTo>
                    <a:pt x="2116012" y="60285"/>
                  </a:lnTo>
                  <a:lnTo>
                    <a:pt x="2158926" y="67311"/>
                  </a:lnTo>
                  <a:lnTo>
                    <a:pt x="2200415" y="74629"/>
                  </a:lnTo>
                  <a:lnTo>
                    <a:pt x="2259793" y="86119"/>
                  </a:lnTo>
                  <a:lnTo>
                    <a:pt x="2315492" y="98179"/>
                  </a:lnTo>
                  <a:lnTo>
                    <a:pt x="2367229" y="110756"/>
                  </a:lnTo>
                  <a:lnTo>
                    <a:pt x="2414722" y="123800"/>
                  </a:lnTo>
                  <a:lnTo>
                    <a:pt x="2457687" y="137258"/>
                  </a:lnTo>
                  <a:lnTo>
                    <a:pt x="2495842" y="151078"/>
                  </a:lnTo>
                  <a:lnTo>
                    <a:pt x="2532663" y="166996"/>
                  </a:lnTo>
                  <a:lnTo>
                    <a:pt x="2568369" y="186876"/>
                  </a:lnTo>
                  <a:lnTo>
                    <a:pt x="2571033" y="188704"/>
                  </a:lnTo>
                  <a:lnTo>
                    <a:pt x="2572365" y="189618"/>
                  </a:lnTo>
                  <a:lnTo>
                    <a:pt x="2573663" y="190533"/>
                  </a:lnTo>
                  <a:lnTo>
                    <a:pt x="2574926" y="191449"/>
                  </a:lnTo>
                  <a:lnTo>
                    <a:pt x="2575338" y="191757"/>
                  </a:lnTo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7251434" y="1787544"/>
              <a:ext cx="38100" cy="45085"/>
            </a:xfrm>
            <a:custGeom>
              <a:avLst/>
              <a:gdLst/>
              <a:ahLst/>
              <a:cxnLst/>
              <a:rect l="l" t="t" r="r" b="b"/>
              <a:pathLst>
                <a:path w="38100" h="45085">
                  <a:moveTo>
                    <a:pt x="37556" y="44487"/>
                  </a:moveTo>
                  <a:lnTo>
                    <a:pt x="0" y="17927"/>
                  </a:lnTo>
                  <a:lnTo>
                    <a:pt x="25858" y="0"/>
                  </a:lnTo>
                  <a:lnTo>
                    <a:pt x="37556" y="44487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7251434" y="1787544"/>
              <a:ext cx="38100" cy="45085"/>
            </a:xfrm>
            <a:custGeom>
              <a:avLst/>
              <a:gdLst/>
              <a:ahLst/>
              <a:cxnLst/>
              <a:rect l="l" t="t" r="r" b="b"/>
              <a:pathLst>
                <a:path w="38100" h="45085">
                  <a:moveTo>
                    <a:pt x="0" y="17927"/>
                  </a:moveTo>
                  <a:lnTo>
                    <a:pt x="37556" y="44487"/>
                  </a:lnTo>
                  <a:lnTo>
                    <a:pt x="25858" y="0"/>
                  </a:lnTo>
                  <a:lnTo>
                    <a:pt x="0" y="17927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1323335" y="1268724"/>
              <a:ext cx="5973445" cy="574675"/>
            </a:xfrm>
            <a:custGeom>
              <a:avLst/>
              <a:gdLst/>
              <a:ahLst/>
              <a:cxnLst/>
              <a:rect l="l" t="t" r="r" b="b"/>
              <a:pathLst>
                <a:path w="5973445" h="574675">
                  <a:moveTo>
                    <a:pt x="5973439" y="574149"/>
                  </a:moveTo>
                  <a:lnTo>
                    <a:pt x="5964015" y="534428"/>
                  </a:lnTo>
                  <a:lnTo>
                    <a:pt x="5936331" y="494876"/>
                  </a:lnTo>
                  <a:lnTo>
                    <a:pt x="5908168" y="468685"/>
                  </a:lnTo>
                  <a:lnTo>
                    <a:pt x="5872544" y="442694"/>
                  </a:lnTo>
                  <a:lnTo>
                    <a:pt x="5829720" y="416954"/>
                  </a:lnTo>
                  <a:lnTo>
                    <a:pt x="5779960" y="391515"/>
                  </a:lnTo>
                  <a:lnTo>
                    <a:pt x="5723524" y="366427"/>
                  </a:lnTo>
                  <a:lnTo>
                    <a:pt x="5660674" y="341740"/>
                  </a:lnTo>
                  <a:lnTo>
                    <a:pt x="5591673" y="317505"/>
                  </a:lnTo>
                  <a:lnTo>
                    <a:pt x="5554947" y="305573"/>
                  </a:lnTo>
                  <a:lnTo>
                    <a:pt x="5516781" y="293772"/>
                  </a:lnTo>
                  <a:lnTo>
                    <a:pt x="5477209" y="282109"/>
                  </a:lnTo>
                  <a:lnTo>
                    <a:pt x="5436261" y="270590"/>
                  </a:lnTo>
                  <a:lnTo>
                    <a:pt x="5393973" y="259222"/>
                  </a:lnTo>
                  <a:lnTo>
                    <a:pt x="5350375" y="248011"/>
                  </a:lnTo>
                  <a:lnTo>
                    <a:pt x="5305501" y="236963"/>
                  </a:lnTo>
                  <a:lnTo>
                    <a:pt x="5259384" y="226084"/>
                  </a:lnTo>
                  <a:lnTo>
                    <a:pt x="5212056" y="215381"/>
                  </a:lnTo>
                  <a:lnTo>
                    <a:pt x="5163550" y="204859"/>
                  </a:lnTo>
                  <a:lnTo>
                    <a:pt x="5113898" y="194526"/>
                  </a:lnTo>
                  <a:lnTo>
                    <a:pt x="5063134" y="184388"/>
                  </a:lnTo>
                  <a:lnTo>
                    <a:pt x="5011290" y="174450"/>
                  </a:lnTo>
                  <a:lnTo>
                    <a:pt x="4958399" y="164719"/>
                  </a:lnTo>
                  <a:lnTo>
                    <a:pt x="4904494" y="155202"/>
                  </a:lnTo>
                  <a:lnTo>
                    <a:pt x="4849607" y="145904"/>
                  </a:lnTo>
                  <a:lnTo>
                    <a:pt x="4793771" y="136832"/>
                  </a:lnTo>
                  <a:lnTo>
                    <a:pt x="4737019" y="127992"/>
                  </a:lnTo>
                  <a:lnTo>
                    <a:pt x="4679383" y="119390"/>
                  </a:lnTo>
                  <a:lnTo>
                    <a:pt x="4620896" y="111034"/>
                  </a:lnTo>
                  <a:lnTo>
                    <a:pt x="4561592" y="102928"/>
                  </a:lnTo>
                  <a:lnTo>
                    <a:pt x="4501502" y="95079"/>
                  </a:lnTo>
                  <a:lnTo>
                    <a:pt x="4440659" y="87494"/>
                  </a:lnTo>
                  <a:lnTo>
                    <a:pt x="4379097" y="80179"/>
                  </a:lnTo>
                  <a:lnTo>
                    <a:pt x="4316847" y="73140"/>
                  </a:lnTo>
                  <a:lnTo>
                    <a:pt x="4253943" y="66383"/>
                  </a:lnTo>
                  <a:lnTo>
                    <a:pt x="4190417" y="59915"/>
                  </a:lnTo>
                  <a:lnTo>
                    <a:pt x="4126302" y="53742"/>
                  </a:lnTo>
                  <a:lnTo>
                    <a:pt x="4061631" y="47869"/>
                  </a:lnTo>
                  <a:lnTo>
                    <a:pt x="3996436" y="42305"/>
                  </a:lnTo>
                  <a:lnTo>
                    <a:pt x="3930751" y="37054"/>
                  </a:lnTo>
                  <a:lnTo>
                    <a:pt x="3864607" y="32123"/>
                  </a:lnTo>
                  <a:lnTo>
                    <a:pt x="3798038" y="27519"/>
                  </a:lnTo>
                  <a:lnTo>
                    <a:pt x="3731076" y="23247"/>
                  </a:lnTo>
                  <a:lnTo>
                    <a:pt x="3663754" y="19313"/>
                  </a:lnTo>
                  <a:lnTo>
                    <a:pt x="3596106" y="15725"/>
                  </a:lnTo>
                  <a:lnTo>
                    <a:pt x="3528162" y="12489"/>
                  </a:lnTo>
                  <a:lnTo>
                    <a:pt x="3459957" y="9610"/>
                  </a:lnTo>
                  <a:lnTo>
                    <a:pt x="3391523" y="7095"/>
                  </a:lnTo>
                  <a:lnTo>
                    <a:pt x="3322892" y="4950"/>
                  </a:lnTo>
                  <a:lnTo>
                    <a:pt x="3254098" y="3182"/>
                  </a:lnTo>
                  <a:lnTo>
                    <a:pt x="3185173" y="1796"/>
                  </a:lnTo>
                  <a:lnTo>
                    <a:pt x="3116149" y="800"/>
                  </a:lnTo>
                  <a:lnTo>
                    <a:pt x="3047061" y="199"/>
                  </a:lnTo>
                  <a:lnTo>
                    <a:pt x="2977939" y="0"/>
                  </a:lnTo>
                  <a:lnTo>
                    <a:pt x="2923146" y="130"/>
                  </a:lnTo>
                  <a:lnTo>
                    <a:pt x="2868369" y="513"/>
                  </a:lnTo>
                  <a:lnTo>
                    <a:pt x="2813625" y="1147"/>
                  </a:lnTo>
                  <a:lnTo>
                    <a:pt x="2758930" y="2028"/>
                  </a:lnTo>
                  <a:lnTo>
                    <a:pt x="2704300" y="3152"/>
                  </a:lnTo>
                  <a:lnTo>
                    <a:pt x="2649751" y="4517"/>
                  </a:lnTo>
                  <a:lnTo>
                    <a:pt x="2595301" y="6119"/>
                  </a:lnTo>
                  <a:lnTo>
                    <a:pt x="2540964" y="7956"/>
                  </a:lnTo>
                  <a:lnTo>
                    <a:pt x="2486758" y="10025"/>
                  </a:lnTo>
                  <a:lnTo>
                    <a:pt x="2432698" y="12321"/>
                  </a:lnTo>
                  <a:lnTo>
                    <a:pt x="2378802" y="14843"/>
                  </a:lnTo>
                  <a:lnTo>
                    <a:pt x="2325084" y="17586"/>
                  </a:lnTo>
                  <a:lnTo>
                    <a:pt x="2271563" y="20548"/>
                  </a:lnTo>
                  <a:lnTo>
                    <a:pt x="2218253" y="23726"/>
                  </a:lnTo>
                  <a:lnTo>
                    <a:pt x="2165171" y="27117"/>
                  </a:lnTo>
                  <a:lnTo>
                    <a:pt x="2112334" y="30716"/>
                  </a:lnTo>
                  <a:lnTo>
                    <a:pt x="2059757" y="34523"/>
                  </a:lnTo>
                  <a:lnTo>
                    <a:pt x="2007458" y="38532"/>
                  </a:lnTo>
                  <a:lnTo>
                    <a:pt x="1955452" y="42741"/>
                  </a:lnTo>
                  <a:lnTo>
                    <a:pt x="1903756" y="47148"/>
                  </a:lnTo>
                  <a:lnTo>
                    <a:pt x="1852385" y="51748"/>
                  </a:lnTo>
                  <a:lnTo>
                    <a:pt x="1801357" y="56539"/>
                  </a:lnTo>
                  <a:lnTo>
                    <a:pt x="1750688" y="61517"/>
                  </a:lnTo>
                  <a:lnTo>
                    <a:pt x="1700393" y="66680"/>
                  </a:lnTo>
                  <a:lnTo>
                    <a:pt x="1650490" y="72024"/>
                  </a:lnTo>
                  <a:lnTo>
                    <a:pt x="1600994" y="77546"/>
                  </a:lnTo>
                  <a:lnTo>
                    <a:pt x="1551922" y="83244"/>
                  </a:lnTo>
                  <a:lnTo>
                    <a:pt x="1503290" y="89113"/>
                  </a:lnTo>
                  <a:lnTo>
                    <a:pt x="1455114" y="95151"/>
                  </a:lnTo>
                  <a:lnTo>
                    <a:pt x="1407411" y="101355"/>
                  </a:lnTo>
                  <a:lnTo>
                    <a:pt x="1360196" y="107721"/>
                  </a:lnTo>
                  <a:lnTo>
                    <a:pt x="1313487" y="114247"/>
                  </a:lnTo>
                  <a:lnTo>
                    <a:pt x="1267300" y="120929"/>
                  </a:lnTo>
                  <a:lnTo>
                    <a:pt x="1221651" y="127764"/>
                  </a:lnTo>
                  <a:lnTo>
                    <a:pt x="1176555" y="134749"/>
                  </a:lnTo>
                  <a:lnTo>
                    <a:pt x="1132030" y="141881"/>
                  </a:lnTo>
                  <a:lnTo>
                    <a:pt x="1088092" y="149157"/>
                  </a:lnTo>
                  <a:lnTo>
                    <a:pt x="1044757" y="156574"/>
                  </a:lnTo>
                  <a:lnTo>
                    <a:pt x="1002041" y="164128"/>
                  </a:lnTo>
                  <a:lnTo>
                    <a:pt x="959961" y="171817"/>
                  </a:lnTo>
                  <a:lnTo>
                    <a:pt x="918533" y="179637"/>
                  </a:lnTo>
                  <a:lnTo>
                    <a:pt x="859080" y="191318"/>
                  </a:lnTo>
                  <a:lnTo>
                    <a:pt x="801112" y="203264"/>
                  </a:lnTo>
                  <a:lnTo>
                    <a:pt x="744678" y="215466"/>
                  </a:lnTo>
                  <a:lnTo>
                    <a:pt x="689831" y="227912"/>
                  </a:lnTo>
                  <a:lnTo>
                    <a:pt x="636622" y="240595"/>
                  </a:lnTo>
                  <a:lnTo>
                    <a:pt x="585101" y="253503"/>
                  </a:lnTo>
                  <a:lnTo>
                    <a:pt x="535319" y="266627"/>
                  </a:lnTo>
                  <a:lnTo>
                    <a:pt x="487329" y="279957"/>
                  </a:lnTo>
                  <a:lnTo>
                    <a:pt x="441181" y="293484"/>
                  </a:lnTo>
                  <a:lnTo>
                    <a:pt x="396927" y="307197"/>
                  </a:lnTo>
                  <a:lnTo>
                    <a:pt x="354616" y="321087"/>
                  </a:lnTo>
                  <a:lnTo>
                    <a:pt x="314302" y="335144"/>
                  </a:lnTo>
                  <a:lnTo>
                    <a:pt x="276034" y="349358"/>
                  </a:lnTo>
                  <a:lnTo>
                    <a:pt x="239865" y="363719"/>
                  </a:lnTo>
                  <a:lnTo>
                    <a:pt x="181770" y="389176"/>
                  </a:lnTo>
                  <a:lnTo>
                    <a:pt x="130532" y="415002"/>
                  </a:lnTo>
                  <a:lnTo>
                    <a:pt x="86424" y="441143"/>
                  </a:lnTo>
                  <a:lnTo>
                    <a:pt x="49721" y="467548"/>
                  </a:lnTo>
                  <a:lnTo>
                    <a:pt x="20696" y="494164"/>
                  </a:lnTo>
                  <a:lnTo>
                    <a:pt x="1815" y="517584"/>
                  </a:lnTo>
                  <a:lnTo>
                    <a:pt x="0" y="520364"/>
                  </a:lnTo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1308363" y="1784255"/>
              <a:ext cx="30480" cy="46355"/>
            </a:xfrm>
            <a:custGeom>
              <a:avLst/>
              <a:gdLst/>
              <a:ahLst/>
              <a:cxnLst/>
              <a:rect l="l" t="t" r="r" b="b"/>
              <a:pathLst>
                <a:path w="30480" h="46355">
                  <a:moveTo>
                    <a:pt x="1689" y="45968"/>
                  </a:moveTo>
                  <a:lnTo>
                    <a:pt x="0" y="0"/>
                  </a:lnTo>
                  <a:lnTo>
                    <a:pt x="29943" y="9668"/>
                  </a:lnTo>
                  <a:lnTo>
                    <a:pt x="1689" y="45968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1308363" y="1784255"/>
              <a:ext cx="30480" cy="46355"/>
            </a:xfrm>
            <a:custGeom>
              <a:avLst/>
              <a:gdLst/>
              <a:ahLst/>
              <a:cxnLst/>
              <a:rect l="l" t="t" r="r" b="b"/>
              <a:pathLst>
                <a:path w="30480" h="46355">
                  <a:moveTo>
                    <a:pt x="0" y="0"/>
                  </a:moveTo>
                  <a:lnTo>
                    <a:pt x="1689" y="45968"/>
                  </a:lnTo>
                  <a:lnTo>
                    <a:pt x="29943" y="966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16" name="object 16" descr=""/>
          <p:cNvGraphicFramePr>
            <a:graphicFrameLocks noGrp="1"/>
          </p:cNvGraphicFramePr>
          <p:nvPr/>
        </p:nvGraphicFramePr>
        <p:xfrm>
          <a:off x="1239962" y="1838112"/>
          <a:ext cx="7265670" cy="4235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920"/>
                <a:gridCol w="318134"/>
                <a:gridCol w="121920"/>
                <a:gridCol w="1224914"/>
                <a:gridCol w="121919"/>
                <a:gridCol w="489584"/>
                <a:gridCol w="123825"/>
                <a:gridCol w="857250"/>
                <a:gridCol w="122554"/>
                <a:gridCol w="367664"/>
                <a:gridCol w="121285"/>
                <a:gridCol w="367664"/>
                <a:gridCol w="50164"/>
                <a:gridCol w="71120"/>
                <a:gridCol w="1504314"/>
                <a:gridCol w="121920"/>
                <a:gridCol w="1066800"/>
              </a:tblGrid>
              <a:tr h="4235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6AA4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6AA4C8"/>
                    </a:solidFill>
                  </a:tcPr>
                </a:tc>
                <a:tc>
                  <a:txBody>
                    <a:bodyPr/>
                    <a:lstStyle/>
                    <a:p>
                      <a:pPr marL="284480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1400">
                          <a:latin typeface="Arial MT"/>
                          <a:cs typeface="Arial MT"/>
                        </a:rPr>
                        <a:t>en</a:t>
                      </a:r>
                      <a:r>
                        <a:rPr dirty="0" sz="14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 spc="-25">
                          <a:latin typeface="Arial MT"/>
                          <a:cs typeface="Arial MT"/>
                        </a:rPr>
                        <a:t>uso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99695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E9ED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6AA4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R w="19050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6AA4C8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14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en</a:t>
                      </a:r>
                      <a:r>
                        <a:rPr dirty="0" sz="1400" spc="-1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 spc="-2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uso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99695">
                    <a:lnL w="9525">
                      <a:solidFill>
                        <a:srgbClr val="1A1A1A"/>
                      </a:solidFill>
                      <a:prstDash val="solid"/>
                    </a:lnL>
                    <a:lnR w="12700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E9ED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6AA4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6AA4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E9ED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6AA4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6AA4C8"/>
                    </a:solidFill>
                  </a:tcPr>
                </a:tc>
                <a:tc>
                  <a:txBody>
                    <a:bodyPr/>
                    <a:lstStyle/>
                    <a:p>
                      <a:pPr marL="424180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14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en</a:t>
                      </a:r>
                      <a:r>
                        <a:rPr dirty="0" sz="1400" spc="-1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 spc="-2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uso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99695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E9ED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6AA4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pSp>
        <p:nvGrpSpPr>
          <p:cNvPr id="17" name="object 17" descr=""/>
          <p:cNvGrpSpPr/>
          <p:nvPr/>
        </p:nvGrpSpPr>
        <p:grpSpPr>
          <a:xfrm>
            <a:off x="4673479" y="2275637"/>
            <a:ext cx="41275" cy="579755"/>
            <a:chOff x="4673479" y="2275637"/>
            <a:chExt cx="41275" cy="579755"/>
          </a:xfrm>
        </p:grpSpPr>
        <p:sp>
          <p:nvSpPr>
            <p:cNvPr id="18" name="object 18" descr=""/>
            <p:cNvSpPr/>
            <p:nvPr/>
          </p:nvSpPr>
          <p:spPr>
            <a:xfrm>
              <a:off x="4693975" y="2323624"/>
              <a:ext cx="0" cy="532130"/>
            </a:xfrm>
            <a:custGeom>
              <a:avLst/>
              <a:gdLst/>
              <a:ahLst/>
              <a:cxnLst/>
              <a:rect l="l" t="t" r="r" b="b"/>
              <a:pathLst>
                <a:path w="0" h="532130">
                  <a:moveTo>
                    <a:pt x="0" y="531749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4678242" y="2280399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0" y="43225"/>
                  </a:lnTo>
                  <a:lnTo>
                    <a:pt x="15732" y="0"/>
                  </a:lnTo>
                  <a:lnTo>
                    <a:pt x="31465" y="43225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4678242" y="2280399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15732" y="0"/>
                  </a:lnTo>
                  <a:lnTo>
                    <a:pt x="0" y="43225"/>
                  </a:lnTo>
                  <a:lnTo>
                    <a:pt x="31465" y="43225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1" name="object 21" descr=""/>
          <p:cNvGrpSpPr/>
          <p:nvPr/>
        </p:nvGrpSpPr>
        <p:grpSpPr>
          <a:xfrm>
            <a:off x="5158954" y="2286462"/>
            <a:ext cx="41275" cy="579755"/>
            <a:chOff x="5158954" y="2286462"/>
            <a:chExt cx="41275" cy="579755"/>
          </a:xfrm>
        </p:grpSpPr>
        <p:sp>
          <p:nvSpPr>
            <p:cNvPr id="22" name="object 22" descr=""/>
            <p:cNvSpPr/>
            <p:nvPr/>
          </p:nvSpPr>
          <p:spPr>
            <a:xfrm>
              <a:off x="5179450" y="2334450"/>
              <a:ext cx="0" cy="532130"/>
            </a:xfrm>
            <a:custGeom>
              <a:avLst/>
              <a:gdLst/>
              <a:ahLst/>
              <a:cxnLst/>
              <a:rect l="l" t="t" r="r" b="b"/>
              <a:pathLst>
                <a:path w="0" h="532130">
                  <a:moveTo>
                    <a:pt x="0" y="531749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5163717" y="2291224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0" y="43225"/>
                  </a:lnTo>
                  <a:lnTo>
                    <a:pt x="15732" y="0"/>
                  </a:lnTo>
                  <a:lnTo>
                    <a:pt x="31465" y="43225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5163717" y="2291224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15732" y="0"/>
                  </a:lnTo>
                  <a:lnTo>
                    <a:pt x="0" y="43225"/>
                  </a:lnTo>
                  <a:lnTo>
                    <a:pt x="31465" y="43225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 descr=""/>
          <p:cNvSpPr txBox="1"/>
          <p:nvPr/>
        </p:nvSpPr>
        <p:spPr>
          <a:xfrm>
            <a:off x="4471839" y="2776806"/>
            <a:ext cx="85788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70230" algn="l"/>
              </a:tabLst>
            </a:pPr>
            <a:r>
              <a:rPr dirty="0" baseline="2525" sz="1650" spc="-15" b="1">
                <a:solidFill>
                  <a:srgbClr val="1A1A1A"/>
                </a:solidFill>
                <a:latin typeface="Courier New"/>
                <a:cs typeface="Courier New"/>
              </a:rPr>
              <a:t>prevp</a:t>
            </a:r>
            <a:r>
              <a:rPr dirty="0" baseline="2525" sz="1650" b="1">
                <a:solidFill>
                  <a:srgbClr val="1A1A1A"/>
                </a:solidFill>
                <a:latin typeface="Courier New"/>
                <a:cs typeface="Courier New"/>
              </a:rPr>
              <a:t>	</a:t>
            </a:r>
            <a:r>
              <a:rPr dirty="0" sz="1800" spc="-25" b="1">
                <a:solidFill>
                  <a:srgbClr val="1A1A1A"/>
                </a:solidFill>
                <a:latin typeface="Courier New"/>
                <a:cs typeface="Courier New"/>
              </a:rPr>
              <a:t>bp</a:t>
            </a:r>
            <a:endParaRPr sz="1800">
              <a:latin typeface="Courier New"/>
              <a:cs typeface="Courier New"/>
            </a:endParaRPr>
          </a:p>
        </p:txBody>
      </p:sp>
      <p:grpSp>
        <p:nvGrpSpPr>
          <p:cNvPr id="26" name="object 26" descr=""/>
          <p:cNvGrpSpPr/>
          <p:nvPr/>
        </p:nvGrpSpPr>
        <p:grpSpPr>
          <a:xfrm>
            <a:off x="7276279" y="2334812"/>
            <a:ext cx="41275" cy="579755"/>
            <a:chOff x="7276279" y="2334812"/>
            <a:chExt cx="41275" cy="579755"/>
          </a:xfrm>
        </p:grpSpPr>
        <p:sp>
          <p:nvSpPr>
            <p:cNvPr id="27" name="object 27" descr=""/>
            <p:cNvSpPr/>
            <p:nvPr/>
          </p:nvSpPr>
          <p:spPr>
            <a:xfrm>
              <a:off x="7296774" y="2382800"/>
              <a:ext cx="0" cy="532130"/>
            </a:xfrm>
            <a:custGeom>
              <a:avLst/>
              <a:gdLst/>
              <a:ahLst/>
              <a:cxnLst/>
              <a:rect l="l" t="t" r="r" b="b"/>
              <a:pathLst>
                <a:path w="0" h="532130">
                  <a:moveTo>
                    <a:pt x="0" y="531749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7281042" y="2339574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4" y="43225"/>
                  </a:moveTo>
                  <a:lnTo>
                    <a:pt x="0" y="43225"/>
                  </a:lnTo>
                  <a:lnTo>
                    <a:pt x="15732" y="0"/>
                  </a:lnTo>
                  <a:lnTo>
                    <a:pt x="31464" y="43225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7281042" y="2339574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4" y="43225"/>
                  </a:moveTo>
                  <a:lnTo>
                    <a:pt x="15732" y="0"/>
                  </a:lnTo>
                  <a:lnTo>
                    <a:pt x="0" y="43225"/>
                  </a:lnTo>
                  <a:lnTo>
                    <a:pt x="31464" y="43225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 descr=""/>
          <p:cNvSpPr txBox="1"/>
          <p:nvPr/>
        </p:nvSpPr>
        <p:spPr>
          <a:xfrm>
            <a:off x="7215484" y="2856780"/>
            <a:ext cx="16319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 b="1">
                <a:solidFill>
                  <a:srgbClr val="1A1A1A"/>
                </a:solidFill>
                <a:latin typeface="Courier New"/>
                <a:cs typeface="Courier New"/>
              </a:rPr>
              <a:t>p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73025" y="63880"/>
            <a:ext cx="25654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1A1A1A"/>
                </a:solidFill>
                <a:latin typeface="Arial MT"/>
                <a:cs typeface="Arial MT"/>
              </a:rPr>
              <a:t>Liberar</a:t>
            </a:r>
            <a:r>
              <a:rPr dirty="0" sz="1800" spc="-2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1A1A1A"/>
                </a:solidFill>
                <a:latin typeface="Arial MT"/>
                <a:cs typeface="Arial MT"/>
              </a:rPr>
              <a:t>bloque:</a:t>
            </a:r>
            <a:r>
              <a:rPr dirty="0" sz="1800" spc="-2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1A1A1A"/>
                </a:solidFill>
                <a:latin typeface="Arial MT"/>
                <a:cs typeface="Arial MT"/>
              </a:rPr>
              <a:t>Coalesce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880549" y="3592805"/>
            <a:ext cx="4415155" cy="848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24180" marR="5080" indent="-41148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1A1A1A"/>
                </a:solidFill>
                <a:latin typeface="Courier New"/>
                <a:cs typeface="Courier New"/>
              </a:rPr>
              <a:t>if</a:t>
            </a:r>
            <a:r>
              <a:rPr dirty="0" sz="1800" spc="-15" b="1">
                <a:solidFill>
                  <a:srgbClr val="1A1A1A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1A1A1A"/>
                </a:solidFill>
                <a:latin typeface="Courier New"/>
                <a:cs typeface="Courier New"/>
              </a:rPr>
              <a:t>(prevp</a:t>
            </a:r>
            <a:r>
              <a:rPr dirty="0" sz="1800" spc="-10" b="1">
                <a:solidFill>
                  <a:srgbClr val="1A1A1A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1A1A1A"/>
                </a:solidFill>
                <a:latin typeface="Courier New"/>
                <a:cs typeface="Courier New"/>
              </a:rPr>
              <a:t>+</a:t>
            </a:r>
            <a:r>
              <a:rPr dirty="0" sz="1800" spc="-10" b="1">
                <a:solidFill>
                  <a:srgbClr val="1A1A1A"/>
                </a:solidFill>
                <a:latin typeface="Courier New"/>
                <a:cs typeface="Courier New"/>
              </a:rPr>
              <a:t> prevp-</a:t>
            </a:r>
            <a:r>
              <a:rPr dirty="0" sz="1800" b="1">
                <a:solidFill>
                  <a:srgbClr val="1A1A1A"/>
                </a:solidFill>
                <a:latin typeface="Courier New"/>
                <a:cs typeface="Courier New"/>
              </a:rPr>
              <a:t>&gt;size</a:t>
            </a:r>
            <a:r>
              <a:rPr dirty="0" sz="1800" spc="-10" b="1">
                <a:solidFill>
                  <a:srgbClr val="1A1A1A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1A1A1A"/>
                </a:solidFill>
                <a:latin typeface="Courier New"/>
                <a:cs typeface="Courier New"/>
              </a:rPr>
              <a:t>==</a:t>
            </a:r>
            <a:r>
              <a:rPr dirty="0" sz="1800" spc="-10" b="1">
                <a:solidFill>
                  <a:srgbClr val="1A1A1A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1A1A1A"/>
                </a:solidFill>
                <a:latin typeface="Courier New"/>
                <a:cs typeface="Courier New"/>
              </a:rPr>
              <a:t>bp)</a:t>
            </a:r>
            <a:r>
              <a:rPr dirty="0" sz="1800" spc="-10" b="1">
                <a:solidFill>
                  <a:srgbClr val="1A1A1A"/>
                </a:solidFill>
                <a:latin typeface="Courier New"/>
                <a:cs typeface="Courier New"/>
              </a:rPr>
              <a:t> </a:t>
            </a:r>
            <a:r>
              <a:rPr dirty="0" sz="1800" spc="-50" b="1">
                <a:solidFill>
                  <a:srgbClr val="1A1A1A"/>
                </a:solidFill>
                <a:latin typeface="Courier New"/>
                <a:cs typeface="Courier New"/>
              </a:rPr>
              <a:t>{ </a:t>
            </a:r>
            <a:r>
              <a:rPr dirty="0" sz="1800" spc="-10" b="1">
                <a:solidFill>
                  <a:srgbClr val="1A1A1A"/>
                </a:solidFill>
                <a:latin typeface="Courier New"/>
                <a:cs typeface="Courier New"/>
              </a:rPr>
              <a:t>prevp-</a:t>
            </a:r>
            <a:r>
              <a:rPr dirty="0" sz="1800" b="1">
                <a:solidFill>
                  <a:srgbClr val="1A1A1A"/>
                </a:solidFill>
                <a:latin typeface="Courier New"/>
                <a:cs typeface="Courier New"/>
              </a:rPr>
              <a:t>&gt;size</a:t>
            </a:r>
            <a:r>
              <a:rPr dirty="0" sz="1800" spc="-5" b="1">
                <a:solidFill>
                  <a:srgbClr val="1A1A1A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1A1A1A"/>
                </a:solidFill>
                <a:latin typeface="Courier New"/>
                <a:cs typeface="Courier New"/>
              </a:rPr>
              <a:t>+=</a:t>
            </a:r>
            <a:r>
              <a:rPr dirty="0" sz="1800" spc="5" b="1">
                <a:solidFill>
                  <a:srgbClr val="1A1A1A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1A1A1A"/>
                </a:solidFill>
                <a:latin typeface="Courier New"/>
                <a:cs typeface="Courier New"/>
              </a:rPr>
              <a:t>bp-&gt;size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dirty="0" sz="1800" spc="-50" b="1">
                <a:solidFill>
                  <a:srgbClr val="1A1A1A"/>
                </a:solidFill>
                <a:latin typeface="Courier New"/>
                <a:cs typeface="Courier New"/>
              </a:rPr>
              <a:t>}</a:t>
            </a:r>
            <a:endParaRPr sz="1800">
              <a:latin typeface="Courier New"/>
              <a:cs typeface="Courier New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1301012" y="1263962"/>
            <a:ext cx="6000750" cy="584200"/>
            <a:chOff x="1301012" y="1263962"/>
            <a:chExt cx="6000750" cy="584200"/>
          </a:xfrm>
        </p:grpSpPr>
        <p:sp>
          <p:nvSpPr>
            <p:cNvPr id="5" name="object 5" descr=""/>
            <p:cNvSpPr/>
            <p:nvPr/>
          </p:nvSpPr>
          <p:spPr>
            <a:xfrm>
              <a:off x="1305774" y="1604749"/>
              <a:ext cx="1762125" cy="238125"/>
            </a:xfrm>
            <a:custGeom>
              <a:avLst/>
              <a:gdLst/>
              <a:ahLst/>
              <a:cxnLst/>
              <a:rect l="l" t="t" r="r" b="b"/>
              <a:pathLst>
                <a:path w="1762125" h="238125">
                  <a:moveTo>
                    <a:pt x="0" y="238124"/>
                  </a:moveTo>
                  <a:lnTo>
                    <a:pt x="28663" y="184944"/>
                  </a:lnTo>
                  <a:lnTo>
                    <a:pt x="76828" y="150677"/>
                  </a:lnTo>
                  <a:lnTo>
                    <a:pt x="145107" y="118196"/>
                  </a:lnTo>
                  <a:lnTo>
                    <a:pt x="185951" y="102848"/>
                  </a:lnTo>
                  <a:lnTo>
                    <a:pt x="230819" y="88215"/>
                  </a:lnTo>
                  <a:lnTo>
                    <a:pt x="279374" y="74385"/>
                  </a:lnTo>
                  <a:lnTo>
                    <a:pt x="331282" y="61450"/>
                  </a:lnTo>
                  <a:lnTo>
                    <a:pt x="386207" y="49497"/>
                  </a:lnTo>
                  <a:lnTo>
                    <a:pt x="443815" y="38617"/>
                  </a:lnTo>
                  <a:lnTo>
                    <a:pt x="503768" y="28899"/>
                  </a:lnTo>
                  <a:lnTo>
                    <a:pt x="565734" y="20432"/>
                  </a:lnTo>
                  <a:lnTo>
                    <a:pt x="629375" y="13306"/>
                  </a:lnTo>
                  <a:lnTo>
                    <a:pt x="694358" y="7610"/>
                  </a:lnTo>
                  <a:lnTo>
                    <a:pt x="760346" y="3434"/>
                  </a:lnTo>
                  <a:lnTo>
                    <a:pt x="827005" y="867"/>
                  </a:lnTo>
                  <a:lnTo>
                    <a:pt x="893999" y="0"/>
                  </a:lnTo>
                  <a:lnTo>
                    <a:pt x="949842" y="621"/>
                  </a:lnTo>
                  <a:lnTo>
                    <a:pt x="1005491" y="2433"/>
                  </a:lnTo>
                  <a:lnTo>
                    <a:pt x="1060751" y="5383"/>
                  </a:lnTo>
                  <a:lnTo>
                    <a:pt x="1115430" y="9420"/>
                  </a:lnTo>
                  <a:lnTo>
                    <a:pt x="1169333" y="14492"/>
                  </a:lnTo>
                  <a:lnTo>
                    <a:pt x="1222265" y="20547"/>
                  </a:lnTo>
                  <a:lnTo>
                    <a:pt x="1274034" y="27533"/>
                  </a:lnTo>
                  <a:lnTo>
                    <a:pt x="1324444" y="35400"/>
                  </a:lnTo>
                  <a:lnTo>
                    <a:pt x="1373302" y="44094"/>
                  </a:lnTo>
                  <a:lnTo>
                    <a:pt x="1420414" y="53565"/>
                  </a:lnTo>
                  <a:lnTo>
                    <a:pt x="1465587" y="63761"/>
                  </a:lnTo>
                  <a:lnTo>
                    <a:pt x="1508624" y="74629"/>
                  </a:lnTo>
                  <a:lnTo>
                    <a:pt x="1568756" y="92081"/>
                  </a:lnTo>
                  <a:lnTo>
                    <a:pt x="1622994" y="110756"/>
                  </a:lnTo>
                  <a:lnTo>
                    <a:pt x="1670684" y="130480"/>
                  </a:lnTo>
                  <a:lnTo>
                    <a:pt x="1711171" y="151078"/>
                  </a:lnTo>
                  <a:lnTo>
                    <a:pt x="1743801" y="172376"/>
                  </a:lnTo>
                  <a:lnTo>
                    <a:pt x="1756965" y="183233"/>
                  </a:lnTo>
                  <a:lnTo>
                    <a:pt x="1757971" y="184143"/>
                  </a:lnTo>
                  <a:lnTo>
                    <a:pt x="1758954" y="185054"/>
                  </a:lnTo>
                  <a:lnTo>
                    <a:pt x="1759914" y="185965"/>
                  </a:lnTo>
                  <a:lnTo>
                    <a:pt x="1761887" y="187889"/>
                  </a:lnTo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3053668" y="1785450"/>
              <a:ext cx="34290" cy="45720"/>
            </a:xfrm>
            <a:custGeom>
              <a:avLst/>
              <a:gdLst/>
              <a:ahLst/>
              <a:cxnLst/>
              <a:rect l="l" t="t" r="r" b="b"/>
              <a:pathLst>
                <a:path w="34289" h="45719">
                  <a:moveTo>
                    <a:pt x="33744" y="45638"/>
                  </a:moveTo>
                  <a:lnTo>
                    <a:pt x="0" y="14376"/>
                  </a:lnTo>
                  <a:lnTo>
                    <a:pt x="27988" y="0"/>
                  </a:lnTo>
                  <a:lnTo>
                    <a:pt x="33744" y="45638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3053668" y="1785450"/>
              <a:ext cx="34290" cy="45720"/>
            </a:xfrm>
            <a:custGeom>
              <a:avLst/>
              <a:gdLst/>
              <a:ahLst/>
              <a:cxnLst/>
              <a:rect l="l" t="t" r="r" b="b"/>
              <a:pathLst>
                <a:path w="34289" h="45719">
                  <a:moveTo>
                    <a:pt x="0" y="14376"/>
                  </a:moveTo>
                  <a:lnTo>
                    <a:pt x="33744" y="45638"/>
                  </a:lnTo>
                  <a:lnTo>
                    <a:pt x="27988" y="0"/>
                  </a:lnTo>
                  <a:lnTo>
                    <a:pt x="0" y="14376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3093774" y="1604749"/>
              <a:ext cx="1571625" cy="238125"/>
            </a:xfrm>
            <a:custGeom>
              <a:avLst/>
              <a:gdLst/>
              <a:ahLst/>
              <a:cxnLst/>
              <a:rect l="l" t="t" r="r" b="b"/>
              <a:pathLst>
                <a:path w="1571625" h="238125">
                  <a:moveTo>
                    <a:pt x="0" y="238124"/>
                  </a:moveTo>
                  <a:lnTo>
                    <a:pt x="14225" y="198598"/>
                  </a:lnTo>
                  <a:lnTo>
                    <a:pt x="54711" y="160047"/>
                  </a:lnTo>
                  <a:lnTo>
                    <a:pt x="118177" y="123455"/>
                  </a:lnTo>
                  <a:lnTo>
                    <a:pt x="157501" y="106200"/>
                  </a:lnTo>
                  <a:lnTo>
                    <a:pt x="201339" y="89802"/>
                  </a:lnTo>
                  <a:lnTo>
                    <a:pt x="249281" y="74385"/>
                  </a:lnTo>
                  <a:lnTo>
                    <a:pt x="300915" y="60072"/>
                  </a:lnTo>
                  <a:lnTo>
                    <a:pt x="355832" y="46983"/>
                  </a:lnTo>
                  <a:lnTo>
                    <a:pt x="413622" y="35244"/>
                  </a:lnTo>
                  <a:lnTo>
                    <a:pt x="473873" y="24976"/>
                  </a:lnTo>
                  <a:lnTo>
                    <a:pt x="536176" y="16302"/>
                  </a:lnTo>
                  <a:lnTo>
                    <a:pt x="600121" y="9344"/>
                  </a:lnTo>
                  <a:lnTo>
                    <a:pt x="665297" y="4226"/>
                  </a:lnTo>
                  <a:lnTo>
                    <a:pt x="731293" y="1070"/>
                  </a:lnTo>
                  <a:lnTo>
                    <a:pt x="797699" y="0"/>
                  </a:lnTo>
                  <a:lnTo>
                    <a:pt x="852051" y="737"/>
                  </a:lnTo>
                  <a:lnTo>
                    <a:pt x="906177" y="2886"/>
                  </a:lnTo>
                  <a:lnTo>
                    <a:pt x="959854" y="6378"/>
                  </a:lnTo>
                  <a:lnTo>
                    <a:pt x="1012857" y="11147"/>
                  </a:lnTo>
                  <a:lnTo>
                    <a:pt x="1064960" y="17125"/>
                  </a:lnTo>
                  <a:lnTo>
                    <a:pt x="1115940" y="24245"/>
                  </a:lnTo>
                  <a:lnTo>
                    <a:pt x="1165572" y="32440"/>
                  </a:lnTo>
                  <a:lnTo>
                    <a:pt x="1213630" y="41644"/>
                  </a:lnTo>
                  <a:lnTo>
                    <a:pt x="1259891" y="51788"/>
                  </a:lnTo>
                  <a:lnTo>
                    <a:pt x="1304128" y="62805"/>
                  </a:lnTo>
                  <a:lnTo>
                    <a:pt x="1346118" y="74629"/>
                  </a:lnTo>
                  <a:lnTo>
                    <a:pt x="1399772" y="92081"/>
                  </a:lnTo>
                  <a:lnTo>
                    <a:pt x="1448168" y="110756"/>
                  </a:lnTo>
                  <a:lnTo>
                    <a:pt x="1490721" y="130480"/>
                  </a:lnTo>
                  <a:lnTo>
                    <a:pt x="1526847" y="151078"/>
                  </a:lnTo>
                  <a:lnTo>
                    <a:pt x="1560198" y="175975"/>
                  </a:lnTo>
                  <a:lnTo>
                    <a:pt x="1567708" y="183233"/>
                  </a:lnTo>
                  <a:lnTo>
                    <a:pt x="1568606" y="184143"/>
                  </a:lnTo>
                  <a:lnTo>
                    <a:pt x="1569483" y="185054"/>
                  </a:lnTo>
                  <a:lnTo>
                    <a:pt x="1570340" y="185965"/>
                  </a:lnTo>
                  <a:lnTo>
                    <a:pt x="1571229" y="186937"/>
                  </a:lnTo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4650747" y="1785033"/>
              <a:ext cx="33020" cy="46355"/>
            </a:xfrm>
            <a:custGeom>
              <a:avLst/>
              <a:gdLst/>
              <a:ahLst/>
              <a:cxnLst/>
              <a:rect l="l" t="t" r="r" b="b"/>
              <a:pathLst>
                <a:path w="33020" h="46355">
                  <a:moveTo>
                    <a:pt x="32537" y="45822"/>
                  </a:moveTo>
                  <a:lnTo>
                    <a:pt x="0" y="13307"/>
                  </a:lnTo>
                  <a:lnTo>
                    <a:pt x="28512" y="0"/>
                  </a:lnTo>
                  <a:lnTo>
                    <a:pt x="32537" y="45822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4650747" y="1785033"/>
              <a:ext cx="33020" cy="46355"/>
            </a:xfrm>
            <a:custGeom>
              <a:avLst/>
              <a:gdLst/>
              <a:ahLst/>
              <a:cxnLst/>
              <a:rect l="l" t="t" r="r" b="b"/>
              <a:pathLst>
                <a:path w="33020" h="46355">
                  <a:moveTo>
                    <a:pt x="0" y="13307"/>
                  </a:moveTo>
                  <a:lnTo>
                    <a:pt x="32537" y="45822"/>
                  </a:lnTo>
                  <a:lnTo>
                    <a:pt x="28512" y="0"/>
                  </a:lnTo>
                  <a:lnTo>
                    <a:pt x="0" y="13307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4689025" y="1604749"/>
              <a:ext cx="2575560" cy="238125"/>
            </a:xfrm>
            <a:custGeom>
              <a:avLst/>
              <a:gdLst/>
              <a:ahLst/>
              <a:cxnLst/>
              <a:rect l="l" t="t" r="r" b="b"/>
              <a:pathLst>
                <a:path w="2575559" h="238125">
                  <a:moveTo>
                    <a:pt x="0" y="238124"/>
                  </a:moveTo>
                  <a:lnTo>
                    <a:pt x="21651" y="199999"/>
                  </a:lnTo>
                  <a:lnTo>
                    <a:pt x="58657" y="175013"/>
                  </a:lnTo>
                  <a:lnTo>
                    <a:pt x="112058" y="150677"/>
                  </a:lnTo>
                  <a:lnTo>
                    <a:pt x="180427" y="127252"/>
                  </a:lnTo>
                  <a:lnTo>
                    <a:pt x="219780" y="115963"/>
                  </a:lnTo>
                  <a:lnTo>
                    <a:pt x="262340" y="104999"/>
                  </a:lnTo>
                  <a:lnTo>
                    <a:pt x="307929" y="94393"/>
                  </a:lnTo>
                  <a:lnTo>
                    <a:pt x="356370" y="84177"/>
                  </a:lnTo>
                  <a:lnTo>
                    <a:pt x="407484" y="74385"/>
                  </a:lnTo>
                  <a:lnTo>
                    <a:pt x="461092" y="65049"/>
                  </a:lnTo>
                  <a:lnTo>
                    <a:pt x="517018" y="56202"/>
                  </a:lnTo>
                  <a:lnTo>
                    <a:pt x="575081" y="47875"/>
                  </a:lnTo>
                  <a:lnTo>
                    <a:pt x="635105" y="40102"/>
                  </a:lnTo>
                  <a:lnTo>
                    <a:pt x="696911" y="32916"/>
                  </a:lnTo>
                  <a:lnTo>
                    <a:pt x="760320" y="26348"/>
                  </a:lnTo>
                  <a:lnTo>
                    <a:pt x="825155" y="20432"/>
                  </a:lnTo>
                  <a:lnTo>
                    <a:pt x="891238" y="15200"/>
                  </a:lnTo>
                  <a:lnTo>
                    <a:pt x="958390" y="10684"/>
                  </a:lnTo>
                  <a:lnTo>
                    <a:pt x="1026432" y="6918"/>
                  </a:lnTo>
                  <a:lnTo>
                    <a:pt x="1095188" y="3934"/>
                  </a:lnTo>
                  <a:lnTo>
                    <a:pt x="1164478" y="1765"/>
                  </a:lnTo>
                  <a:lnTo>
                    <a:pt x="1234125" y="442"/>
                  </a:lnTo>
                  <a:lnTo>
                    <a:pt x="1303949" y="0"/>
                  </a:lnTo>
                  <a:lnTo>
                    <a:pt x="1358267" y="279"/>
                  </a:lnTo>
                  <a:lnTo>
                    <a:pt x="1412500" y="1095"/>
                  </a:lnTo>
                  <a:lnTo>
                    <a:pt x="1466566" y="2433"/>
                  </a:lnTo>
                  <a:lnTo>
                    <a:pt x="1520380" y="4276"/>
                  </a:lnTo>
                  <a:lnTo>
                    <a:pt x="1573859" y="6610"/>
                  </a:lnTo>
                  <a:lnTo>
                    <a:pt x="1626919" y="9420"/>
                  </a:lnTo>
                  <a:lnTo>
                    <a:pt x="1679475" y="12689"/>
                  </a:lnTo>
                  <a:lnTo>
                    <a:pt x="1731445" y="16403"/>
                  </a:lnTo>
                  <a:lnTo>
                    <a:pt x="1782744" y="20547"/>
                  </a:lnTo>
                  <a:lnTo>
                    <a:pt x="1833288" y="25104"/>
                  </a:lnTo>
                  <a:lnTo>
                    <a:pt x="1882994" y="30060"/>
                  </a:lnTo>
                  <a:lnTo>
                    <a:pt x="1931777" y="35400"/>
                  </a:lnTo>
                  <a:lnTo>
                    <a:pt x="1979555" y="41107"/>
                  </a:lnTo>
                  <a:lnTo>
                    <a:pt x="2026242" y="47167"/>
                  </a:lnTo>
                  <a:lnTo>
                    <a:pt x="2071756" y="53565"/>
                  </a:lnTo>
                  <a:lnTo>
                    <a:pt x="2116012" y="60285"/>
                  </a:lnTo>
                  <a:lnTo>
                    <a:pt x="2158926" y="67311"/>
                  </a:lnTo>
                  <a:lnTo>
                    <a:pt x="2200415" y="74629"/>
                  </a:lnTo>
                  <a:lnTo>
                    <a:pt x="2259793" y="86119"/>
                  </a:lnTo>
                  <a:lnTo>
                    <a:pt x="2315492" y="98179"/>
                  </a:lnTo>
                  <a:lnTo>
                    <a:pt x="2367229" y="110756"/>
                  </a:lnTo>
                  <a:lnTo>
                    <a:pt x="2414722" y="123800"/>
                  </a:lnTo>
                  <a:lnTo>
                    <a:pt x="2457687" y="137258"/>
                  </a:lnTo>
                  <a:lnTo>
                    <a:pt x="2495842" y="151078"/>
                  </a:lnTo>
                  <a:lnTo>
                    <a:pt x="2532663" y="166996"/>
                  </a:lnTo>
                  <a:lnTo>
                    <a:pt x="2568369" y="186876"/>
                  </a:lnTo>
                  <a:lnTo>
                    <a:pt x="2571033" y="188704"/>
                  </a:lnTo>
                  <a:lnTo>
                    <a:pt x="2572365" y="189618"/>
                  </a:lnTo>
                  <a:lnTo>
                    <a:pt x="2573663" y="190533"/>
                  </a:lnTo>
                  <a:lnTo>
                    <a:pt x="2574926" y="191449"/>
                  </a:lnTo>
                  <a:lnTo>
                    <a:pt x="2575338" y="191757"/>
                  </a:lnTo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7251434" y="1787544"/>
              <a:ext cx="38100" cy="45085"/>
            </a:xfrm>
            <a:custGeom>
              <a:avLst/>
              <a:gdLst/>
              <a:ahLst/>
              <a:cxnLst/>
              <a:rect l="l" t="t" r="r" b="b"/>
              <a:pathLst>
                <a:path w="38100" h="45085">
                  <a:moveTo>
                    <a:pt x="37556" y="44487"/>
                  </a:moveTo>
                  <a:lnTo>
                    <a:pt x="0" y="17927"/>
                  </a:lnTo>
                  <a:lnTo>
                    <a:pt x="25858" y="0"/>
                  </a:lnTo>
                  <a:lnTo>
                    <a:pt x="37556" y="44487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7251434" y="1787544"/>
              <a:ext cx="38100" cy="45085"/>
            </a:xfrm>
            <a:custGeom>
              <a:avLst/>
              <a:gdLst/>
              <a:ahLst/>
              <a:cxnLst/>
              <a:rect l="l" t="t" r="r" b="b"/>
              <a:pathLst>
                <a:path w="38100" h="45085">
                  <a:moveTo>
                    <a:pt x="0" y="17927"/>
                  </a:moveTo>
                  <a:lnTo>
                    <a:pt x="37556" y="44487"/>
                  </a:lnTo>
                  <a:lnTo>
                    <a:pt x="25858" y="0"/>
                  </a:lnTo>
                  <a:lnTo>
                    <a:pt x="0" y="17927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1323335" y="1268724"/>
              <a:ext cx="5973445" cy="574675"/>
            </a:xfrm>
            <a:custGeom>
              <a:avLst/>
              <a:gdLst/>
              <a:ahLst/>
              <a:cxnLst/>
              <a:rect l="l" t="t" r="r" b="b"/>
              <a:pathLst>
                <a:path w="5973445" h="574675">
                  <a:moveTo>
                    <a:pt x="5973439" y="574149"/>
                  </a:moveTo>
                  <a:lnTo>
                    <a:pt x="5964015" y="534428"/>
                  </a:lnTo>
                  <a:lnTo>
                    <a:pt x="5936331" y="494876"/>
                  </a:lnTo>
                  <a:lnTo>
                    <a:pt x="5908168" y="468685"/>
                  </a:lnTo>
                  <a:lnTo>
                    <a:pt x="5872544" y="442694"/>
                  </a:lnTo>
                  <a:lnTo>
                    <a:pt x="5829720" y="416954"/>
                  </a:lnTo>
                  <a:lnTo>
                    <a:pt x="5779960" y="391515"/>
                  </a:lnTo>
                  <a:lnTo>
                    <a:pt x="5723524" y="366427"/>
                  </a:lnTo>
                  <a:lnTo>
                    <a:pt x="5660674" y="341740"/>
                  </a:lnTo>
                  <a:lnTo>
                    <a:pt x="5591673" y="317505"/>
                  </a:lnTo>
                  <a:lnTo>
                    <a:pt x="5554947" y="305573"/>
                  </a:lnTo>
                  <a:lnTo>
                    <a:pt x="5516781" y="293772"/>
                  </a:lnTo>
                  <a:lnTo>
                    <a:pt x="5477209" y="282109"/>
                  </a:lnTo>
                  <a:lnTo>
                    <a:pt x="5436261" y="270590"/>
                  </a:lnTo>
                  <a:lnTo>
                    <a:pt x="5393973" y="259222"/>
                  </a:lnTo>
                  <a:lnTo>
                    <a:pt x="5350375" y="248011"/>
                  </a:lnTo>
                  <a:lnTo>
                    <a:pt x="5305501" y="236963"/>
                  </a:lnTo>
                  <a:lnTo>
                    <a:pt x="5259384" y="226084"/>
                  </a:lnTo>
                  <a:lnTo>
                    <a:pt x="5212056" y="215381"/>
                  </a:lnTo>
                  <a:lnTo>
                    <a:pt x="5163550" y="204859"/>
                  </a:lnTo>
                  <a:lnTo>
                    <a:pt x="5113898" y="194526"/>
                  </a:lnTo>
                  <a:lnTo>
                    <a:pt x="5063134" y="184388"/>
                  </a:lnTo>
                  <a:lnTo>
                    <a:pt x="5011290" y="174450"/>
                  </a:lnTo>
                  <a:lnTo>
                    <a:pt x="4958399" y="164719"/>
                  </a:lnTo>
                  <a:lnTo>
                    <a:pt x="4904494" y="155202"/>
                  </a:lnTo>
                  <a:lnTo>
                    <a:pt x="4849607" y="145904"/>
                  </a:lnTo>
                  <a:lnTo>
                    <a:pt x="4793771" y="136832"/>
                  </a:lnTo>
                  <a:lnTo>
                    <a:pt x="4737019" y="127992"/>
                  </a:lnTo>
                  <a:lnTo>
                    <a:pt x="4679383" y="119390"/>
                  </a:lnTo>
                  <a:lnTo>
                    <a:pt x="4620896" y="111034"/>
                  </a:lnTo>
                  <a:lnTo>
                    <a:pt x="4561592" y="102928"/>
                  </a:lnTo>
                  <a:lnTo>
                    <a:pt x="4501502" y="95079"/>
                  </a:lnTo>
                  <a:lnTo>
                    <a:pt x="4440659" y="87494"/>
                  </a:lnTo>
                  <a:lnTo>
                    <a:pt x="4379097" y="80179"/>
                  </a:lnTo>
                  <a:lnTo>
                    <a:pt x="4316847" y="73140"/>
                  </a:lnTo>
                  <a:lnTo>
                    <a:pt x="4253943" y="66383"/>
                  </a:lnTo>
                  <a:lnTo>
                    <a:pt x="4190417" y="59915"/>
                  </a:lnTo>
                  <a:lnTo>
                    <a:pt x="4126302" y="53742"/>
                  </a:lnTo>
                  <a:lnTo>
                    <a:pt x="4061631" y="47869"/>
                  </a:lnTo>
                  <a:lnTo>
                    <a:pt x="3996436" y="42305"/>
                  </a:lnTo>
                  <a:lnTo>
                    <a:pt x="3930751" y="37054"/>
                  </a:lnTo>
                  <a:lnTo>
                    <a:pt x="3864607" y="32123"/>
                  </a:lnTo>
                  <a:lnTo>
                    <a:pt x="3798038" y="27519"/>
                  </a:lnTo>
                  <a:lnTo>
                    <a:pt x="3731076" y="23247"/>
                  </a:lnTo>
                  <a:lnTo>
                    <a:pt x="3663754" y="19313"/>
                  </a:lnTo>
                  <a:lnTo>
                    <a:pt x="3596106" y="15725"/>
                  </a:lnTo>
                  <a:lnTo>
                    <a:pt x="3528162" y="12489"/>
                  </a:lnTo>
                  <a:lnTo>
                    <a:pt x="3459957" y="9610"/>
                  </a:lnTo>
                  <a:lnTo>
                    <a:pt x="3391523" y="7095"/>
                  </a:lnTo>
                  <a:lnTo>
                    <a:pt x="3322892" y="4950"/>
                  </a:lnTo>
                  <a:lnTo>
                    <a:pt x="3254098" y="3182"/>
                  </a:lnTo>
                  <a:lnTo>
                    <a:pt x="3185173" y="1796"/>
                  </a:lnTo>
                  <a:lnTo>
                    <a:pt x="3116149" y="800"/>
                  </a:lnTo>
                  <a:lnTo>
                    <a:pt x="3047061" y="199"/>
                  </a:lnTo>
                  <a:lnTo>
                    <a:pt x="2977939" y="0"/>
                  </a:lnTo>
                  <a:lnTo>
                    <a:pt x="2923146" y="130"/>
                  </a:lnTo>
                  <a:lnTo>
                    <a:pt x="2868369" y="513"/>
                  </a:lnTo>
                  <a:lnTo>
                    <a:pt x="2813625" y="1147"/>
                  </a:lnTo>
                  <a:lnTo>
                    <a:pt x="2758930" y="2028"/>
                  </a:lnTo>
                  <a:lnTo>
                    <a:pt x="2704300" y="3152"/>
                  </a:lnTo>
                  <a:lnTo>
                    <a:pt x="2649751" y="4517"/>
                  </a:lnTo>
                  <a:lnTo>
                    <a:pt x="2595301" y="6119"/>
                  </a:lnTo>
                  <a:lnTo>
                    <a:pt x="2540964" y="7956"/>
                  </a:lnTo>
                  <a:lnTo>
                    <a:pt x="2486758" y="10025"/>
                  </a:lnTo>
                  <a:lnTo>
                    <a:pt x="2432698" y="12321"/>
                  </a:lnTo>
                  <a:lnTo>
                    <a:pt x="2378802" y="14843"/>
                  </a:lnTo>
                  <a:lnTo>
                    <a:pt x="2325084" y="17586"/>
                  </a:lnTo>
                  <a:lnTo>
                    <a:pt x="2271563" y="20548"/>
                  </a:lnTo>
                  <a:lnTo>
                    <a:pt x="2218253" y="23726"/>
                  </a:lnTo>
                  <a:lnTo>
                    <a:pt x="2165171" y="27117"/>
                  </a:lnTo>
                  <a:lnTo>
                    <a:pt x="2112334" y="30716"/>
                  </a:lnTo>
                  <a:lnTo>
                    <a:pt x="2059757" y="34523"/>
                  </a:lnTo>
                  <a:lnTo>
                    <a:pt x="2007458" y="38532"/>
                  </a:lnTo>
                  <a:lnTo>
                    <a:pt x="1955452" y="42741"/>
                  </a:lnTo>
                  <a:lnTo>
                    <a:pt x="1903756" y="47148"/>
                  </a:lnTo>
                  <a:lnTo>
                    <a:pt x="1852385" y="51748"/>
                  </a:lnTo>
                  <a:lnTo>
                    <a:pt x="1801357" y="56539"/>
                  </a:lnTo>
                  <a:lnTo>
                    <a:pt x="1750688" y="61517"/>
                  </a:lnTo>
                  <a:lnTo>
                    <a:pt x="1700393" y="66680"/>
                  </a:lnTo>
                  <a:lnTo>
                    <a:pt x="1650490" y="72024"/>
                  </a:lnTo>
                  <a:lnTo>
                    <a:pt x="1600994" y="77546"/>
                  </a:lnTo>
                  <a:lnTo>
                    <a:pt x="1551922" y="83244"/>
                  </a:lnTo>
                  <a:lnTo>
                    <a:pt x="1503290" y="89113"/>
                  </a:lnTo>
                  <a:lnTo>
                    <a:pt x="1455114" y="95151"/>
                  </a:lnTo>
                  <a:lnTo>
                    <a:pt x="1407411" y="101355"/>
                  </a:lnTo>
                  <a:lnTo>
                    <a:pt x="1360196" y="107721"/>
                  </a:lnTo>
                  <a:lnTo>
                    <a:pt x="1313487" y="114247"/>
                  </a:lnTo>
                  <a:lnTo>
                    <a:pt x="1267300" y="120929"/>
                  </a:lnTo>
                  <a:lnTo>
                    <a:pt x="1221651" y="127764"/>
                  </a:lnTo>
                  <a:lnTo>
                    <a:pt x="1176555" y="134749"/>
                  </a:lnTo>
                  <a:lnTo>
                    <a:pt x="1132030" y="141881"/>
                  </a:lnTo>
                  <a:lnTo>
                    <a:pt x="1088092" y="149157"/>
                  </a:lnTo>
                  <a:lnTo>
                    <a:pt x="1044757" y="156574"/>
                  </a:lnTo>
                  <a:lnTo>
                    <a:pt x="1002041" y="164128"/>
                  </a:lnTo>
                  <a:lnTo>
                    <a:pt x="959961" y="171817"/>
                  </a:lnTo>
                  <a:lnTo>
                    <a:pt x="918533" y="179637"/>
                  </a:lnTo>
                  <a:lnTo>
                    <a:pt x="859080" y="191318"/>
                  </a:lnTo>
                  <a:lnTo>
                    <a:pt x="801112" y="203264"/>
                  </a:lnTo>
                  <a:lnTo>
                    <a:pt x="744678" y="215466"/>
                  </a:lnTo>
                  <a:lnTo>
                    <a:pt x="689831" y="227912"/>
                  </a:lnTo>
                  <a:lnTo>
                    <a:pt x="636622" y="240595"/>
                  </a:lnTo>
                  <a:lnTo>
                    <a:pt x="585101" y="253503"/>
                  </a:lnTo>
                  <a:lnTo>
                    <a:pt x="535319" y="266627"/>
                  </a:lnTo>
                  <a:lnTo>
                    <a:pt x="487329" y="279957"/>
                  </a:lnTo>
                  <a:lnTo>
                    <a:pt x="441181" y="293484"/>
                  </a:lnTo>
                  <a:lnTo>
                    <a:pt x="396927" y="307197"/>
                  </a:lnTo>
                  <a:lnTo>
                    <a:pt x="354616" y="321087"/>
                  </a:lnTo>
                  <a:lnTo>
                    <a:pt x="314302" y="335144"/>
                  </a:lnTo>
                  <a:lnTo>
                    <a:pt x="276034" y="349358"/>
                  </a:lnTo>
                  <a:lnTo>
                    <a:pt x="239865" y="363719"/>
                  </a:lnTo>
                  <a:lnTo>
                    <a:pt x="181770" y="389176"/>
                  </a:lnTo>
                  <a:lnTo>
                    <a:pt x="130532" y="415002"/>
                  </a:lnTo>
                  <a:lnTo>
                    <a:pt x="86424" y="441143"/>
                  </a:lnTo>
                  <a:lnTo>
                    <a:pt x="49721" y="467548"/>
                  </a:lnTo>
                  <a:lnTo>
                    <a:pt x="20696" y="494164"/>
                  </a:lnTo>
                  <a:lnTo>
                    <a:pt x="1815" y="517584"/>
                  </a:lnTo>
                  <a:lnTo>
                    <a:pt x="0" y="520364"/>
                  </a:lnTo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1308363" y="1784255"/>
              <a:ext cx="30480" cy="46355"/>
            </a:xfrm>
            <a:custGeom>
              <a:avLst/>
              <a:gdLst/>
              <a:ahLst/>
              <a:cxnLst/>
              <a:rect l="l" t="t" r="r" b="b"/>
              <a:pathLst>
                <a:path w="30480" h="46355">
                  <a:moveTo>
                    <a:pt x="1689" y="45968"/>
                  </a:moveTo>
                  <a:lnTo>
                    <a:pt x="0" y="0"/>
                  </a:lnTo>
                  <a:lnTo>
                    <a:pt x="29943" y="9668"/>
                  </a:lnTo>
                  <a:lnTo>
                    <a:pt x="1689" y="45968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1308363" y="1784255"/>
              <a:ext cx="30480" cy="46355"/>
            </a:xfrm>
            <a:custGeom>
              <a:avLst/>
              <a:gdLst/>
              <a:ahLst/>
              <a:cxnLst/>
              <a:rect l="l" t="t" r="r" b="b"/>
              <a:pathLst>
                <a:path w="30480" h="46355">
                  <a:moveTo>
                    <a:pt x="0" y="0"/>
                  </a:moveTo>
                  <a:lnTo>
                    <a:pt x="1689" y="45968"/>
                  </a:lnTo>
                  <a:lnTo>
                    <a:pt x="29943" y="966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17" name="object 17" descr=""/>
          <p:cNvGraphicFramePr>
            <a:graphicFrameLocks noGrp="1"/>
          </p:cNvGraphicFramePr>
          <p:nvPr/>
        </p:nvGraphicFramePr>
        <p:xfrm>
          <a:off x="1239962" y="1838112"/>
          <a:ext cx="7265670" cy="4235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920"/>
                <a:gridCol w="318134"/>
                <a:gridCol w="121920"/>
                <a:gridCol w="1224914"/>
                <a:gridCol w="121919"/>
                <a:gridCol w="489584"/>
                <a:gridCol w="123825"/>
                <a:gridCol w="857250"/>
                <a:gridCol w="122554"/>
                <a:gridCol w="367664"/>
                <a:gridCol w="121285"/>
                <a:gridCol w="367664"/>
                <a:gridCol w="50164"/>
                <a:gridCol w="71120"/>
                <a:gridCol w="1504314"/>
                <a:gridCol w="121920"/>
                <a:gridCol w="1066800"/>
              </a:tblGrid>
              <a:tr h="4235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6AA4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6AA4C8"/>
                    </a:solidFill>
                  </a:tcPr>
                </a:tc>
                <a:tc>
                  <a:txBody>
                    <a:bodyPr/>
                    <a:lstStyle/>
                    <a:p>
                      <a:pPr marL="284480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1400">
                          <a:latin typeface="Arial MT"/>
                          <a:cs typeface="Arial MT"/>
                        </a:rPr>
                        <a:t>en</a:t>
                      </a:r>
                      <a:r>
                        <a:rPr dirty="0" sz="14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 spc="-25">
                          <a:latin typeface="Arial MT"/>
                          <a:cs typeface="Arial MT"/>
                        </a:rPr>
                        <a:t>uso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99695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E9ED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6AA4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R w="19050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6AA4C8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14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en</a:t>
                      </a:r>
                      <a:r>
                        <a:rPr dirty="0" sz="1400" spc="-1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 spc="-2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uso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99695">
                    <a:lnL w="9525">
                      <a:solidFill>
                        <a:srgbClr val="1A1A1A"/>
                      </a:solidFill>
                      <a:prstDash val="solid"/>
                    </a:lnL>
                    <a:lnR w="12700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E9ED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6AA4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6AA4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E9ED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6AA4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6AA4C8"/>
                    </a:solidFill>
                  </a:tcPr>
                </a:tc>
                <a:tc>
                  <a:txBody>
                    <a:bodyPr/>
                    <a:lstStyle/>
                    <a:p>
                      <a:pPr marL="424180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14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en</a:t>
                      </a:r>
                      <a:r>
                        <a:rPr dirty="0" sz="1400" spc="-1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 spc="-2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uso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99695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E9ED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6AA4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pSp>
        <p:nvGrpSpPr>
          <p:cNvPr id="18" name="object 18" descr=""/>
          <p:cNvGrpSpPr/>
          <p:nvPr/>
        </p:nvGrpSpPr>
        <p:grpSpPr>
          <a:xfrm>
            <a:off x="4673479" y="2275637"/>
            <a:ext cx="41275" cy="579755"/>
            <a:chOff x="4673479" y="2275637"/>
            <a:chExt cx="41275" cy="579755"/>
          </a:xfrm>
        </p:grpSpPr>
        <p:sp>
          <p:nvSpPr>
            <p:cNvPr id="19" name="object 19" descr=""/>
            <p:cNvSpPr/>
            <p:nvPr/>
          </p:nvSpPr>
          <p:spPr>
            <a:xfrm>
              <a:off x="4693975" y="2323624"/>
              <a:ext cx="0" cy="532130"/>
            </a:xfrm>
            <a:custGeom>
              <a:avLst/>
              <a:gdLst/>
              <a:ahLst/>
              <a:cxnLst/>
              <a:rect l="l" t="t" r="r" b="b"/>
              <a:pathLst>
                <a:path w="0" h="532130">
                  <a:moveTo>
                    <a:pt x="0" y="531749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4678242" y="2280399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0" y="43225"/>
                  </a:lnTo>
                  <a:lnTo>
                    <a:pt x="15732" y="0"/>
                  </a:lnTo>
                  <a:lnTo>
                    <a:pt x="31465" y="43225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4678242" y="2280399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15732" y="0"/>
                  </a:lnTo>
                  <a:lnTo>
                    <a:pt x="0" y="43225"/>
                  </a:lnTo>
                  <a:lnTo>
                    <a:pt x="31465" y="43225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2" name="object 22" descr=""/>
          <p:cNvGrpSpPr/>
          <p:nvPr/>
        </p:nvGrpSpPr>
        <p:grpSpPr>
          <a:xfrm>
            <a:off x="5158954" y="2286462"/>
            <a:ext cx="41275" cy="579755"/>
            <a:chOff x="5158954" y="2286462"/>
            <a:chExt cx="41275" cy="579755"/>
          </a:xfrm>
        </p:grpSpPr>
        <p:sp>
          <p:nvSpPr>
            <p:cNvPr id="23" name="object 23" descr=""/>
            <p:cNvSpPr/>
            <p:nvPr/>
          </p:nvSpPr>
          <p:spPr>
            <a:xfrm>
              <a:off x="5179450" y="2334450"/>
              <a:ext cx="0" cy="532130"/>
            </a:xfrm>
            <a:custGeom>
              <a:avLst/>
              <a:gdLst/>
              <a:ahLst/>
              <a:cxnLst/>
              <a:rect l="l" t="t" r="r" b="b"/>
              <a:pathLst>
                <a:path w="0" h="532130">
                  <a:moveTo>
                    <a:pt x="0" y="531749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5163717" y="2291224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0" y="43225"/>
                  </a:lnTo>
                  <a:lnTo>
                    <a:pt x="15732" y="0"/>
                  </a:lnTo>
                  <a:lnTo>
                    <a:pt x="31465" y="43225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5163717" y="2291224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15732" y="0"/>
                  </a:lnTo>
                  <a:lnTo>
                    <a:pt x="0" y="43225"/>
                  </a:lnTo>
                  <a:lnTo>
                    <a:pt x="31465" y="43225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 descr=""/>
          <p:cNvSpPr txBox="1"/>
          <p:nvPr/>
        </p:nvSpPr>
        <p:spPr>
          <a:xfrm>
            <a:off x="4471839" y="2776806"/>
            <a:ext cx="85788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70230" algn="l"/>
              </a:tabLst>
            </a:pPr>
            <a:r>
              <a:rPr dirty="0" baseline="2525" sz="1650" spc="-15" b="1">
                <a:solidFill>
                  <a:srgbClr val="1A1A1A"/>
                </a:solidFill>
                <a:latin typeface="Courier New"/>
                <a:cs typeface="Courier New"/>
              </a:rPr>
              <a:t>prevp</a:t>
            </a:r>
            <a:r>
              <a:rPr dirty="0" baseline="2525" sz="1650" b="1">
                <a:solidFill>
                  <a:srgbClr val="1A1A1A"/>
                </a:solidFill>
                <a:latin typeface="Courier New"/>
                <a:cs typeface="Courier New"/>
              </a:rPr>
              <a:t>	</a:t>
            </a:r>
            <a:r>
              <a:rPr dirty="0" sz="1800" spc="-25" b="1">
                <a:solidFill>
                  <a:srgbClr val="1A1A1A"/>
                </a:solidFill>
                <a:latin typeface="Courier New"/>
                <a:cs typeface="Courier New"/>
              </a:rPr>
              <a:t>bp</a:t>
            </a:r>
            <a:endParaRPr sz="1800">
              <a:latin typeface="Courier New"/>
              <a:cs typeface="Courier New"/>
            </a:endParaRPr>
          </a:p>
        </p:txBody>
      </p:sp>
      <p:grpSp>
        <p:nvGrpSpPr>
          <p:cNvPr id="27" name="object 27" descr=""/>
          <p:cNvGrpSpPr/>
          <p:nvPr/>
        </p:nvGrpSpPr>
        <p:grpSpPr>
          <a:xfrm>
            <a:off x="7276279" y="2334812"/>
            <a:ext cx="41275" cy="579755"/>
            <a:chOff x="7276279" y="2334812"/>
            <a:chExt cx="41275" cy="579755"/>
          </a:xfrm>
        </p:grpSpPr>
        <p:sp>
          <p:nvSpPr>
            <p:cNvPr id="28" name="object 28" descr=""/>
            <p:cNvSpPr/>
            <p:nvPr/>
          </p:nvSpPr>
          <p:spPr>
            <a:xfrm>
              <a:off x="7296774" y="2382800"/>
              <a:ext cx="0" cy="532130"/>
            </a:xfrm>
            <a:custGeom>
              <a:avLst/>
              <a:gdLst/>
              <a:ahLst/>
              <a:cxnLst/>
              <a:rect l="l" t="t" r="r" b="b"/>
              <a:pathLst>
                <a:path w="0" h="532130">
                  <a:moveTo>
                    <a:pt x="0" y="531749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7281042" y="2339574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4" y="43225"/>
                  </a:moveTo>
                  <a:lnTo>
                    <a:pt x="0" y="43225"/>
                  </a:lnTo>
                  <a:lnTo>
                    <a:pt x="15732" y="0"/>
                  </a:lnTo>
                  <a:lnTo>
                    <a:pt x="31464" y="43225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7281042" y="2339574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4" y="43225"/>
                  </a:moveTo>
                  <a:lnTo>
                    <a:pt x="15732" y="0"/>
                  </a:lnTo>
                  <a:lnTo>
                    <a:pt x="0" y="43225"/>
                  </a:lnTo>
                  <a:lnTo>
                    <a:pt x="31464" y="43225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 descr=""/>
          <p:cNvSpPr txBox="1"/>
          <p:nvPr/>
        </p:nvSpPr>
        <p:spPr>
          <a:xfrm>
            <a:off x="7215484" y="2856780"/>
            <a:ext cx="16319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 b="1">
                <a:solidFill>
                  <a:srgbClr val="1A1A1A"/>
                </a:solidFill>
                <a:latin typeface="Courier New"/>
                <a:cs typeface="Courier New"/>
              </a:rPr>
              <a:t>p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73025" y="63880"/>
            <a:ext cx="25654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1A1A1A"/>
                </a:solidFill>
                <a:latin typeface="Arial MT"/>
                <a:cs typeface="Arial MT"/>
              </a:rPr>
              <a:t>Liberar</a:t>
            </a:r>
            <a:r>
              <a:rPr dirty="0" sz="1800" spc="-2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1A1A1A"/>
                </a:solidFill>
                <a:latin typeface="Arial MT"/>
                <a:cs typeface="Arial MT"/>
              </a:rPr>
              <a:t>bloque:</a:t>
            </a:r>
            <a:r>
              <a:rPr dirty="0" sz="1800" spc="-2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1A1A1A"/>
                </a:solidFill>
                <a:latin typeface="Arial MT"/>
                <a:cs typeface="Arial MT"/>
              </a:rPr>
              <a:t>Coalesce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880549" y="3592805"/>
            <a:ext cx="4415155" cy="848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24180" marR="5080" indent="-41148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1A1A1A"/>
                </a:solidFill>
                <a:latin typeface="Courier New"/>
                <a:cs typeface="Courier New"/>
              </a:rPr>
              <a:t>if</a:t>
            </a:r>
            <a:r>
              <a:rPr dirty="0" sz="1800" spc="-15" b="1">
                <a:solidFill>
                  <a:srgbClr val="1A1A1A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1A1A1A"/>
                </a:solidFill>
                <a:latin typeface="Courier New"/>
                <a:cs typeface="Courier New"/>
              </a:rPr>
              <a:t>(prevp</a:t>
            </a:r>
            <a:r>
              <a:rPr dirty="0" sz="1800" spc="-10" b="1">
                <a:solidFill>
                  <a:srgbClr val="1A1A1A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1A1A1A"/>
                </a:solidFill>
                <a:latin typeface="Courier New"/>
                <a:cs typeface="Courier New"/>
              </a:rPr>
              <a:t>+</a:t>
            </a:r>
            <a:r>
              <a:rPr dirty="0" sz="1800" spc="-10" b="1">
                <a:solidFill>
                  <a:srgbClr val="1A1A1A"/>
                </a:solidFill>
                <a:latin typeface="Courier New"/>
                <a:cs typeface="Courier New"/>
              </a:rPr>
              <a:t> prevp-</a:t>
            </a:r>
            <a:r>
              <a:rPr dirty="0" sz="1800" b="1">
                <a:solidFill>
                  <a:srgbClr val="1A1A1A"/>
                </a:solidFill>
                <a:latin typeface="Courier New"/>
                <a:cs typeface="Courier New"/>
              </a:rPr>
              <a:t>&gt;size</a:t>
            </a:r>
            <a:r>
              <a:rPr dirty="0" sz="1800" spc="-10" b="1">
                <a:solidFill>
                  <a:srgbClr val="1A1A1A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1A1A1A"/>
                </a:solidFill>
                <a:latin typeface="Courier New"/>
                <a:cs typeface="Courier New"/>
              </a:rPr>
              <a:t>==</a:t>
            </a:r>
            <a:r>
              <a:rPr dirty="0" sz="1800" spc="-10" b="1">
                <a:solidFill>
                  <a:srgbClr val="1A1A1A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1A1A1A"/>
                </a:solidFill>
                <a:latin typeface="Courier New"/>
                <a:cs typeface="Courier New"/>
              </a:rPr>
              <a:t>bp)</a:t>
            </a:r>
            <a:r>
              <a:rPr dirty="0" sz="1800" spc="-10" b="1">
                <a:solidFill>
                  <a:srgbClr val="1A1A1A"/>
                </a:solidFill>
                <a:latin typeface="Courier New"/>
                <a:cs typeface="Courier New"/>
              </a:rPr>
              <a:t> </a:t>
            </a:r>
            <a:r>
              <a:rPr dirty="0" sz="1800" spc="-50" b="1">
                <a:solidFill>
                  <a:srgbClr val="1A1A1A"/>
                </a:solidFill>
                <a:latin typeface="Courier New"/>
                <a:cs typeface="Courier New"/>
              </a:rPr>
              <a:t>{ </a:t>
            </a:r>
            <a:r>
              <a:rPr dirty="0" sz="1800" spc="-10" b="1">
                <a:solidFill>
                  <a:srgbClr val="1A1A1A"/>
                </a:solidFill>
                <a:latin typeface="Courier New"/>
                <a:cs typeface="Courier New"/>
              </a:rPr>
              <a:t>prevp-</a:t>
            </a:r>
            <a:r>
              <a:rPr dirty="0" sz="1800" b="1">
                <a:solidFill>
                  <a:srgbClr val="1A1A1A"/>
                </a:solidFill>
                <a:latin typeface="Courier New"/>
                <a:cs typeface="Courier New"/>
              </a:rPr>
              <a:t>&gt;size</a:t>
            </a:r>
            <a:r>
              <a:rPr dirty="0" sz="1800" spc="-5" b="1">
                <a:solidFill>
                  <a:srgbClr val="1A1A1A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1A1A1A"/>
                </a:solidFill>
                <a:latin typeface="Courier New"/>
                <a:cs typeface="Courier New"/>
              </a:rPr>
              <a:t>+=</a:t>
            </a:r>
            <a:r>
              <a:rPr dirty="0" sz="1800" spc="5" b="1">
                <a:solidFill>
                  <a:srgbClr val="1A1A1A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1A1A1A"/>
                </a:solidFill>
                <a:latin typeface="Courier New"/>
                <a:cs typeface="Courier New"/>
              </a:rPr>
              <a:t>bp-&gt;size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dirty="0" sz="1800" spc="-50" b="1">
                <a:solidFill>
                  <a:srgbClr val="1A1A1A"/>
                </a:solidFill>
                <a:latin typeface="Courier New"/>
                <a:cs typeface="Courier New"/>
              </a:rPr>
              <a:t>}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471839" y="2860336"/>
            <a:ext cx="44450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 b="1">
                <a:solidFill>
                  <a:srgbClr val="1A1A1A"/>
                </a:solidFill>
                <a:latin typeface="Courier New"/>
                <a:cs typeface="Courier New"/>
              </a:rPr>
              <a:t>prevp</a:t>
            </a:r>
            <a:endParaRPr sz="1100">
              <a:latin typeface="Courier New"/>
              <a:cs typeface="Courier New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1301012" y="1263962"/>
            <a:ext cx="6000750" cy="584200"/>
            <a:chOff x="1301012" y="1263962"/>
            <a:chExt cx="6000750" cy="584200"/>
          </a:xfrm>
        </p:grpSpPr>
        <p:sp>
          <p:nvSpPr>
            <p:cNvPr id="6" name="object 6" descr=""/>
            <p:cNvSpPr/>
            <p:nvPr/>
          </p:nvSpPr>
          <p:spPr>
            <a:xfrm>
              <a:off x="1305774" y="1604749"/>
              <a:ext cx="1762125" cy="238125"/>
            </a:xfrm>
            <a:custGeom>
              <a:avLst/>
              <a:gdLst/>
              <a:ahLst/>
              <a:cxnLst/>
              <a:rect l="l" t="t" r="r" b="b"/>
              <a:pathLst>
                <a:path w="1762125" h="238125">
                  <a:moveTo>
                    <a:pt x="0" y="238124"/>
                  </a:moveTo>
                  <a:lnTo>
                    <a:pt x="28663" y="184944"/>
                  </a:lnTo>
                  <a:lnTo>
                    <a:pt x="76828" y="150677"/>
                  </a:lnTo>
                  <a:lnTo>
                    <a:pt x="145107" y="118196"/>
                  </a:lnTo>
                  <a:lnTo>
                    <a:pt x="185951" y="102848"/>
                  </a:lnTo>
                  <a:lnTo>
                    <a:pt x="230819" y="88215"/>
                  </a:lnTo>
                  <a:lnTo>
                    <a:pt x="279374" y="74385"/>
                  </a:lnTo>
                  <a:lnTo>
                    <a:pt x="331282" y="61450"/>
                  </a:lnTo>
                  <a:lnTo>
                    <a:pt x="386207" y="49497"/>
                  </a:lnTo>
                  <a:lnTo>
                    <a:pt x="443815" y="38617"/>
                  </a:lnTo>
                  <a:lnTo>
                    <a:pt x="503768" y="28899"/>
                  </a:lnTo>
                  <a:lnTo>
                    <a:pt x="565734" y="20432"/>
                  </a:lnTo>
                  <a:lnTo>
                    <a:pt x="629375" y="13306"/>
                  </a:lnTo>
                  <a:lnTo>
                    <a:pt x="694358" y="7610"/>
                  </a:lnTo>
                  <a:lnTo>
                    <a:pt x="760346" y="3434"/>
                  </a:lnTo>
                  <a:lnTo>
                    <a:pt x="827005" y="867"/>
                  </a:lnTo>
                  <a:lnTo>
                    <a:pt x="893999" y="0"/>
                  </a:lnTo>
                  <a:lnTo>
                    <a:pt x="949842" y="621"/>
                  </a:lnTo>
                  <a:lnTo>
                    <a:pt x="1005491" y="2433"/>
                  </a:lnTo>
                  <a:lnTo>
                    <a:pt x="1060751" y="5383"/>
                  </a:lnTo>
                  <a:lnTo>
                    <a:pt x="1115430" y="9420"/>
                  </a:lnTo>
                  <a:lnTo>
                    <a:pt x="1169333" y="14492"/>
                  </a:lnTo>
                  <a:lnTo>
                    <a:pt x="1222265" y="20547"/>
                  </a:lnTo>
                  <a:lnTo>
                    <a:pt x="1274034" y="27533"/>
                  </a:lnTo>
                  <a:lnTo>
                    <a:pt x="1324444" y="35400"/>
                  </a:lnTo>
                  <a:lnTo>
                    <a:pt x="1373302" y="44094"/>
                  </a:lnTo>
                  <a:lnTo>
                    <a:pt x="1420414" y="53565"/>
                  </a:lnTo>
                  <a:lnTo>
                    <a:pt x="1465587" y="63761"/>
                  </a:lnTo>
                  <a:lnTo>
                    <a:pt x="1508624" y="74629"/>
                  </a:lnTo>
                  <a:lnTo>
                    <a:pt x="1568756" y="92081"/>
                  </a:lnTo>
                  <a:lnTo>
                    <a:pt x="1622994" y="110756"/>
                  </a:lnTo>
                  <a:lnTo>
                    <a:pt x="1670684" y="130480"/>
                  </a:lnTo>
                  <a:lnTo>
                    <a:pt x="1711171" y="151078"/>
                  </a:lnTo>
                  <a:lnTo>
                    <a:pt x="1743801" y="172376"/>
                  </a:lnTo>
                  <a:lnTo>
                    <a:pt x="1756965" y="183233"/>
                  </a:lnTo>
                  <a:lnTo>
                    <a:pt x="1757971" y="184143"/>
                  </a:lnTo>
                  <a:lnTo>
                    <a:pt x="1758954" y="185054"/>
                  </a:lnTo>
                  <a:lnTo>
                    <a:pt x="1759914" y="185965"/>
                  </a:lnTo>
                  <a:lnTo>
                    <a:pt x="1761887" y="187889"/>
                  </a:lnTo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3053668" y="1785450"/>
              <a:ext cx="34290" cy="45720"/>
            </a:xfrm>
            <a:custGeom>
              <a:avLst/>
              <a:gdLst/>
              <a:ahLst/>
              <a:cxnLst/>
              <a:rect l="l" t="t" r="r" b="b"/>
              <a:pathLst>
                <a:path w="34289" h="45719">
                  <a:moveTo>
                    <a:pt x="33744" y="45638"/>
                  </a:moveTo>
                  <a:lnTo>
                    <a:pt x="0" y="14376"/>
                  </a:lnTo>
                  <a:lnTo>
                    <a:pt x="27988" y="0"/>
                  </a:lnTo>
                  <a:lnTo>
                    <a:pt x="33744" y="45638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3053668" y="1785450"/>
              <a:ext cx="34290" cy="45720"/>
            </a:xfrm>
            <a:custGeom>
              <a:avLst/>
              <a:gdLst/>
              <a:ahLst/>
              <a:cxnLst/>
              <a:rect l="l" t="t" r="r" b="b"/>
              <a:pathLst>
                <a:path w="34289" h="45719">
                  <a:moveTo>
                    <a:pt x="0" y="14376"/>
                  </a:moveTo>
                  <a:lnTo>
                    <a:pt x="33744" y="45638"/>
                  </a:lnTo>
                  <a:lnTo>
                    <a:pt x="27988" y="0"/>
                  </a:lnTo>
                  <a:lnTo>
                    <a:pt x="0" y="14376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3093774" y="1604749"/>
              <a:ext cx="1571625" cy="238125"/>
            </a:xfrm>
            <a:custGeom>
              <a:avLst/>
              <a:gdLst/>
              <a:ahLst/>
              <a:cxnLst/>
              <a:rect l="l" t="t" r="r" b="b"/>
              <a:pathLst>
                <a:path w="1571625" h="238125">
                  <a:moveTo>
                    <a:pt x="0" y="238124"/>
                  </a:moveTo>
                  <a:lnTo>
                    <a:pt x="14225" y="198598"/>
                  </a:lnTo>
                  <a:lnTo>
                    <a:pt x="54711" y="160047"/>
                  </a:lnTo>
                  <a:lnTo>
                    <a:pt x="118177" y="123455"/>
                  </a:lnTo>
                  <a:lnTo>
                    <a:pt x="157501" y="106200"/>
                  </a:lnTo>
                  <a:lnTo>
                    <a:pt x="201339" y="89802"/>
                  </a:lnTo>
                  <a:lnTo>
                    <a:pt x="249281" y="74385"/>
                  </a:lnTo>
                  <a:lnTo>
                    <a:pt x="300915" y="60072"/>
                  </a:lnTo>
                  <a:lnTo>
                    <a:pt x="355832" y="46983"/>
                  </a:lnTo>
                  <a:lnTo>
                    <a:pt x="413622" y="35244"/>
                  </a:lnTo>
                  <a:lnTo>
                    <a:pt x="473873" y="24976"/>
                  </a:lnTo>
                  <a:lnTo>
                    <a:pt x="536176" y="16302"/>
                  </a:lnTo>
                  <a:lnTo>
                    <a:pt x="600121" y="9344"/>
                  </a:lnTo>
                  <a:lnTo>
                    <a:pt x="665297" y="4226"/>
                  </a:lnTo>
                  <a:lnTo>
                    <a:pt x="731293" y="1070"/>
                  </a:lnTo>
                  <a:lnTo>
                    <a:pt x="797699" y="0"/>
                  </a:lnTo>
                  <a:lnTo>
                    <a:pt x="852051" y="737"/>
                  </a:lnTo>
                  <a:lnTo>
                    <a:pt x="906177" y="2886"/>
                  </a:lnTo>
                  <a:lnTo>
                    <a:pt x="959854" y="6378"/>
                  </a:lnTo>
                  <a:lnTo>
                    <a:pt x="1012857" y="11147"/>
                  </a:lnTo>
                  <a:lnTo>
                    <a:pt x="1064960" y="17125"/>
                  </a:lnTo>
                  <a:lnTo>
                    <a:pt x="1115940" y="24245"/>
                  </a:lnTo>
                  <a:lnTo>
                    <a:pt x="1165572" y="32440"/>
                  </a:lnTo>
                  <a:lnTo>
                    <a:pt x="1213630" y="41644"/>
                  </a:lnTo>
                  <a:lnTo>
                    <a:pt x="1259891" y="51788"/>
                  </a:lnTo>
                  <a:lnTo>
                    <a:pt x="1304128" y="62805"/>
                  </a:lnTo>
                  <a:lnTo>
                    <a:pt x="1346118" y="74629"/>
                  </a:lnTo>
                  <a:lnTo>
                    <a:pt x="1399772" y="92081"/>
                  </a:lnTo>
                  <a:lnTo>
                    <a:pt x="1448168" y="110756"/>
                  </a:lnTo>
                  <a:lnTo>
                    <a:pt x="1490721" y="130480"/>
                  </a:lnTo>
                  <a:lnTo>
                    <a:pt x="1526847" y="151078"/>
                  </a:lnTo>
                  <a:lnTo>
                    <a:pt x="1560198" y="175975"/>
                  </a:lnTo>
                  <a:lnTo>
                    <a:pt x="1567708" y="183233"/>
                  </a:lnTo>
                  <a:lnTo>
                    <a:pt x="1568606" y="184143"/>
                  </a:lnTo>
                  <a:lnTo>
                    <a:pt x="1569483" y="185054"/>
                  </a:lnTo>
                  <a:lnTo>
                    <a:pt x="1570340" y="185965"/>
                  </a:lnTo>
                  <a:lnTo>
                    <a:pt x="1571229" y="186937"/>
                  </a:lnTo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4650747" y="1785033"/>
              <a:ext cx="33020" cy="46355"/>
            </a:xfrm>
            <a:custGeom>
              <a:avLst/>
              <a:gdLst/>
              <a:ahLst/>
              <a:cxnLst/>
              <a:rect l="l" t="t" r="r" b="b"/>
              <a:pathLst>
                <a:path w="33020" h="46355">
                  <a:moveTo>
                    <a:pt x="32537" y="45822"/>
                  </a:moveTo>
                  <a:lnTo>
                    <a:pt x="0" y="13307"/>
                  </a:lnTo>
                  <a:lnTo>
                    <a:pt x="28512" y="0"/>
                  </a:lnTo>
                  <a:lnTo>
                    <a:pt x="32537" y="45822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4650747" y="1785033"/>
              <a:ext cx="33020" cy="46355"/>
            </a:xfrm>
            <a:custGeom>
              <a:avLst/>
              <a:gdLst/>
              <a:ahLst/>
              <a:cxnLst/>
              <a:rect l="l" t="t" r="r" b="b"/>
              <a:pathLst>
                <a:path w="33020" h="46355">
                  <a:moveTo>
                    <a:pt x="0" y="13307"/>
                  </a:moveTo>
                  <a:lnTo>
                    <a:pt x="32537" y="45822"/>
                  </a:lnTo>
                  <a:lnTo>
                    <a:pt x="28512" y="0"/>
                  </a:lnTo>
                  <a:lnTo>
                    <a:pt x="0" y="13307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4689025" y="1604749"/>
              <a:ext cx="2575560" cy="238125"/>
            </a:xfrm>
            <a:custGeom>
              <a:avLst/>
              <a:gdLst/>
              <a:ahLst/>
              <a:cxnLst/>
              <a:rect l="l" t="t" r="r" b="b"/>
              <a:pathLst>
                <a:path w="2575559" h="238125">
                  <a:moveTo>
                    <a:pt x="0" y="238124"/>
                  </a:moveTo>
                  <a:lnTo>
                    <a:pt x="21651" y="199999"/>
                  </a:lnTo>
                  <a:lnTo>
                    <a:pt x="58657" y="175013"/>
                  </a:lnTo>
                  <a:lnTo>
                    <a:pt x="112058" y="150677"/>
                  </a:lnTo>
                  <a:lnTo>
                    <a:pt x="180427" y="127252"/>
                  </a:lnTo>
                  <a:lnTo>
                    <a:pt x="219780" y="115963"/>
                  </a:lnTo>
                  <a:lnTo>
                    <a:pt x="262340" y="104999"/>
                  </a:lnTo>
                  <a:lnTo>
                    <a:pt x="307929" y="94393"/>
                  </a:lnTo>
                  <a:lnTo>
                    <a:pt x="356370" y="84177"/>
                  </a:lnTo>
                  <a:lnTo>
                    <a:pt x="407484" y="74385"/>
                  </a:lnTo>
                  <a:lnTo>
                    <a:pt x="461092" y="65049"/>
                  </a:lnTo>
                  <a:lnTo>
                    <a:pt x="517018" y="56202"/>
                  </a:lnTo>
                  <a:lnTo>
                    <a:pt x="575081" y="47875"/>
                  </a:lnTo>
                  <a:lnTo>
                    <a:pt x="635105" y="40102"/>
                  </a:lnTo>
                  <a:lnTo>
                    <a:pt x="696911" y="32916"/>
                  </a:lnTo>
                  <a:lnTo>
                    <a:pt x="760320" y="26348"/>
                  </a:lnTo>
                  <a:lnTo>
                    <a:pt x="825155" y="20432"/>
                  </a:lnTo>
                  <a:lnTo>
                    <a:pt x="891238" y="15200"/>
                  </a:lnTo>
                  <a:lnTo>
                    <a:pt x="958390" y="10684"/>
                  </a:lnTo>
                  <a:lnTo>
                    <a:pt x="1026432" y="6918"/>
                  </a:lnTo>
                  <a:lnTo>
                    <a:pt x="1095188" y="3934"/>
                  </a:lnTo>
                  <a:lnTo>
                    <a:pt x="1164478" y="1765"/>
                  </a:lnTo>
                  <a:lnTo>
                    <a:pt x="1234125" y="442"/>
                  </a:lnTo>
                  <a:lnTo>
                    <a:pt x="1303949" y="0"/>
                  </a:lnTo>
                  <a:lnTo>
                    <a:pt x="1358267" y="279"/>
                  </a:lnTo>
                  <a:lnTo>
                    <a:pt x="1412500" y="1095"/>
                  </a:lnTo>
                  <a:lnTo>
                    <a:pt x="1466566" y="2433"/>
                  </a:lnTo>
                  <a:lnTo>
                    <a:pt x="1520380" y="4276"/>
                  </a:lnTo>
                  <a:lnTo>
                    <a:pt x="1573859" y="6610"/>
                  </a:lnTo>
                  <a:lnTo>
                    <a:pt x="1626919" y="9420"/>
                  </a:lnTo>
                  <a:lnTo>
                    <a:pt x="1679475" y="12689"/>
                  </a:lnTo>
                  <a:lnTo>
                    <a:pt x="1731445" y="16403"/>
                  </a:lnTo>
                  <a:lnTo>
                    <a:pt x="1782744" y="20547"/>
                  </a:lnTo>
                  <a:lnTo>
                    <a:pt x="1833288" y="25104"/>
                  </a:lnTo>
                  <a:lnTo>
                    <a:pt x="1882994" y="30060"/>
                  </a:lnTo>
                  <a:lnTo>
                    <a:pt x="1931777" y="35400"/>
                  </a:lnTo>
                  <a:lnTo>
                    <a:pt x="1979555" y="41107"/>
                  </a:lnTo>
                  <a:lnTo>
                    <a:pt x="2026242" y="47167"/>
                  </a:lnTo>
                  <a:lnTo>
                    <a:pt x="2071756" y="53565"/>
                  </a:lnTo>
                  <a:lnTo>
                    <a:pt x="2116012" y="60285"/>
                  </a:lnTo>
                  <a:lnTo>
                    <a:pt x="2158926" y="67311"/>
                  </a:lnTo>
                  <a:lnTo>
                    <a:pt x="2200415" y="74629"/>
                  </a:lnTo>
                  <a:lnTo>
                    <a:pt x="2259793" y="86119"/>
                  </a:lnTo>
                  <a:lnTo>
                    <a:pt x="2315492" y="98179"/>
                  </a:lnTo>
                  <a:lnTo>
                    <a:pt x="2367229" y="110756"/>
                  </a:lnTo>
                  <a:lnTo>
                    <a:pt x="2414722" y="123800"/>
                  </a:lnTo>
                  <a:lnTo>
                    <a:pt x="2457687" y="137258"/>
                  </a:lnTo>
                  <a:lnTo>
                    <a:pt x="2495842" y="151078"/>
                  </a:lnTo>
                  <a:lnTo>
                    <a:pt x="2532663" y="166996"/>
                  </a:lnTo>
                  <a:lnTo>
                    <a:pt x="2568369" y="186876"/>
                  </a:lnTo>
                  <a:lnTo>
                    <a:pt x="2571033" y="188704"/>
                  </a:lnTo>
                  <a:lnTo>
                    <a:pt x="2572365" y="189618"/>
                  </a:lnTo>
                  <a:lnTo>
                    <a:pt x="2573663" y="190533"/>
                  </a:lnTo>
                  <a:lnTo>
                    <a:pt x="2574926" y="191449"/>
                  </a:lnTo>
                  <a:lnTo>
                    <a:pt x="2575338" y="191757"/>
                  </a:lnTo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7251434" y="1787544"/>
              <a:ext cx="38100" cy="45085"/>
            </a:xfrm>
            <a:custGeom>
              <a:avLst/>
              <a:gdLst/>
              <a:ahLst/>
              <a:cxnLst/>
              <a:rect l="l" t="t" r="r" b="b"/>
              <a:pathLst>
                <a:path w="38100" h="45085">
                  <a:moveTo>
                    <a:pt x="37556" y="44487"/>
                  </a:moveTo>
                  <a:lnTo>
                    <a:pt x="0" y="17927"/>
                  </a:lnTo>
                  <a:lnTo>
                    <a:pt x="25858" y="0"/>
                  </a:lnTo>
                  <a:lnTo>
                    <a:pt x="37556" y="44487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7251434" y="1787544"/>
              <a:ext cx="38100" cy="45085"/>
            </a:xfrm>
            <a:custGeom>
              <a:avLst/>
              <a:gdLst/>
              <a:ahLst/>
              <a:cxnLst/>
              <a:rect l="l" t="t" r="r" b="b"/>
              <a:pathLst>
                <a:path w="38100" h="45085">
                  <a:moveTo>
                    <a:pt x="0" y="17927"/>
                  </a:moveTo>
                  <a:lnTo>
                    <a:pt x="37556" y="44487"/>
                  </a:lnTo>
                  <a:lnTo>
                    <a:pt x="25858" y="0"/>
                  </a:lnTo>
                  <a:lnTo>
                    <a:pt x="0" y="17927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1323335" y="1268724"/>
              <a:ext cx="5973445" cy="574675"/>
            </a:xfrm>
            <a:custGeom>
              <a:avLst/>
              <a:gdLst/>
              <a:ahLst/>
              <a:cxnLst/>
              <a:rect l="l" t="t" r="r" b="b"/>
              <a:pathLst>
                <a:path w="5973445" h="574675">
                  <a:moveTo>
                    <a:pt x="5973439" y="574149"/>
                  </a:moveTo>
                  <a:lnTo>
                    <a:pt x="5964015" y="534428"/>
                  </a:lnTo>
                  <a:lnTo>
                    <a:pt x="5936331" y="494876"/>
                  </a:lnTo>
                  <a:lnTo>
                    <a:pt x="5908168" y="468685"/>
                  </a:lnTo>
                  <a:lnTo>
                    <a:pt x="5872544" y="442694"/>
                  </a:lnTo>
                  <a:lnTo>
                    <a:pt x="5829720" y="416954"/>
                  </a:lnTo>
                  <a:lnTo>
                    <a:pt x="5779960" y="391515"/>
                  </a:lnTo>
                  <a:lnTo>
                    <a:pt x="5723524" y="366427"/>
                  </a:lnTo>
                  <a:lnTo>
                    <a:pt x="5660674" y="341740"/>
                  </a:lnTo>
                  <a:lnTo>
                    <a:pt x="5591673" y="317505"/>
                  </a:lnTo>
                  <a:lnTo>
                    <a:pt x="5554947" y="305573"/>
                  </a:lnTo>
                  <a:lnTo>
                    <a:pt x="5516781" y="293772"/>
                  </a:lnTo>
                  <a:lnTo>
                    <a:pt x="5477209" y="282109"/>
                  </a:lnTo>
                  <a:lnTo>
                    <a:pt x="5436261" y="270590"/>
                  </a:lnTo>
                  <a:lnTo>
                    <a:pt x="5393973" y="259222"/>
                  </a:lnTo>
                  <a:lnTo>
                    <a:pt x="5350375" y="248011"/>
                  </a:lnTo>
                  <a:lnTo>
                    <a:pt x="5305501" y="236963"/>
                  </a:lnTo>
                  <a:lnTo>
                    <a:pt x="5259384" y="226084"/>
                  </a:lnTo>
                  <a:lnTo>
                    <a:pt x="5212056" y="215381"/>
                  </a:lnTo>
                  <a:lnTo>
                    <a:pt x="5163550" y="204859"/>
                  </a:lnTo>
                  <a:lnTo>
                    <a:pt x="5113898" y="194526"/>
                  </a:lnTo>
                  <a:lnTo>
                    <a:pt x="5063134" y="184388"/>
                  </a:lnTo>
                  <a:lnTo>
                    <a:pt x="5011290" y="174450"/>
                  </a:lnTo>
                  <a:lnTo>
                    <a:pt x="4958399" y="164719"/>
                  </a:lnTo>
                  <a:lnTo>
                    <a:pt x="4904494" y="155202"/>
                  </a:lnTo>
                  <a:lnTo>
                    <a:pt x="4849607" y="145904"/>
                  </a:lnTo>
                  <a:lnTo>
                    <a:pt x="4793771" y="136832"/>
                  </a:lnTo>
                  <a:lnTo>
                    <a:pt x="4737019" y="127992"/>
                  </a:lnTo>
                  <a:lnTo>
                    <a:pt x="4679383" y="119390"/>
                  </a:lnTo>
                  <a:lnTo>
                    <a:pt x="4620896" y="111034"/>
                  </a:lnTo>
                  <a:lnTo>
                    <a:pt x="4561592" y="102928"/>
                  </a:lnTo>
                  <a:lnTo>
                    <a:pt x="4501502" y="95079"/>
                  </a:lnTo>
                  <a:lnTo>
                    <a:pt x="4440659" y="87494"/>
                  </a:lnTo>
                  <a:lnTo>
                    <a:pt x="4379097" y="80179"/>
                  </a:lnTo>
                  <a:lnTo>
                    <a:pt x="4316847" y="73140"/>
                  </a:lnTo>
                  <a:lnTo>
                    <a:pt x="4253943" y="66383"/>
                  </a:lnTo>
                  <a:lnTo>
                    <a:pt x="4190417" y="59915"/>
                  </a:lnTo>
                  <a:lnTo>
                    <a:pt x="4126302" y="53742"/>
                  </a:lnTo>
                  <a:lnTo>
                    <a:pt x="4061631" y="47869"/>
                  </a:lnTo>
                  <a:lnTo>
                    <a:pt x="3996436" y="42305"/>
                  </a:lnTo>
                  <a:lnTo>
                    <a:pt x="3930751" y="37054"/>
                  </a:lnTo>
                  <a:lnTo>
                    <a:pt x="3864607" y="32123"/>
                  </a:lnTo>
                  <a:lnTo>
                    <a:pt x="3798038" y="27519"/>
                  </a:lnTo>
                  <a:lnTo>
                    <a:pt x="3731076" y="23247"/>
                  </a:lnTo>
                  <a:lnTo>
                    <a:pt x="3663754" y="19313"/>
                  </a:lnTo>
                  <a:lnTo>
                    <a:pt x="3596106" y="15725"/>
                  </a:lnTo>
                  <a:lnTo>
                    <a:pt x="3528162" y="12489"/>
                  </a:lnTo>
                  <a:lnTo>
                    <a:pt x="3459957" y="9610"/>
                  </a:lnTo>
                  <a:lnTo>
                    <a:pt x="3391523" y="7095"/>
                  </a:lnTo>
                  <a:lnTo>
                    <a:pt x="3322892" y="4950"/>
                  </a:lnTo>
                  <a:lnTo>
                    <a:pt x="3254098" y="3182"/>
                  </a:lnTo>
                  <a:lnTo>
                    <a:pt x="3185173" y="1796"/>
                  </a:lnTo>
                  <a:lnTo>
                    <a:pt x="3116149" y="800"/>
                  </a:lnTo>
                  <a:lnTo>
                    <a:pt x="3047061" y="199"/>
                  </a:lnTo>
                  <a:lnTo>
                    <a:pt x="2977939" y="0"/>
                  </a:lnTo>
                  <a:lnTo>
                    <a:pt x="2923146" y="130"/>
                  </a:lnTo>
                  <a:lnTo>
                    <a:pt x="2868369" y="513"/>
                  </a:lnTo>
                  <a:lnTo>
                    <a:pt x="2813625" y="1147"/>
                  </a:lnTo>
                  <a:lnTo>
                    <a:pt x="2758930" y="2028"/>
                  </a:lnTo>
                  <a:lnTo>
                    <a:pt x="2704300" y="3152"/>
                  </a:lnTo>
                  <a:lnTo>
                    <a:pt x="2649751" y="4517"/>
                  </a:lnTo>
                  <a:lnTo>
                    <a:pt x="2595301" y="6119"/>
                  </a:lnTo>
                  <a:lnTo>
                    <a:pt x="2540964" y="7956"/>
                  </a:lnTo>
                  <a:lnTo>
                    <a:pt x="2486758" y="10025"/>
                  </a:lnTo>
                  <a:lnTo>
                    <a:pt x="2432698" y="12321"/>
                  </a:lnTo>
                  <a:lnTo>
                    <a:pt x="2378802" y="14843"/>
                  </a:lnTo>
                  <a:lnTo>
                    <a:pt x="2325084" y="17586"/>
                  </a:lnTo>
                  <a:lnTo>
                    <a:pt x="2271563" y="20548"/>
                  </a:lnTo>
                  <a:lnTo>
                    <a:pt x="2218253" y="23726"/>
                  </a:lnTo>
                  <a:lnTo>
                    <a:pt x="2165171" y="27117"/>
                  </a:lnTo>
                  <a:lnTo>
                    <a:pt x="2112334" y="30716"/>
                  </a:lnTo>
                  <a:lnTo>
                    <a:pt x="2059757" y="34523"/>
                  </a:lnTo>
                  <a:lnTo>
                    <a:pt x="2007458" y="38532"/>
                  </a:lnTo>
                  <a:lnTo>
                    <a:pt x="1955452" y="42741"/>
                  </a:lnTo>
                  <a:lnTo>
                    <a:pt x="1903756" y="47148"/>
                  </a:lnTo>
                  <a:lnTo>
                    <a:pt x="1852385" y="51748"/>
                  </a:lnTo>
                  <a:lnTo>
                    <a:pt x="1801357" y="56539"/>
                  </a:lnTo>
                  <a:lnTo>
                    <a:pt x="1750688" y="61517"/>
                  </a:lnTo>
                  <a:lnTo>
                    <a:pt x="1700393" y="66680"/>
                  </a:lnTo>
                  <a:lnTo>
                    <a:pt x="1650490" y="72024"/>
                  </a:lnTo>
                  <a:lnTo>
                    <a:pt x="1600994" y="77546"/>
                  </a:lnTo>
                  <a:lnTo>
                    <a:pt x="1551922" y="83244"/>
                  </a:lnTo>
                  <a:lnTo>
                    <a:pt x="1503290" y="89113"/>
                  </a:lnTo>
                  <a:lnTo>
                    <a:pt x="1455114" y="95151"/>
                  </a:lnTo>
                  <a:lnTo>
                    <a:pt x="1407411" y="101355"/>
                  </a:lnTo>
                  <a:lnTo>
                    <a:pt x="1360196" y="107721"/>
                  </a:lnTo>
                  <a:lnTo>
                    <a:pt x="1313487" y="114247"/>
                  </a:lnTo>
                  <a:lnTo>
                    <a:pt x="1267300" y="120929"/>
                  </a:lnTo>
                  <a:lnTo>
                    <a:pt x="1221651" y="127764"/>
                  </a:lnTo>
                  <a:lnTo>
                    <a:pt x="1176555" y="134749"/>
                  </a:lnTo>
                  <a:lnTo>
                    <a:pt x="1132030" y="141881"/>
                  </a:lnTo>
                  <a:lnTo>
                    <a:pt x="1088092" y="149157"/>
                  </a:lnTo>
                  <a:lnTo>
                    <a:pt x="1044757" y="156574"/>
                  </a:lnTo>
                  <a:lnTo>
                    <a:pt x="1002041" y="164128"/>
                  </a:lnTo>
                  <a:lnTo>
                    <a:pt x="959961" y="171817"/>
                  </a:lnTo>
                  <a:lnTo>
                    <a:pt x="918533" y="179637"/>
                  </a:lnTo>
                  <a:lnTo>
                    <a:pt x="859080" y="191318"/>
                  </a:lnTo>
                  <a:lnTo>
                    <a:pt x="801112" y="203264"/>
                  </a:lnTo>
                  <a:lnTo>
                    <a:pt x="744678" y="215466"/>
                  </a:lnTo>
                  <a:lnTo>
                    <a:pt x="689831" y="227912"/>
                  </a:lnTo>
                  <a:lnTo>
                    <a:pt x="636622" y="240595"/>
                  </a:lnTo>
                  <a:lnTo>
                    <a:pt x="585101" y="253503"/>
                  </a:lnTo>
                  <a:lnTo>
                    <a:pt x="535319" y="266627"/>
                  </a:lnTo>
                  <a:lnTo>
                    <a:pt x="487329" y="279957"/>
                  </a:lnTo>
                  <a:lnTo>
                    <a:pt x="441181" y="293484"/>
                  </a:lnTo>
                  <a:lnTo>
                    <a:pt x="396927" y="307197"/>
                  </a:lnTo>
                  <a:lnTo>
                    <a:pt x="354616" y="321087"/>
                  </a:lnTo>
                  <a:lnTo>
                    <a:pt x="314302" y="335144"/>
                  </a:lnTo>
                  <a:lnTo>
                    <a:pt x="276034" y="349358"/>
                  </a:lnTo>
                  <a:lnTo>
                    <a:pt x="239865" y="363719"/>
                  </a:lnTo>
                  <a:lnTo>
                    <a:pt x="181770" y="389176"/>
                  </a:lnTo>
                  <a:lnTo>
                    <a:pt x="130532" y="415002"/>
                  </a:lnTo>
                  <a:lnTo>
                    <a:pt x="86424" y="441143"/>
                  </a:lnTo>
                  <a:lnTo>
                    <a:pt x="49721" y="467548"/>
                  </a:lnTo>
                  <a:lnTo>
                    <a:pt x="20696" y="494164"/>
                  </a:lnTo>
                  <a:lnTo>
                    <a:pt x="1815" y="517584"/>
                  </a:lnTo>
                  <a:lnTo>
                    <a:pt x="0" y="520364"/>
                  </a:lnTo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1308363" y="1784255"/>
              <a:ext cx="30480" cy="46355"/>
            </a:xfrm>
            <a:custGeom>
              <a:avLst/>
              <a:gdLst/>
              <a:ahLst/>
              <a:cxnLst/>
              <a:rect l="l" t="t" r="r" b="b"/>
              <a:pathLst>
                <a:path w="30480" h="46355">
                  <a:moveTo>
                    <a:pt x="1689" y="45968"/>
                  </a:moveTo>
                  <a:lnTo>
                    <a:pt x="0" y="0"/>
                  </a:lnTo>
                  <a:lnTo>
                    <a:pt x="29943" y="9668"/>
                  </a:lnTo>
                  <a:lnTo>
                    <a:pt x="1689" y="45968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1308363" y="1784255"/>
              <a:ext cx="30480" cy="46355"/>
            </a:xfrm>
            <a:custGeom>
              <a:avLst/>
              <a:gdLst/>
              <a:ahLst/>
              <a:cxnLst/>
              <a:rect l="l" t="t" r="r" b="b"/>
              <a:pathLst>
                <a:path w="30480" h="46355">
                  <a:moveTo>
                    <a:pt x="0" y="0"/>
                  </a:moveTo>
                  <a:lnTo>
                    <a:pt x="1689" y="45968"/>
                  </a:lnTo>
                  <a:lnTo>
                    <a:pt x="29943" y="966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18" name="object 18" descr=""/>
          <p:cNvGraphicFramePr>
            <a:graphicFrameLocks noGrp="1"/>
          </p:cNvGraphicFramePr>
          <p:nvPr/>
        </p:nvGraphicFramePr>
        <p:xfrm>
          <a:off x="1239962" y="1838112"/>
          <a:ext cx="7265670" cy="4235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920"/>
                <a:gridCol w="318134"/>
                <a:gridCol w="121920"/>
                <a:gridCol w="1224914"/>
                <a:gridCol w="121919"/>
                <a:gridCol w="489584"/>
                <a:gridCol w="123825"/>
                <a:gridCol w="857250"/>
                <a:gridCol w="122554"/>
                <a:gridCol w="857885"/>
                <a:gridCol w="121285"/>
                <a:gridCol w="1503680"/>
                <a:gridCol w="121285"/>
                <a:gridCol w="1066164"/>
              </a:tblGrid>
              <a:tr h="4235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6AA4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6AA4C8"/>
                    </a:solidFill>
                  </a:tcPr>
                </a:tc>
                <a:tc>
                  <a:txBody>
                    <a:bodyPr/>
                    <a:lstStyle/>
                    <a:p>
                      <a:pPr marL="284480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1400">
                          <a:latin typeface="Arial MT"/>
                          <a:cs typeface="Arial MT"/>
                        </a:rPr>
                        <a:t>en</a:t>
                      </a:r>
                      <a:r>
                        <a:rPr dirty="0" sz="14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 spc="-25">
                          <a:latin typeface="Arial MT"/>
                          <a:cs typeface="Arial MT"/>
                        </a:rPr>
                        <a:t>uso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99695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E9ED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6AA4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R w="19050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6AA4C8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14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en</a:t>
                      </a:r>
                      <a:r>
                        <a:rPr dirty="0" sz="1400" spc="-1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 spc="-2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uso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99695">
                    <a:lnL w="9525">
                      <a:solidFill>
                        <a:srgbClr val="1A1A1A"/>
                      </a:solidFill>
                      <a:prstDash val="solid"/>
                    </a:lnL>
                    <a:lnR w="12700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E9ED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6AA4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6AA4C8"/>
                    </a:solidFill>
                  </a:tcPr>
                </a:tc>
                <a:tc>
                  <a:txBody>
                    <a:bodyPr/>
                    <a:lstStyle/>
                    <a:p>
                      <a:pPr marL="424180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14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en</a:t>
                      </a:r>
                      <a:r>
                        <a:rPr dirty="0" sz="1400" spc="-1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 spc="-2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uso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99695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E9ED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6AA4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pSp>
        <p:nvGrpSpPr>
          <p:cNvPr id="19" name="object 19" descr=""/>
          <p:cNvGrpSpPr/>
          <p:nvPr/>
        </p:nvGrpSpPr>
        <p:grpSpPr>
          <a:xfrm>
            <a:off x="4673479" y="2275637"/>
            <a:ext cx="41275" cy="579755"/>
            <a:chOff x="4673479" y="2275637"/>
            <a:chExt cx="41275" cy="579755"/>
          </a:xfrm>
        </p:grpSpPr>
        <p:sp>
          <p:nvSpPr>
            <p:cNvPr id="20" name="object 20" descr=""/>
            <p:cNvSpPr/>
            <p:nvPr/>
          </p:nvSpPr>
          <p:spPr>
            <a:xfrm>
              <a:off x="4693975" y="2323624"/>
              <a:ext cx="0" cy="532130"/>
            </a:xfrm>
            <a:custGeom>
              <a:avLst/>
              <a:gdLst/>
              <a:ahLst/>
              <a:cxnLst/>
              <a:rect l="l" t="t" r="r" b="b"/>
              <a:pathLst>
                <a:path w="0" h="532130">
                  <a:moveTo>
                    <a:pt x="0" y="531749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4678242" y="2280399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0" y="43225"/>
                  </a:lnTo>
                  <a:lnTo>
                    <a:pt x="15732" y="0"/>
                  </a:lnTo>
                  <a:lnTo>
                    <a:pt x="31465" y="43225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4678242" y="2280399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15732" y="0"/>
                  </a:lnTo>
                  <a:lnTo>
                    <a:pt x="0" y="43225"/>
                  </a:lnTo>
                  <a:lnTo>
                    <a:pt x="31465" y="43225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3" name="object 23" descr=""/>
          <p:cNvGrpSpPr/>
          <p:nvPr/>
        </p:nvGrpSpPr>
        <p:grpSpPr>
          <a:xfrm>
            <a:off x="7276279" y="2334812"/>
            <a:ext cx="41275" cy="579755"/>
            <a:chOff x="7276279" y="2334812"/>
            <a:chExt cx="41275" cy="579755"/>
          </a:xfrm>
        </p:grpSpPr>
        <p:sp>
          <p:nvSpPr>
            <p:cNvPr id="24" name="object 24" descr=""/>
            <p:cNvSpPr/>
            <p:nvPr/>
          </p:nvSpPr>
          <p:spPr>
            <a:xfrm>
              <a:off x="7296774" y="2382800"/>
              <a:ext cx="0" cy="532130"/>
            </a:xfrm>
            <a:custGeom>
              <a:avLst/>
              <a:gdLst/>
              <a:ahLst/>
              <a:cxnLst/>
              <a:rect l="l" t="t" r="r" b="b"/>
              <a:pathLst>
                <a:path w="0" h="532130">
                  <a:moveTo>
                    <a:pt x="0" y="531749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7281042" y="2339574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4" y="43225"/>
                  </a:moveTo>
                  <a:lnTo>
                    <a:pt x="0" y="43225"/>
                  </a:lnTo>
                  <a:lnTo>
                    <a:pt x="15732" y="0"/>
                  </a:lnTo>
                  <a:lnTo>
                    <a:pt x="31464" y="43225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7281042" y="2339574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4" y="43225"/>
                  </a:moveTo>
                  <a:lnTo>
                    <a:pt x="15732" y="0"/>
                  </a:lnTo>
                  <a:lnTo>
                    <a:pt x="0" y="43225"/>
                  </a:lnTo>
                  <a:lnTo>
                    <a:pt x="31464" y="43225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 descr=""/>
          <p:cNvSpPr txBox="1"/>
          <p:nvPr/>
        </p:nvSpPr>
        <p:spPr>
          <a:xfrm>
            <a:off x="7215484" y="2856780"/>
            <a:ext cx="16319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 b="1">
                <a:solidFill>
                  <a:srgbClr val="1A1A1A"/>
                </a:solidFill>
                <a:latin typeface="Courier New"/>
                <a:cs typeface="Courier New"/>
              </a:rPr>
              <a:t>p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 descr=""/>
          <p:cNvGraphicFramePr>
            <a:graphicFrameLocks noGrp="1"/>
          </p:cNvGraphicFramePr>
          <p:nvPr/>
        </p:nvGraphicFramePr>
        <p:xfrm>
          <a:off x="740037" y="2863637"/>
          <a:ext cx="3730625" cy="4235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3520"/>
                <a:gridCol w="683895"/>
                <a:gridCol w="309245"/>
                <a:gridCol w="498475"/>
                <a:gridCol w="498475"/>
                <a:gridCol w="825500"/>
                <a:gridCol w="603250"/>
              </a:tblGrid>
              <a:tr h="4235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189230">
                        <a:lnSpc>
                          <a:spcPct val="100000"/>
                        </a:lnSpc>
                      </a:pPr>
                      <a:r>
                        <a:rPr dirty="0" sz="800">
                          <a:latin typeface="Arial MT"/>
                          <a:cs typeface="Arial MT"/>
                        </a:rPr>
                        <a:t>en</a:t>
                      </a:r>
                      <a:r>
                        <a:rPr dirty="0" sz="8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00" spc="-25">
                          <a:latin typeface="Arial MT"/>
                          <a:cs typeface="Arial MT"/>
                        </a:rPr>
                        <a:t>uso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B="0" marT="28575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E9ED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96520">
                        <a:lnSpc>
                          <a:spcPct val="100000"/>
                        </a:lnSpc>
                      </a:pPr>
                      <a:r>
                        <a:rPr dirty="0" sz="8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en</a:t>
                      </a:r>
                      <a:r>
                        <a:rPr dirty="0" sz="800" spc="-3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00" spc="-2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uso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B="0" marT="28575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E9ED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260350">
                        <a:lnSpc>
                          <a:spcPct val="100000"/>
                        </a:lnSpc>
                      </a:pPr>
                      <a:r>
                        <a:rPr dirty="0" sz="8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en</a:t>
                      </a:r>
                      <a:r>
                        <a:rPr dirty="0" sz="800" spc="-3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00" spc="-2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uso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B="0" marT="28575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E9ED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pSp>
        <p:nvGrpSpPr>
          <p:cNvPr id="3" name="object 3" descr=""/>
          <p:cNvGrpSpPr/>
          <p:nvPr/>
        </p:nvGrpSpPr>
        <p:grpSpPr>
          <a:xfrm>
            <a:off x="841182" y="2037387"/>
            <a:ext cx="3251200" cy="836294"/>
            <a:chOff x="841182" y="2037387"/>
            <a:chExt cx="3251200" cy="836294"/>
          </a:xfrm>
        </p:grpSpPr>
        <p:sp>
          <p:nvSpPr>
            <p:cNvPr id="4" name="object 4" descr=""/>
            <p:cNvSpPr/>
            <p:nvPr/>
          </p:nvSpPr>
          <p:spPr>
            <a:xfrm>
              <a:off x="856699" y="2630274"/>
              <a:ext cx="934719" cy="238125"/>
            </a:xfrm>
            <a:custGeom>
              <a:avLst/>
              <a:gdLst/>
              <a:ahLst/>
              <a:cxnLst/>
              <a:rect l="l" t="t" r="r" b="b"/>
              <a:pathLst>
                <a:path w="934719" h="238125">
                  <a:moveTo>
                    <a:pt x="0" y="238124"/>
                  </a:moveTo>
                  <a:lnTo>
                    <a:pt x="18699" y="179139"/>
                  </a:lnTo>
                  <a:lnTo>
                    <a:pt x="70399" y="123455"/>
                  </a:lnTo>
                  <a:lnTo>
                    <a:pt x="106562" y="97886"/>
                  </a:lnTo>
                  <a:lnTo>
                    <a:pt x="148499" y="74385"/>
                  </a:lnTo>
                  <a:lnTo>
                    <a:pt x="195387" y="53367"/>
                  </a:lnTo>
                  <a:lnTo>
                    <a:pt x="246399" y="35244"/>
                  </a:lnTo>
                  <a:lnTo>
                    <a:pt x="300712" y="20432"/>
                  </a:lnTo>
                  <a:lnTo>
                    <a:pt x="357499" y="9344"/>
                  </a:lnTo>
                  <a:lnTo>
                    <a:pt x="415937" y="2395"/>
                  </a:lnTo>
                  <a:lnTo>
                    <a:pt x="475199" y="0"/>
                  </a:lnTo>
                  <a:lnTo>
                    <a:pt x="526027" y="1797"/>
                  </a:lnTo>
                  <a:lnTo>
                    <a:pt x="576335" y="6983"/>
                  </a:lnTo>
                  <a:lnTo>
                    <a:pt x="625604" y="15298"/>
                  </a:lnTo>
                  <a:lnTo>
                    <a:pt x="673315" y="26480"/>
                  </a:lnTo>
                  <a:lnTo>
                    <a:pt x="718947" y="40270"/>
                  </a:lnTo>
                  <a:lnTo>
                    <a:pt x="761982" y="56406"/>
                  </a:lnTo>
                  <a:lnTo>
                    <a:pt x="801899" y="74629"/>
                  </a:lnTo>
                  <a:lnTo>
                    <a:pt x="862692" y="110756"/>
                  </a:lnTo>
                  <a:lnTo>
                    <a:pt x="909562" y="151078"/>
                  </a:lnTo>
                  <a:lnTo>
                    <a:pt x="933904" y="183233"/>
                  </a:lnTo>
                  <a:lnTo>
                    <a:pt x="934283" y="183894"/>
                  </a:lnTo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775888" y="2809732"/>
              <a:ext cx="30480" cy="46355"/>
            </a:xfrm>
            <a:custGeom>
              <a:avLst/>
              <a:gdLst/>
              <a:ahLst/>
              <a:cxnLst/>
              <a:rect l="l" t="t" r="r" b="b"/>
              <a:pathLst>
                <a:path w="30480" h="46355">
                  <a:moveTo>
                    <a:pt x="27284" y="45907"/>
                  </a:moveTo>
                  <a:lnTo>
                    <a:pt x="0" y="8873"/>
                  </a:lnTo>
                  <a:lnTo>
                    <a:pt x="30188" y="0"/>
                  </a:lnTo>
                  <a:lnTo>
                    <a:pt x="27284" y="45907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775888" y="2809732"/>
              <a:ext cx="30480" cy="46355"/>
            </a:xfrm>
            <a:custGeom>
              <a:avLst/>
              <a:gdLst/>
              <a:ahLst/>
              <a:cxnLst/>
              <a:rect l="l" t="t" r="r" b="b"/>
              <a:pathLst>
                <a:path w="30480" h="46355">
                  <a:moveTo>
                    <a:pt x="0" y="8873"/>
                  </a:moveTo>
                  <a:lnTo>
                    <a:pt x="27284" y="45907"/>
                  </a:lnTo>
                  <a:lnTo>
                    <a:pt x="30188" y="0"/>
                  </a:lnTo>
                  <a:lnTo>
                    <a:pt x="0" y="8873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807171" y="2630274"/>
              <a:ext cx="888365" cy="238125"/>
            </a:xfrm>
            <a:custGeom>
              <a:avLst/>
              <a:gdLst/>
              <a:ahLst/>
              <a:cxnLst/>
              <a:rect l="l" t="t" r="r" b="b"/>
              <a:pathLst>
                <a:path w="888364" h="238125">
                  <a:moveTo>
                    <a:pt x="0" y="238124"/>
                  </a:moveTo>
                  <a:lnTo>
                    <a:pt x="17773" y="179139"/>
                  </a:lnTo>
                  <a:lnTo>
                    <a:pt x="66911" y="123455"/>
                  </a:lnTo>
                  <a:lnTo>
                    <a:pt x="101281" y="97886"/>
                  </a:lnTo>
                  <a:lnTo>
                    <a:pt x="141140" y="74385"/>
                  </a:lnTo>
                  <a:lnTo>
                    <a:pt x="185704" y="53367"/>
                  </a:lnTo>
                  <a:lnTo>
                    <a:pt x="234188" y="35244"/>
                  </a:lnTo>
                  <a:lnTo>
                    <a:pt x="285809" y="20432"/>
                  </a:lnTo>
                  <a:lnTo>
                    <a:pt x="339782" y="9344"/>
                  </a:lnTo>
                  <a:lnTo>
                    <a:pt x="395324" y="2395"/>
                  </a:lnTo>
                  <a:lnTo>
                    <a:pt x="451649" y="0"/>
                  </a:lnTo>
                  <a:lnTo>
                    <a:pt x="507975" y="2433"/>
                  </a:lnTo>
                  <a:lnTo>
                    <a:pt x="563517" y="9420"/>
                  </a:lnTo>
                  <a:lnTo>
                    <a:pt x="617490" y="20547"/>
                  </a:lnTo>
                  <a:lnTo>
                    <a:pt x="669111" y="35400"/>
                  </a:lnTo>
                  <a:lnTo>
                    <a:pt x="717595" y="53565"/>
                  </a:lnTo>
                  <a:lnTo>
                    <a:pt x="762159" y="74629"/>
                  </a:lnTo>
                  <a:lnTo>
                    <a:pt x="819938" y="110756"/>
                  </a:lnTo>
                  <a:lnTo>
                    <a:pt x="864486" y="151078"/>
                  </a:lnTo>
                  <a:lnTo>
                    <a:pt x="887621" y="183233"/>
                  </a:lnTo>
                  <a:lnTo>
                    <a:pt x="887873" y="183696"/>
                  </a:lnTo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2679896" y="2809724"/>
              <a:ext cx="30480" cy="46355"/>
            </a:xfrm>
            <a:custGeom>
              <a:avLst/>
              <a:gdLst/>
              <a:ahLst/>
              <a:cxnLst/>
              <a:rect l="l" t="t" r="r" b="b"/>
              <a:pathLst>
                <a:path w="30480" h="46355">
                  <a:moveTo>
                    <a:pt x="26816" y="45867"/>
                  </a:moveTo>
                  <a:lnTo>
                    <a:pt x="0" y="8493"/>
                  </a:lnTo>
                  <a:lnTo>
                    <a:pt x="30297" y="0"/>
                  </a:lnTo>
                  <a:lnTo>
                    <a:pt x="26816" y="45867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2679896" y="2809724"/>
              <a:ext cx="30480" cy="46355"/>
            </a:xfrm>
            <a:custGeom>
              <a:avLst/>
              <a:gdLst/>
              <a:ahLst/>
              <a:cxnLst/>
              <a:rect l="l" t="t" r="r" b="b"/>
              <a:pathLst>
                <a:path w="30480" h="46355">
                  <a:moveTo>
                    <a:pt x="0" y="8493"/>
                  </a:moveTo>
                  <a:lnTo>
                    <a:pt x="26816" y="45867"/>
                  </a:lnTo>
                  <a:lnTo>
                    <a:pt x="30297" y="0"/>
                  </a:lnTo>
                  <a:lnTo>
                    <a:pt x="0" y="8493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2710413" y="2630274"/>
              <a:ext cx="1355725" cy="238125"/>
            </a:xfrm>
            <a:custGeom>
              <a:avLst/>
              <a:gdLst/>
              <a:ahLst/>
              <a:cxnLst/>
              <a:rect l="l" t="t" r="r" b="b"/>
              <a:pathLst>
                <a:path w="1355725" h="238125">
                  <a:moveTo>
                    <a:pt x="0" y="238124"/>
                  </a:moveTo>
                  <a:lnTo>
                    <a:pt x="15467" y="193706"/>
                  </a:lnTo>
                  <a:lnTo>
                    <a:pt x="59180" y="150677"/>
                  </a:lnTo>
                  <a:lnTo>
                    <a:pt x="127104" y="110438"/>
                  </a:lnTo>
                  <a:lnTo>
                    <a:pt x="168884" y="91801"/>
                  </a:lnTo>
                  <a:lnTo>
                    <a:pt x="215203" y="74385"/>
                  </a:lnTo>
                  <a:lnTo>
                    <a:pt x="265557" y="58366"/>
                  </a:lnTo>
                  <a:lnTo>
                    <a:pt x="319442" y="43917"/>
                  </a:lnTo>
                  <a:lnTo>
                    <a:pt x="376353" y="31214"/>
                  </a:lnTo>
                  <a:lnTo>
                    <a:pt x="435786" y="20432"/>
                  </a:lnTo>
                  <a:lnTo>
                    <a:pt x="497236" y="11744"/>
                  </a:lnTo>
                  <a:lnTo>
                    <a:pt x="560200" y="5326"/>
                  </a:lnTo>
                  <a:lnTo>
                    <a:pt x="624173" y="1353"/>
                  </a:lnTo>
                  <a:lnTo>
                    <a:pt x="688650" y="0"/>
                  </a:lnTo>
                  <a:lnTo>
                    <a:pt x="740255" y="890"/>
                  </a:lnTo>
                  <a:lnTo>
                    <a:pt x="791603" y="3479"/>
                  </a:lnTo>
                  <a:lnTo>
                    <a:pt x="842434" y="7678"/>
                  </a:lnTo>
                  <a:lnTo>
                    <a:pt x="892490" y="13397"/>
                  </a:lnTo>
                  <a:lnTo>
                    <a:pt x="941513" y="20547"/>
                  </a:lnTo>
                  <a:lnTo>
                    <a:pt x="989245" y="29038"/>
                  </a:lnTo>
                  <a:lnTo>
                    <a:pt x="1035428" y="38781"/>
                  </a:lnTo>
                  <a:lnTo>
                    <a:pt x="1079803" y="49687"/>
                  </a:lnTo>
                  <a:lnTo>
                    <a:pt x="1122112" y="61666"/>
                  </a:lnTo>
                  <a:lnTo>
                    <a:pt x="1162097" y="74629"/>
                  </a:lnTo>
                  <a:lnTo>
                    <a:pt x="1208416" y="92081"/>
                  </a:lnTo>
                  <a:lnTo>
                    <a:pt x="1250195" y="110756"/>
                  </a:lnTo>
                  <a:lnTo>
                    <a:pt x="1286931" y="130480"/>
                  </a:lnTo>
                  <a:lnTo>
                    <a:pt x="1324990" y="156344"/>
                  </a:lnTo>
                  <a:lnTo>
                    <a:pt x="1353394" y="183233"/>
                  </a:lnTo>
                  <a:lnTo>
                    <a:pt x="1355580" y="185862"/>
                  </a:lnTo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4051442" y="2810158"/>
              <a:ext cx="31115" cy="46355"/>
            </a:xfrm>
            <a:custGeom>
              <a:avLst/>
              <a:gdLst/>
              <a:ahLst/>
              <a:cxnLst/>
              <a:rect l="l" t="t" r="r" b="b"/>
              <a:pathLst>
                <a:path w="31114" h="46355">
                  <a:moveTo>
                    <a:pt x="30979" y="45961"/>
                  </a:moveTo>
                  <a:lnTo>
                    <a:pt x="0" y="11958"/>
                  </a:lnTo>
                  <a:lnTo>
                    <a:pt x="29104" y="0"/>
                  </a:lnTo>
                  <a:lnTo>
                    <a:pt x="30979" y="45961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4051442" y="2810158"/>
              <a:ext cx="31115" cy="46355"/>
            </a:xfrm>
            <a:custGeom>
              <a:avLst/>
              <a:gdLst/>
              <a:ahLst/>
              <a:cxnLst/>
              <a:rect l="l" t="t" r="r" b="b"/>
              <a:pathLst>
                <a:path w="31114" h="46355">
                  <a:moveTo>
                    <a:pt x="0" y="11958"/>
                  </a:moveTo>
                  <a:lnTo>
                    <a:pt x="30979" y="45961"/>
                  </a:lnTo>
                  <a:lnTo>
                    <a:pt x="29104" y="0"/>
                  </a:lnTo>
                  <a:lnTo>
                    <a:pt x="0" y="11958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861616" y="2042149"/>
              <a:ext cx="3226435" cy="826769"/>
            </a:xfrm>
            <a:custGeom>
              <a:avLst/>
              <a:gdLst/>
              <a:ahLst/>
              <a:cxnLst/>
              <a:rect l="l" t="t" r="r" b="b"/>
              <a:pathLst>
                <a:path w="3226435" h="826769">
                  <a:moveTo>
                    <a:pt x="3225959" y="826249"/>
                  </a:moveTo>
                  <a:lnTo>
                    <a:pt x="3220551" y="767276"/>
                  </a:lnTo>
                  <a:lnTo>
                    <a:pt x="3204677" y="708569"/>
                  </a:lnTo>
                  <a:lnTo>
                    <a:pt x="3178860" y="650396"/>
                  </a:lnTo>
                  <a:lnTo>
                    <a:pt x="3143623" y="593026"/>
                  </a:lnTo>
                  <a:lnTo>
                    <a:pt x="3099489" y="536727"/>
                  </a:lnTo>
                  <a:lnTo>
                    <a:pt x="3046982" y="481765"/>
                  </a:lnTo>
                  <a:lnTo>
                    <a:pt x="3017752" y="454869"/>
                  </a:lnTo>
                  <a:lnTo>
                    <a:pt x="2986626" y="428409"/>
                  </a:lnTo>
                  <a:lnTo>
                    <a:pt x="2953667" y="402417"/>
                  </a:lnTo>
                  <a:lnTo>
                    <a:pt x="2918942" y="376926"/>
                  </a:lnTo>
                  <a:lnTo>
                    <a:pt x="2882517" y="351971"/>
                  </a:lnTo>
                  <a:lnTo>
                    <a:pt x="2844456" y="327585"/>
                  </a:lnTo>
                  <a:lnTo>
                    <a:pt x="2804825" y="303801"/>
                  </a:lnTo>
                  <a:lnTo>
                    <a:pt x="2763690" y="280653"/>
                  </a:lnTo>
                  <a:lnTo>
                    <a:pt x="2721115" y="258174"/>
                  </a:lnTo>
                  <a:lnTo>
                    <a:pt x="2677167" y="236398"/>
                  </a:lnTo>
                  <a:lnTo>
                    <a:pt x="2631910" y="215359"/>
                  </a:lnTo>
                  <a:lnTo>
                    <a:pt x="2585411" y="195088"/>
                  </a:lnTo>
                  <a:lnTo>
                    <a:pt x="2537734" y="175621"/>
                  </a:lnTo>
                  <a:lnTo>
                    <a:pt x="2488945" y="156991"/>
                  </a:lnTo>
                  <a:lnTo>
                    <a:pt x="2439109" y="139230"/>
                  </a:lnTo>
                  <a:lnTo>
                    <a:pt x="2388292" y="122374"/>
                  </a:lnTo>
                  <a:lnTo>
                    <a:pt x="2336559" y="106454"/>
                  </a:lnTo>
                  <a:lnTo>
                    <a:pt x="2283976" y="91505"/>
                  </a:lnTo>
                  <a:lnTo>
                    <a:pt x="2230608" y="77559"/>
                  </a:lnTo>
                  <a:lnTo>
                    <a:pt x="2176521" y="64652"/>
                  </a:lnTo>
                  <a:lnTo>
                    <a:pt x="2121779" y="52815"/>
                  </a:lnTo>
                  <a:lnTo>
                    <a:pt x="2066448" y="42082"/>
                  </a:lnTo>
                  <a:lnTo>
                    <a:pt x="2010594" y="32488"/>
                  </a:lnTo>
                  <a:lnTo>
                    <a:pt x="1954282" y="24065"/>
                  </a:lnTo>
                  <a:lnTo>
                    <a:pt x="1897578" y="16847"/>
                  </a:lnTo>
                  <a:lnTo>
                    <a:pt x="1840547" y="10867"/>
                  </a:lnTo>
                  <a:lnTo>
                    <a:pt x="1783254" y="6158"/>
                  </a:lnTo>
                  <a:lnTo>
                    <a:pt x="1725765" y="2756"/>
                  </a:lnTo>
                  <a:lnTo>
                    <a:pt x="1668144" y="691"/>
                  </a:lnTo>
                  <a:lnTo>
                    <a:pt x="1610459" y="0"/>
                  </a:lnTo>
                  <a:lnTo>
                    <a:pt x="1557788" y="586"/>
                  </a:lnTo>
                  <a:lnTo>
                    <a:pt x="1505167" y="2319"/>
                  </a:lnTo>
                  <a:lnTo>
                    <a:pt x="1452645" y="5173"/>
                  </a:lnTo>
                  <a:lnTo>
                    <a:pt x="1400273" y="9122"/>
                  </a:lnTo>
                  <a:lnTo>
                    <a:pt x="1348099" y="14142"/>
                  </a:lnTo>
                  <a:lnTo>
                    <a:pt x="1296175" y="20205"/>
                  </a:lnTo>
                  <a:lnTo>
                    <a:pt x="1244550" y="27288"/>
                  </a:lnTo>
                  <a:lnTo>
                    <a:pt x="1193273" y="35365"/>
                  </a:lnTo>
                  <a:lnTo>
                    <a:pt x="1142394" y="44409"/>
                  </a:lnTo>
                  <a:lnTo>
                    <a:pt x="1091964" y="54396"/>
                  </a:lnTo>
                  <a:lnTo>
                    <a:pt x="1042031" y="65300"/>
                  </a:lnTo>
                  <a:lnTo>
                    <a:pt x="992647" y="77096"/>
                  </a:lnTo>
                  <a:lnTo>
                    <a:pt x="943859" y="89759"/>
                  </a:lnTo>
                  <a:lnTo>
                    <a:pt x="895719" y="103261"/>
                  </a:lnTo>
                  <a:lnTo>
                    <a:pt x="848276" y="117580"/>
                  </a:lnTo>
                  <a:lnTo>
                    <a:pt x="801580" y="132688"/>
                  </a:lnTo>
                  <a:lnTo>
                    <a:pt x="755681" y="148560"/>
                  </a:lnTo>
                  <a:lnTo>
                    <a:pt x="710628" y="165171"/>
                  </a:lnTo>
                  <a:lnTo>
                    <a:pt x="666471" y="182496"/>
                  </a:lnTo>
                  <a:lnTo>
                    <a:pt x="623261" y="200508"/>
                  </a:lnTo>
                  <a:lnTo>
                    <a:pt x="581046" y="219183"/>
                  </a:lnTo>
                  <a:lnTo>
                    <a:pt x="539877" y="238495"/>
                  </a:lnTo>
                  <a:lnTo>
                    <a:pt x="499803" y="258418"/>
                  </a:lnTo>
                  <a:lnTo>
                    <a:pt x="450271" y="284725"/>
                  </a:lnTo>
                  <a:lnTo>
                    <a:pt x="402712" y="311936"/>
                  </a:lnTo>
                  <a:lnTo>
                    <a:pt x="357231" y="339997"/>
                  </a:lnTo>
                  <a:lnTo>
                    <a:pt x="313931" y="368856"/>
                  </a:lnTo>
                  <a:lnTo>
                    <a:pt x="272917" y="398459"/>
                  </a:lnTo>
                  <a:lnTo>
                    <a:pt x="234292" y="428753"/>
                  </a:lnTo>
                  <a:lnTo>
                    <a:pt x="198160" y="459685"/>
                  </a:lnTo>
                  <a:lnTo>
                    <a:pt x="164625" y="491202"/>
                  </a:lnTo>
                  <a:lnTo>
                    <a:pt x="133791" y="523251"/>
                  </a:lnTo>
                  <a:lnTo>
                    <a:pt x="102460" y="559875"/>
                  </a:lnTo>
                  <a:lnTo>
                    <a:pt x="74827" y="597030"/>
                  </a:lnTo>
                  <a:lnTo>
                    <a:pt x="51039" y="634638"/>
                  </a:lnTo>
                  <a:lnTo>
                    <a:pt x="31244" y="672626"/>
                  </a:lnTo>
                  <a:lnTo>
                    <a:pt x="15591" y="710916"/>
                  </a:lnTo>
                  <a:lnTo>
                    <a:pt x="4228" y="749434"/>
                  </a:lnTo>
                  <a:lnTo>
                    <a:pt x="200" y="768754"/>
                  </a:lnTo>
                  <a:lnTo>
                    <a:pt x="0" y="769922"/>
                  </a:lnTo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845944" y="2810685"/>
              <a:ext cx="31750" cy="44450"/>
            </a:xfrm>
            <a:custGeom>
              <a:avLst/>
              <a:gdLst/>
              <a:ahLst/>
              <a:cxnLst/>
              <a:rect l="l" t="t" r="r" b="b"/>
              <a:pathLst>
                <a:path w="31750" h="44450">
                  <a:moveTo>
                    <a:pt x="11858" y="44444"/>
                  </a:moveTo>
                  <a:lnTo>
                    <a:pt x="0" y="0"/>
                  </a:lnTo>
                  <a:lnTo>
                    <a:pt x="31342" y="2775"/>
                  </a:lnTo>
                  <a:lnTo>
                    <a:pt x="11858" y="44444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845944" y="2810685"/>
              <a:ext cx="31750" cy="44450"/>
            </a:xfrm>
            <a:custGeom>
              <a:avLst/>
              <a:gdLst/>
              <a:ahLst/>
              <a:cxnLst/>
              <a:rect l="l" t="t" r="r" b="b"/>
              <a:pathLst>
                <a:path w="31750" h="44450">
                  <a:moveTo>
                    <a:pt x="0" y="0"/>
                  </a:moveTo>
                  <a:lnTo>
                    <a:pt x="11858" y="44444"/>
                  </a:lnTo>
                  <a:lnTo>
                    <a:pt x="31342" y="2775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"/>
          <p:cNvSpPr txBox="1"/>
          <p:nvPr/>
        </p:nvSpPr>
        <p:spPr>
          <a:xfrm>
            <a:off x="73025" y="63880"/>
            <a:ext cx="3962400" cy="86169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1A1A1A"/>
                </a:solidFill>
                <a:latin typeface="Arial MT"/>
                <a:cs typeface="Arial MT"/>
              </a:rPr>
              <a:t>Reservar</a:t>
            </a:r>
            <a:r>
              <a:rPr dirty="0" sz="1800" spc="-3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1A1A1A"/>
                </a:solidFill>
                <a:latin typeface="Arial MT"/>
                <a:cs typeface="Arial MT"/>
              </a:rPr>
              <a:t>memoria</a:t>
            </a:r>
            <a:r>
              <a:rPr dirty="0" sz="1800" spc="-2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1A1A1A"/>
                </a:solidFill>
                <a:latin typeface="Arial MT"/>
                <a:cs typeface="Arial MT"/>
              </a:rPr>
              <a:t>pidiendo</a:t>
            </a:r>
            <a:r>
              <a:rPr dirty="0" sz="1800" spc="-2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1A1A1A"/>
                </a:solidFill>
                <a:latin typeface="Arial MT"/>
                <a:cs typeface="Arial MT"/>
              </a:rPr>
              <a:t>mas</a:t>
            </a:r>
            <a:r>
              <a:rPr dirty="0" sz="1800" spc="-2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1A1A1A"/>
                </a:solidFill>
                <a:latin typeface="Arial MT"/>
                <a:cs typeface="Arial MT"/>
              </a:rPr>
              <a:t>al</a:t>
            </a:r>
            <a:r>
              <a:rPr dirty="0" sz="1800" spc="-1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800" spc="-25">
                <a:solidFill>
                  <a:srgbClr val="1A1A1A"/>
                </a:solidFill>
                <a:latin typeface="Arial MT"/>
                <a:cs typeface="Arial MT"/>
              </a:rPr>
              <a:t>OS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90"/>
              </a:spcBef>
            </a:pPr>
            <a:endParaRPr sz="1800">
              <a:latin typeface="Arial MT"/>
              <a:cs typeface="Arial MT"/>
            </a:endParaRPr>
          </a:p>
          <a:p>
            <a:pPr marL="558165">
              <a:lnSpc>
                <a:spcPct val="100000"/>
              </a:lnSpc>
            </a:pPr>
            <a:r>
              <a:rPr dirty="0" sz="1800" b="1">
                <a:solidFill>
                  <a:srgbClr val="1A1A1A"/>
                </a:solidFill>
                <a:latin typeface="Courier New"/>
                <a:cs typeface="Courier New"/>
              </a:rPr>
              <a:t>ap</a:t>
            </a:r>
            <a:r>
              <a:rPr dirty="0" sz="1800" spc="-10" b="1">
                <a:solidFill>
                  <a:srgbClr val="1A1A1A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1A1A1A"/>
                </a:solidFill>
                <a:latin typeface="Courier New"/>
                <a:cs typeface="Courier New"/>
              </a:rPr>
              <a:t>=</a:t>
            </a:r>
            <a:r>
              <a:rPr dirty="0" sz="1800" spc="-5" b="1">
                <a:solidFill>
                  <a:srgbClr val="1A1A1A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1A1A1A"/>
                </a:solidFill>
                <a:latin typeface="Courier New"/>
                <a:cs typeface="Courier New"/>
              </a:rPr>
              <a:t>malloc(n)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3969274" y="1215925"/>
            <a:ext cx="1510665" cy="424180"/>
          </a:xfrm>
          <a:prstGeom prst="rect">
            <a:avLst/>
          </a:prstGeom>
          <a:ln w="9524">
            <a:solidFill>
              <a:srgbClr val="1A1A1A"/>
            </a:solidFill>
          </a:ln>
        </p:spPr>
        <p:txBody>
          <a:bodyPr wrap="square" lIns="0" tIns="9969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785"/>
              </a:spcBef>
            </a:pPr>
            <a:r>
              <a:rPr dirty="0" sz="1400" spc="-50">
                <a:solidFill>
                  <a:srgbClr val="999999"/>
                </a:solidFill>
                <a:latin typeface="Arial MT"/>
                <a:cs typeface="Arial MT"/>
              </a:rPr>
              <a:t>n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18" name="object 18" descr=""/>
          <p:cNvGrpSpPr/>
          <p:nvPr/>
        </p:nvGrpSpPr>
        <p:grpSpPr>
          <a:xfrm>
            <a:off x="4368879" y="3301162"/>
            <a:ext cx="41275" cy="533400"/>
            <a:chOff x="4368879" y="3301162"/>
            <a:chExt cx="41275" cy="533400"/>
          </a:xfrm>
        </p:grpSpPr>
        <p:sp>
          <p:nvSpPr>
            <p:cNvPr id="19" name="object 19" descr=""/>
            <p:cNvSpPr/>
            <p:nvPr/>
          </p:nvSpPr>
          <p:spPr>
            <a:xfrm>
              <a:off x="4389375" y="3349150"/>
              <a:ext cx="0" cy="485775"/>
            </a:xfrm>
            <a:custGeom>
              <a:avLst/>
              <a:gdLst/>
              <a:ahLst/>
              <a:cxnLst/>
              <a:rect l="l" t="t" r="r" b="b"/>
              <a:pathLst>
                <a:path w="0" h="485775">
                  <a:moveTo>
                    <a:pt x="0" y="485249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4373642" y="3305924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0" y="43225"/>
                  </a:lnTo>
                  <a:lnTo>
                    <a:pt x="15732" y="0"/>
                  </a:lnTo>
                  <a:lnTo>
                    <a:pt x="31465" y="43225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4373642" y="3305924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15732" y="0"/>
                  </a:lnTo>
                  <a:lnTo>
                    <a:pt x="0" y="43225"/>
                  </a:lnTo>
                  <a:lnTo>
                    <a:pt x="31465" y="43225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 descr=""/>
          <p:cNvSpPr txBox="1"/>
          <p:nvPr/>
        </p:nvSpPr>
        <p:spPr>
          <a:xfrm>
            <a:off x="4182800" y="3830506"/>
            <a:ext cx="3295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 i="1">
                <a:solidFill>
                  <a:srgbClr val="1A1A1A"/>
                </a:solidFill>
                <a:latin typeface="Times New Roman"/>
                <a:cs typeface="Times New Roman"/>
              </a:rPr>
              <a:t>brk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841182" y="2037387"/>
            <a:ext cx="3251200" cy="836294"/>
            <a:chOff x="841182" y="2037387"/>
            <a:chExt cx="3251200" cy="836294"/>
          </a:xfrm>
        </p:grpSpPr>
        <p:sp>
          <p:nvSpPr>
            <p:cNvPr id="3" name="object 3" descr=""/>
            <p:cNvSpPr/>
            <p:nvPr/>
          </p:nvSpPr>
          <p:spPr>
            <a:xfrm>
              <a:off x="856699" y="2630274"/>
              <a:ext cx="934719" cy="238125"/>
            </a:xfrm>
            <a:custGeom>
              <a:avLst/>
              <a:gdLst/>
              <a:ahLst/>
              <a:cxnLst/>
              <a:rect l="l" t="t" r="r" b="b"/>
              <a:pathLst>
                <a:path w="934719" h="238125">
                  <a:moveTo>
                    <a:pt x="0" y="238124"/>
                  </a:moveTo>
                  <a:lnTo>
                    <a:pt x="18699" y="179139"/>
                  </a:lnTo>
                  <a:lnTo>
                    <a:pt x="70399" y="123455"/>
                  </a:lnTo>
                  <a:lnTo>
                    <a:pt x="106562" y="97886"/>
                  </a:lnTo>
                  <a:lnTo>
                    <a:pt x="148499" y="74385"/>
                  </a:lnTo>
                  <a:lnTo>
                    <a:pt x="195387" y="53367"/>
                  </a:lnTo>
                  <a:lnTo>
                    <a:pt x="246399" y="35244"/>
                  </a:lnTo>
                  <a:lnTo>
                    <a:pt x="300712" y="20432"/>
                  </a:lnTo>
                  <a:lnTo>
                    <a:pt x="357499" y="9344"/>
                  </a:lnTo>
                  <a:lnTo>
                    <a:pt x="415937" y="2395"/>
                  </a:lnTo>
                  <a:lnTo>
                    <a:pt x="475199" y="0"/>
                  </a:lnTo>
                  <a:lnTo>
                    <a:pt x="526027" y="1797"/>
                  </a:lnTo>
                  <a:lnTo>
                    <a:pt x="576335" y="6983"/>
                  </a:lnTo>
                  <a:lnTo>
                    <a:pt x="625604" y="15298"/>
                  </a:lnTo>
                  <a:lnTo>
                    <a:pt x="673315" y="26480"/>
                  </a:lnTo>
                  <a:lnTo>
                    <a:pt x="718947" y="40270"/>
                  </a:lnTo>
                  <a:lnTo>
                    <a:pt x="761982" y="56406"/>
                  </a:lnTo>
                  <a:lnTo>
                    <a:pt x="801899" y="74629"/>
                  </a:lnTo>
                  <a:lnTo>
                    <a:pt x="862692" y="110756"/>
                  </a:lnTo>
                  <a:lnTo>
                    <a:pt x="909562" y="151078"/>
                  </a:lnTo>
                  <a:lnTo>
                    <a:pt x="933904" y="183233"/>
                  </a:lnTo>
                  <a:lnTo>
                    <a:pt x="934283" y="183894"/>
                  </a:lnTo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1775888" y="2809732"/>
              <a:ext cx="30480" cy="46355"/>
            </a:xfrm>
            <a:custGeom>
              <a:avLst/>
              <a:gdLst/>
              <a:ahLst/>
              <a:cxnLst/>
              <a:rect l="l" t="t" r="r" b="b"/>
              <a:pathLst>
                <a:path w="30480" h="46355">
                  <a:moveTo>
                    <a:pt x="27284" y="45907"/>
                  </a:moveTo>
                  <a:lnTo>
                    <a:pt x="0" y="8873"/>
                  </a:lnTo>
                  <a:lnTo>
                    <a:pt x="30188" y="0"/>
                  </a:lnTo>
                  <a:lnTo>
                    <a:pt x="27284" y="45907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775888" y="2809732"/>
              <a:ext cx="30480" cy="46355"/>
            </a:xfrm>
            <a:custGeom>
              <a:avLst/>
              <a:gdLst/>
              <a:ahLst/>
              <a:cxnLst/>
              <a:rect l="l" t="t" r="r" b="b"/>
              <a:pathLst>
                <a:path w="30480" h="46355">
                  <a:moveTo>
                    <a:pt x="0" y="8873"/>
                  </a:moveTo>
                  <a:lnTo>
                    <a:pt x="27284" y="45907"/>
                  </a:lnTo>
                  <a:lnTo>
                    <a:pt x="30188" y="0"/>
                  </a:lnTo>
                  <a:lnTo>
                    <a:pt x="0" y="8873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807171" y="2630274"/>
              <a:ext cx="888365" cy="238125"/>
            </a:xfrm>
            <a:custGeom>
              <a:avLst/>
              <a:gdLst/>
              <a:ahLst/>
              <a:cxnLst/>
              <a:rect l="l" t="t" r="r" b="b"/>
              <a:pathLst>
                <a:path w="888364" h="238125">
                  <a:moveTo>
                    <a:pt x="0" y="238124"/>
                  </a:moveTo>
                  <a:lnTo>
                    <a:pt x="17773" y="179139"/>
                  </a:lnTo>
                  <a:lnTo>
                    <a:pt x="66911" y="123455"/>
                  </a:lnTo>
                  <a:lnTo>
                    <a:pt x="101281" y="97886"/>
                  </a:lnTo>
                  <a:lnTo>
                    <a:pt x="141140" y="74385"/>
                  </a:lnTo>
                  <a:lnTo>
                    <a:pt x="185704" y="53367"/>
                  </a:lnTo>
                  <a:lnTo>
                    <a:pt x="234188" y="35244"/>
                  </a:lnTo>
                  <a:lnTo>
                    <a:pt x="285809" y="20432"/>
                  </a:lnTo>
                  <a:lnTo>
                    <a:pt x="339782" y="9344"/>
                  </a:lnTo>
                  <a:lnTo>
                    <a:pt x="395324" y="2395"/>
                  </a:lnTo>
                  <a:lnTo>
                    <a:pt x="451649" y="0"/>
                  </a:lnTo>
                  <a:lnTo>
                    <a:pt x="507975" y="2433"/>
                  </a:lnTo>
                  <a:lnTo>
                    <a:pt x="563517" y="9420"/>
                  </a:lnTo>
                  <a:lnTo>
                    <a:pt x="617490" y="20547"/>
                  </a:lnTo>
                  <a:lnTo>
                    <a:pt x="669111" y="35400"/>
                  </a:lnTo>
                  <a:lnTo>
                    <a:pt x="717595" y="53565"/>
                  </a:lnTo>
                  <a:lnTo>
                    <a:pt x="762159" y="74629"/>
                  </a:lnTo>
                  <a:lnTo>
                    <a:pt x="819938" y="110756"/>
                  </a:lnTo>
                  <a:lnTo>
                    <a:pt x="864486" y="151078"/>
                  </a:lnTo>
                  <a:lnTo>
                    <a:pt x="887621" y="183233"/>
                  </a:lnTo>
                  <a:lnTo>
                    <a:pt x="887873" y="183696"/>
                  </a:lnTo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2679896" y="2809724"/>
              <a:ext cx="30480" cy="46355"/>
            </a:xfrm>
            <a:custGeom>
              <a:avLst/>
              <a:gdLst/>
              <a:ahLst/>
              <a:cxnLst/>
              <a:rect l="l" t="t" r="r" b="b"/>
              <a:pathLst>
                <a:path w="30480" h="46355">
                  <a:moveTo>
                    <a:pt x="26816" y="45867"/>
                  </a:moveTo>
                  <a:lnTo>
                    <a:pt x="0" y="8493"/>
                  </a:lnTo>
                  <a:lnTo>
                    <a:pt x="30297" y="0"/>
                  </a:lnTo>
                  <a:lnTo>
                    <a:pt x="26816" y="45867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2679896" y="2809724"/>
              <a:ext cx="30480" cy="46355"/>
            </a:xfrm>
            <a:custGeom>
              <a:avLst/>
              <a:gdLst/>
              <a:ahLst/>
              <a:cxnLst/>
              <a:rect l="l" t="t" r="r" b="b"/>
              <a:pathLst>
                <a:path w="30480" h="46355">
                  <a:moveTo>
                    <a:pt x="0" y="8493"/>
                  </a:moveTo>
                  <a:lnTo>
                    <a:pt x="26816" y="45867"/>
                  </a:lnTo>
                  <a:lnTo>
                    <a:pt x="30297" y="0"/>
                  </a:lnTo>
                  <a:lnTo>
                    <a:pt x="0" y="8493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2710413" y="2630274"/>
              <a:ext cx="1355725" cy="238125"/>
            </a:xfrm>
            <a:custGeom>
              <a:avLst/>
              <a:gdLst/>
              <a:ahLst/>
              <a:cxnLst/>
              <a:rect l="l" t="t" r="r" b="b"/>
              <a:pathLst>
                <a:path w="1355725" h="238125">
                  <a:moveTo>
                    <a:pt x="0" y="238124"/>
                  </a:moveTo>
                  <a:lnTo>
                    <a:pt x="15467" y="193706"/>
                  </a:lnTo>
                  <a:lnTo>
                    <a:pt x="59180" y="150677"/>
                  </a:lnTo>
                  <a:lnTo>
                    <a:pt x="127104" y="110438"/>
                  </a:lnTo>
                  <a:lnTo>
                    <a:pt x="168884" y="91801"/>
                  </a:lnTo>
                  <a:lnTo>
                    <a:pt x="215203" y="74385"/>
                  </a:lnTo>
                  <a:lnTo>
                    <a:pt x="265557" y="58366"/>
                  </a:lnTo>
                  <a:lnTo>
                    <a:pt x="319442" y="43917"/>
                  </a:lnTo>
                  <a:lnTo>
                    <a:pt x="376353" y="31214"/>
                  </a:lnTo>
                  <a:lnTo>
                    <a:pt x="435786" y="20432"/>
                  </a:lnTo>
                  <a:lnTo>
                    <a:pt x="497236" y="11744"/>
                  </a:lnTo>
                  <a:lnTo>
                    <a:pt x="560200" y="5326"/>
                  </a:lnTo>
                  <a:lnTo>
                    <a:pt x="624173" y="1353"/>
                  </a:lnTo>
                  <a:lnTo>
                    <a:pt x="688650" y="0"/>
                  </a:lnTo>
                  <a:lnTo>
                    <a:pt x="740255" y="890"/>
                  </a:lnTo>
                  <a:lnTo>
                    <a:pt x="791603" y="3479"/>
                  </a:lnTo>
                  <a:lnTo>
                    <a:pt x="842434" y="7678"/>
                  </a:lnTo>
                  <a:lnTo>
                    <a:pt x="892490" y="13397"/>
                  </a:lnTo>
                  <a:lnTo>
                    <a:pt x="941513" y="20547"/>
                  </a:lnTo>
                  <a:lnTo>
                    <a:pt x="989245" y="29038"/>
                  </a:lnTo>
                  <a:lnTo>
                    <a:pt x="1035428" y="38781"/>
                  </a:lnTo>
                  <a:lnTo>
                    <a:pt x="1079803" y="49687"/>
                  </a:lnTo>
                  <a:lnTo>
                    <a:pt x="1122112" y="61666"/>
                  </a:lnTo>
                  <a:lnTo>
                    <a:pt x="1162097" y="74629"/>
                  </a:lnTo>
                  <a:lnTo>
                    <a:pt x="1208416" y="92081"/>
                  </a:lnTo>
                  <a:lnTo>
                    <a:pt x="1250195" y="110756"/>
                  </a:lnTo>
                  <a:lnTo>
                    <a:pt x="1286931" y="130480"/>
                  </a:lnTo>
                  <a:lnTo>
                    <a:pt x="1324990" y="156344"/>
                  </a:lnTo>
                  <a:lnTo>
                    <a:pt x="1353394" y="183233"/>
                  </a:lnTo>
                  <a:lnTo>
                    <a:pt x="1355580" y="185862"/>
                  </a:lnTo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4051442" y="2810158"/>
              <a:ext cx="31115" cy="46355"/>
            </a:xfrm>
            <a:custGeom>
              <a:avLst/>
              <a:gdLst/>
              <a:ahLst/>
              <a:cxnLst/>
              <a:rect l="l" t="t" r="r" b="b"/>
              <a:pathLst>
                <a:path w="31114" h="46355">
                  <a:moveTo>
                    <a:pt x="30979" y="45961"/>
                  </a:moveTo>
                  <a:lnTo>
                    <a:pt x="0" y="11958"/>
                  </a:lnTo>
                  <a:lnTo>
                    <a:pt x="29104" y="0"/>
                  </a:lnTo>
                  <a:lnTo>
                    <a:pt x="30979" y="45961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4051442" y="2810158"/>
              <a:ext cx="31115" cy="46355"/>
            </a:xfrm>
            <a:custGeom>
              <a:avLst/>
              <a:gdLst/>
              <a:ahLst/>
              <a:cxnLst/>
              <a:rect l="l" t="t" r="r" b="b"/>
              <a:pathLst>
                <a:path w="31114" h="46355">
                  <a:moveTo>
                    <a:pt x="0" y="11958"/>
                  </a:moveTo>
                  <a:lnTo>
                    <a:pt x="30979" y="45961"/>
                  </a:lnTo>
                  <a:lnTo>
                    <a:pt x="29104" y="0"/>
                  </a:lnTo>
                  <a:lnTo>
                    <a:pt x="0" y="11958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861616" y="2042149"/>
              <a:ext cx="3226435" cy="826769"/>
            </a:xfrm>
            <a:custGeom>
              <a:avLst/>
              <a:gdLst/>
              <a:ahLst/>
              <a:cxnLst/>
              <a:rect l="l" t="t" r="r" b="b"/>
              <a:pathLst>
                <a:path w="3226435" h="826769">
                  <a:moveTo>
                    <a:pt x="3225959" y="826249"/>
                  </a:moveTo>
                  <a:lnTo>
                    <a:pt x="3220551" y="767276"/>
                  </a:lnTo>
                  <a:lnTo>
                    <a:pt x="3204677" y="708569"/>
                  </a:lnTo>
                  <a:lnTo>
                    <a:pt x="3178860" y="650396"/>
                  </a:lnTo>
                  <a:lnTo>
                    <a:pt x="3143623" y="593026"/>
                  </a:lnTo>
                  <a:lnTo>
                    <a:pt x="3099489" y="536727"/>
                  </a:lnTo>
                  <a:lnTo>
                    <a:pt x="3046982" y="481765"/>
                  </a:lnTo>
                  <a:lnTo>
                    <a:pt x="3017752" y="454869"/>
                  </a:lnTo>
                  <a:lnTo>
                    <a:pt x="2986626" y="428409"/>
                  </a:lnTo>
                  <a:lnTo>
                    <a:pt x="2953667" y="402417"/>
                  </a:lnTo>
                  <a:lnTo>
                    <a:pt x="2918942" y="376926"/>
                  </a:lnTo>
                  <a:lnTo>
                    <a:pt x="2882517" y="351971"/>
                  </a:lnTo>
                  <a:lnTo>
                    <a:pt x="2844456" y="327585"/>
                  </a:lnTo>
                  <a:lnTo>
                    <a:pt x="2804825" y="303801"/>
                  </a:lnTo>
                  <a:lnTo>
                    <a:pt x="2763690" y="280653"/>
                  </a:lnTo>
                  <a:lnTo>
                    <a:pt x="2721115" y="258174"/>
                  </a:lnTo>
                  <a:lnTo>
                    <a:pt x="2677167" y="236398"/>
                  </a:lnTo>
                  <a:lnTo>
                    <a:pt x="2631910" y="215359"/>
                  </a:lnTo>
                  <a:lnTo>
                    <a:pt x="2585411" y="195088"/>
                  </a:lnTo>
                  <a:lnTo>
                    <a:pt x="2537734" y="175621"/>
                  </a:lnTo>
                  <a:lnTo>
                    <a:pt x="2488945" y="156991"/>
                  </a:lnTo>
                  <a:lnTo>
                    <a:pt x="2439109" y="139230"/>
                  </a:lnTo>
                  <a:lnTo>
                    <a:pt x="2388292" y="122374"/>
                  </a:lnTo>
                  <a:lnTo>
                    <a:pt x="2336559" y="106454"/>
                  </a:lnTo>
                  <a:lnTo>
                    <a:pt x="2283976" y="91505"/>
                  </a:lnTo>
                  <a:lnTo>
                    <a:pt x="2230608" y="77559"/>
                  </a:lnTo>
                  <a:lnTo>
                    <a:pt x="2176521" y="64652"/>
                  </a:lnTo>
                  <a:lnTo>
                    <a:pt x="2121779" y="52815"/>
                  </a:lnTo>
                  <a:lnTo>
                    <a:pt x="2066448" y="42082"/>
                  </a:lnTo>
                  <a:lnTo>
                    <a:pt x="2010594" y="32488"/>
                  </a:lnTo>
                  <a:lnTo>
                    <a:pt x="1954282" y="24065"/>
                  </a:lnTo>
                  <a:lnTo>
                    <a:pt x="1897578" y="16847"/>
                  </a:lnTo>
                  <a:lnTo>
                    <a:pt x="1840547" y="10867"/>
                  </a:lnTo>
                  <a:lnTo>
                    <a:pt x="1783254" y="6158"/>
                  </a:lnTo>
                  <a:lnTo>
                    <a:pt x="1725765" y="2756"/>
                  </a:lnTo>
                  <a:lnTo>
                    <a:pt x="1668144" y="691"/>
                  </a:lnTo>
                  <a:lnTo>
                    <a:pt x="1610459" y="0"/>
                  </a:lnTo>
                  <a:lnTo>
                    <a:pt x="1557788" y="586"/>
                  </a:lnTo>
                  <a:lnTo>
                    <a:pt x="1505167" y="2319"/>
                  </a:lnTo>
                  <a:lnTo>
                    <a:pt x="1452645" y="5173"/>
                  </a:lnTo>
                  <a:lnTo>
                    <a:pt x="1400273" y="9122"/>
                  </a:lnTo>
                  <a:lnTo>
                    <a:pt x="1348099" y="14142"/>
                  </a:lnTo>
                  <a:lnTo>
                    <a:pt x="1296175" y="20205"/>
                  </a:lnTo>
                  <a:lnTo>
                    <a:pt x="1244550" y="27288"/>
                  </a:lnTo>
                  <a:lnTo>
                    <a:pt x="1193273" y="35365"/>
                  </a:lnTo>
                  <a:lnTo>
                    <a:pt x="1142394" y="44409"/>
                  </a:lnTo>
                  <a:lnTo>
                    <a:pt x="1091964" y="54396"/>
                  </a:lnTo>
                  <a:lnTo>
                    <a:pt x="1042031" y="65300"/>
                  </a:lnTo>
                  <a:lnTo>
                    <a:pt x="992647" y="77096"/>
                  </a:lnTo>
                  <a:lnTo>
                    <a:pt x="943859" y="89759"/>
                  </a:lnTo>
                  <a:lnTo>
                    <a:pt x="895719" y="103261"/>
                  </a:lnTo>
                  <a:lnTo>
                    <a:pt x="848276" y="117580"/>
                  </a:lnTo>
                  <a:lnTo>
                    <a:pt x="801580" y="132688"/>
                  </a:lnTo>
                  <a:lnTo>
                    <a:pt x="755681" y="148560"/>
                  </a:lnTo>
                  <a:lnTo>
                    <a:pt x="710628" y="165171"/>
                  </a:lnTo>
                  <a:lnTo>
                    <a:pt x="666471" y="182496"/>
                  </a:lnTo>
                  <a:lnTo>
                    <a:pt x="623261" y="200508"/>
                  </a:lnTo>
                  <a:lnTo>
                    <a:pt x="581046" y="219183"/>
                  </a:lnTo>
                  <a:lnTo>
                    <a:pt x="539877" y="238495"/>
                  </a:lnTo>
                  <a:lnTo>
                    <a:pt x="499803" y="258418"/>
                  </a:lnTo>
                  <a:lnTo>
                    <a:pt x="450271" y="284725"/>
                  </a:lnTo>
                  <a:lnTo>
                    <a:pt x="402712" y="311936"/>
                  </a:lnTo>
                  <a:lnTo>
                    <a:pt x="357231" y="339997"/>
                  </a:lnTo>
                  <a:lnTo>
                    <a:pt x="313931" y="368856"/>
                  </a:lnTo>
                  <a:lnTo>
                    <a:pt x="272917" y="398459"/>
                  </a:lnTo>
                  <a:lnTo>
                    <a:pt x="234292" y="428753"/>
                  </a:lnTo>
                  <a:lnTo>
                    <a:pt x="198160" y="459685"/>
                  </a:lnTo>
                  <a:lnTo>
                    <a:pt x="164625" y="491202"/>
                  </a:lnTo>
                  <a:lnTo>
                    <a:pt x="133791" y="523251"/>
                  </a:lnTo>
                  <a:lnTo>
                    <a:pt x="102460" y="559875"/>
                  </a:lnTo>
                  <a:lnTo>
                    <a:pt x="74827" y="597030"/>
                  </a:lnTo>
                  <a:lnTo>
                    <a:pt x="51039" y="634638"/>
                  </a:lnTo>
                  <a:lnTo>
                    <a:pt x="31244" y="672626"/>
                  </a:lnTo>
                  <a:lnTo>
                    <a:pt x="15591" y="710916"/>
                  </a:lnTo>
                  <a:lnTo>
                    <a:pt x="4228" y="749434"/>
                  </a:lnTo>
                  <a:lnTo>
                    <a:pt x="200" y="768754"/>
                  </a:lnTo>
                  <a:lnTo>
                    <a:pt x="0" y="769922"/>
                  </a:lnTo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845944" y="2810685"/>
              <a:ext cx="31750" cy="44450"/>
            </a:xfrm>
            <a:custGeom>
              <a:avLst/>
              <a:gdLst/>
              <a:ahLst/>
              <a:cxnLst/>
              <a:rect l="l" t="t" r="r" b="b"/>
              <a:pathLst>
                <a:path w="31750" h="44450">
                  <a:moveTo>
                    <a:pt x="11858" y="44444"/>
                  </a:moveTo>
                  <a:lnTo>
                    <a:pt x="0" y="0"/>
                  </a:lnTo>
                  <a:lnTo>
                    <a:pt x="31342" y="2775"/>
                  </a:lnTo>
                  <a:lnTo>
                    <a:pt x="11858" y="44444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845944" y="2810685"/>
              <a:ext cx="31750" cy="44450"/>
            </a:xfrm>
            <a:custGeom>
              <a:avLst/>
              <a:gdLst/>
              <a:ahLst/>
              <a:cxnLst/>
              <a:rect l="l" t="t" r="r" b="b"/>
              <a:pathLst>
                <a:path w="31750" h="44450">
                  <a:moveTo>
                    <a:pt x="0" y="0"/>
                  </a:moveTo>
                  <a:lnTo>
                    <a:pt x="11858" y="44444"/>
                  </a:lnTo>
                  <a:lnTo>
                    <a:pt x="31342" y="2775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15" name="object 15" descr=""/>
          <p:cNvGraphicFramePr>
            <a:graphicFrameLocks noGrp="1"/>
          </p:cNvGraphicFramePr>
          <p:nvPr/>
        </p:nvGraphicFramePr>
        <p:xfrm>
          <a:off x="740037" y="2863637"/>
          <a:ext cx="8145145" cy="4235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3520"/>
                <a:gridCol w="683895"/>
                <a:gridCol w="309245"/>
                <a:gridCol w="498475"/>
                <a:gridCol w="498475"/>
                <a:gridCol w="825500"/>
                <a:gridCol w="603250"/>
                <a:gridCol w="4414520"/>
              </a:tblGrid>
              <a:tr h="4235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189230">
                        <a:lnSpc>
                          <a:spcPct val="100000"/>
                        </a:lnSpc>
                      </a:pPr>
                      <a:r>
                        <a:rPr dirty="0" sz="800">
                          <a:latin typeface="Arial MT"/>
                          <a:cs typeface="Arial MT"/>
                        </a:rPr>
                        <a:t>en</a:t>
                      </a:r>
                      <a:r>
                        <a:rPr dirty="0" sz="8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00" spc="-25">
                          <a:latin typeface="Arial MT"/>
                          <a:cs typeface="Arial MT"/>
                        </a:rPr>
                        <a:t>uso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B="0" marT="28575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E9ED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96520">
                        <a:lnSpc>
                          <a:spcPct val="100000"/>
                        </a:lnSpc>
                      </a:pPr>
                      <a:r>
                        <a:rPr dirty="0" sz="8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en</a:t>
                      </a:r>
                      <a:r>
                        <a:rPr dirty="0" sz="800" spc="-3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00" spc="-2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uso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B="0" marT="28575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E9ED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260350">
                        <a:lnSpc>
                          <a:spcPct val="100000"/>
                        </a:lnSpc>
                      </a:pPr>
                      <a:r>
                        <a:rPr dirty="0" sz="8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en</a:t>
                      </a:r>
                      <a:r>
                        <a:rPr dirty="0" sz="800" spc="-3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00" spc="-2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uso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B="0" marT="28575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E9ED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ysDash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ysDash"/>
                    </a:lnL>
                    <a:lnR w="9525">
                      <a:solidFill>
                        <a:srgbClr val="1A1A1A"/>
                      </a:solidFill>
                      <a:prstDash val="sysDash"/>
                    </a:lnR>
                    <a:lnT w="9525">
                      <a:solidFill>
                        <a:srgbClr val="1A1A1A"/>
                      </a:solidFill>
                      <a:prstDash val="sysDash"/>
                    </a:lnT>
                    <a:lnB w="9525">
                      <a:solidFill>
                        <a:srgbClr val="1A1A1A"/>
                      </a:solidFill>
                      <a:prstDash val="sysDash"/>
                    </a:lnB>
                  </a:tcPr>
                </a:tc>
              </a:tr>
            </a:tbl>
          </a:graphicData>
        </a:graphic>
      </p:graphicFrame>
      <p:sp>
        <p:nvSpPr>
          <p:cNvPr id="16" name="object 16" descr=""/>
          <p:cNvSpPr txBox="1"/>
          <p:nvPr/>
        </p:nvSpPr>
        <p:spPr>
          <a:xfrm>
            <a:off x="73025" y="63880"/>
            <a:ext cx="3962400" cy="86169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1A1A1A"/>
                </a:solidFill>
                <a:latin typeface="Arial MT"/>
                <a:cs typeface="Arial MT"/>
              </a:rPr>
              <a:t>Reservar</a:t>
            </a:r>
            <a:r>
              <a:rPr dirty="0" sz="1800" spc="-3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1A1A1A"/>
                </a:solidFill>
                <a:latin typeface="Arial MT"/>
                <a:cs typeface="Arial MT"/>
              </a:rPr>
              <a:t>memoria</a:t>
            </a:r>
            <a:r>
              <a:rPr dirty="0" sz="1800" spc="-2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1A1A1A"/>
                </a:solidFill>
                <a:latin typeface="Arial MT"/>
                <a:cs typeface="Arial MT"/>
              </a:rPr>
              <a:t>pidiendo</a:t>
            </a:r>
            <a:r>
              <a:rPr dirty="0" sz="1800" spc="-2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1A1A1A"/>
                </a:solidFill>
                <a:latin typeface="Arial MT"/>
                <a:cs typeface="Arial MT"/>
              </a:rPr>
              <a:t>mas</a:t>
            </a:r>
            <a:r>
              <a:rPr dirty="0" sz="1800" spc="-2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1A1A1A"/>
                </a:solidFill>
                <a:latin typeface="Arial MT"/>
                <a:cs typeface="Arial MT"/>
              </a:rPr>
              <a:t>al</a:t>
            </a:r>
            <a:r>
              <a:rPr dirty="0" sz="1800" spc="-1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800" spc="-25">
                <a:solidFill>
                  <a:srgbClr val="1A1A1A"/>
                </a:solidFill>
                <a:latin typeface="Arial MT"/>
                <a:cs typeface="Arial MT"/>
              </a:rPr>
              <a:t>OS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90"/>
              </a:spcBef>
            </a:pPr>
            <a:endParaRPr sz="1800">
              <a:latin typeface="Arial MT"/>
              <a:cs typeface="Arial MT"/>
            </a:endParaRPr>
          </a:p>
          <a:p>
            <a:pPr marL="558165">
              <a:lnSpc>
                <a:spcPct val="100000"/>
              </a:lnSpc>
            </a:pPr>
            <a:r>
              <a:rPr dirty="0" sz="1800" b="1">
                <a:solidFill>
                  <a:srgbClr val="1A1A1A"/>
                </a:solidFill>
                <a:latin typeface="Courier New"/>
                <a:cs typeface="Courier New"/>
              </a:rPr>
              <a:t>ap</a:t>
            </a:r>
            <a:r>
              <a:rPr dirty="0" sz="1800" spc="-10" b="1">
                <a:solidFill>
                  <a:srgbClr val="1A1A1A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1A1A1A"/>
                </a:solidFill>
                <a:latin typeface="Courier New"/>
                <a:cs typeface="Courier New"/>
              </a:rPr>
              <a:t>=</a:t>
            </a:r>
            <a:r>
              <a:rPr dirty="0" sz="1800" spc="-5" b="1">
                <a:solidFill>
                  <a:srgbClr val="1A1A1A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1A1A1A"/>
                </a:solidFill>
                <a:latin typeface="Courier New"/>
                <a:cs typeface="Courier New"/>
              </a:rPr>
              <a:t>malloc(n)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3969274" y="1215925"/>
            <a:ext cx="1510665" cy="424180"/>
          </a:xfrm>
          <a:prstGeom prst="rect">
            <a:avLst/>
          </a:prstGeom>
          <a:ln w="9524">
            <a:solidFill>
              <a:srgbClr val="1A1A1A"/>
            </a:solidFill>
          </a:ln>
        </p:spPr>
        <p:txBody>
          <a:bodyPr wrap="square" lIns="0" tIns="9969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785"/>
              </a:spcBef>
            </a:pPr>
            <a:r>
              <a:rPr dirty="0" sz="1400" spc="-50">
                <a:solidFill>
                  <a:srgbClr val="999999"/>
                </a:solidFill>
                <a:latin typeface="Arial MT"/>
                <a:cs typeface="Arial MT"/>
              </a:rPr>
              <a:t>n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18" name="object 18" descr=""/>
          <p:cNvGrpSpPr/>
          <p:nvPr/>
        </p:nvGrpSpPr>
        <p:grpSpPr>
          <a:xfrm>
            <a:off x="4368879" y="3301162"/>
            <a:ext cx="41275" cy="533400"/>
            <a:chOff x="4368879" y="3301162"/>
            <a:chExt cx="41275" cy="533400"/>
          </a:xfrm>
        </p:grpSpPr>
        <p:sp>
          <p:nvSpPr>
            <p:cNvPr id="19" name="object 19" descr=""/>
            <p:cNvSpPr/>
            <p:nvPr/>
          </p:nvSpPr>
          <p:spPr>
            <a:xfrm>
              <a:off x="4389375" y="3349150"/>
              <a:ext cx="0" cy="485775"/>
            </a:xfrm>
            <a:custGeom>
              <a:avLst/>
              <a:gdLst/>
              <a:ahLst/>
              <a:cxnLst/>
              <a:rect l="l" t="t" r="r" b="b"/>
              <a:pathLst>
                <a:path w="0" h="485775">
                  <a:moveTo>
                    <a:pt x="0" y="485249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4373642" y="3305924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0" y="43225"/>
                  </a:lnTo>
                  <a:lnTo>
                    <a:pt x="15732" y="0"/>
                  </a:lnTo>
                  <a:lnTo>
                    <a:pt x="31465" y="43225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4373642" y="3305924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15732" y="0"/>
                  </a:lnTo>
                  <a:lnTo>
                    <a:pt x="0" y="43225"/>
                  </a:lnTo>
                  <a:lnTo>
                    <a:pt x="31465" y="43225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 descr=""/>
          <p:cNvSpPr txBox="1"/>
          <p:nvPr/>
        </p:nvSpPr>
        <p:spPr>
          <a:xfrm>
            <a:off x="4182800" y="3830506"/>
            <a:ext cx="3295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 i="1">
                <a:solidFill>
                  <a:srgbClr val="1A1A1A"/>
                </a:solidFill>
                <a:latin typeface="Times New Roman"/>
                <a:cs typeface="Times New Roman"/>
              </a:rPr>
              <a:t>brk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841182" y="2037387"/>
            <a:ext cx="3251200" cy="836294"/>
            <a:chOff x="841182" y="2037387"/>
            <a:chExt cx="3251200" cy="836294"/>
          </a:xfrm>
        </p:grpSpPr>
        <p:sp>
          <p:nvSpPr>
            <p:cNvPr id="3" name="object 3" descr=""/>
            <p:cNvSpPr/>
            <p:nvPr/>
          </p:nvSpPr>
          <p:spPr>
            <a:xfrm>
              <a:off x="856699" y="2630274"/>
              <a:ext cx="934719" cy="238125"/>
            </a:xfrm>
            <a:custGeom>
              <a:avLst/>
              <a:gdLst/>
              <a:ahLst/>
              <a:cxnLst/>
              <a:rect l="l" t="t" r="r" b="b"/>
              <a:pathLst>
                <a:path w="934719" h="238125">
                  <a:moveTo>
                    <a:pt x="0" y="238124"/>
                  </a:moveTo>
                  <a:lnTo>
                    <a:pt x="18699" y="179139"/>
                  </a:lnTo>
                  <a:lnTo>
                    <a:pt x="70399" y="123455"/>
                  </a:lnTo>
                  <a:lnTo>
                    <a:pt x="106562" y="97886"/>
                  </a:lnTo>
                  <a:lnTo>
                    <a:pt x="148499" y="74385"/>
                  </a:lnTo>
                  <a:lnTo>
                    <a:pt x="195387" y="53367"/>
                  </a:lnTo>
                  <a:lnTo>
                    <a:pt x="246399" y="35244"/>
                  </a:lnTo>
                  <a:lnTo>
                    <a:pt x="300712" y="20432"/>
                  </a:lnTo>
                  <a:lnTo>
                    <a:pt x="357499" y="9344"/>
                  </a:lnTo>
                  <a:lnTo>
                    <a:pt x="415937" y="2395"/>
                  </a:lnTo>
                  <a:lnTo>
                    <a:pt x="475199" y="0"/>
                  </a:lnTo>
                  <a:lnTo>
                    <a:pt x="526027" y="1797"/>
                  </a:lnTo>
                  <a:lnTo>
                    <a:pt x="576335" y="6983"/>
                  </a:lnTo>
                  <a:lnTo>
                    <a:pt x="625604" y="15298"/>
                  </a:lnTo>
                  <a:lnTo>
                    <a:pt x="673315" y="26480"/>
                  </a:lnTo>
                  <a:lnTo>
                    <a:pt x="718947" y="40270"/>
                  </a:lnTo>
                  <a:lnTo>
                    <a:pt x="761982" y="56406"/>
                  </a:lnTo>
                  <a:lnTo>
                    <a:pt x="801899" y="74629"/>
                  </a:lnTo>
                  <a:lnTo>
                    <a:pt x="862692" y="110756"/>
                  </a:lnTo>
                  <a:lnTo>
                    <a:pt x="909562" y="151078"/>
                  </a:lnTo>
                  <a:lnTo>
                    <a:pt x="933904" y="183233"/>
                  </a:lnTo>
                  <a:lnTo>
                    <a:pt x="934283" y="183894"/>
                  </a:lnTo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1775888" y="2809732"/>
              <a:ext cx="30480" cy="46355"/>
            </a:xfrm>
            <a:custGeom>
              <a:avLst/>
              <a:gdLst/>
              <a:ahLst/>
              <a:cxnLst/>
              <a:rect l="l" t="t" r="r" b="b"/>
              <a:pathLst>
                <a:path w="30480" h="46355">
                  <a:moveTo>
                    <a:pt x="27284" y="45907"/>
                  </a:moveTo>
                  <a:lnTo>
                    <a:pt x="0" y="8873"/>
                  </a:lnTo>
                  <a:lnTo>
                    <a:pt x="30188" y="0"/>
                  </a:lnTo>
                  <a:lnTo>
                    <a:pt x="27284" y="45907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775888" y="2809732"/>
              <a:ext cx="30480" cy="46355"/>
            </a:xfrm>
            <a:custGeom>
              <a:avLst/>
              <a:gdLst/>
              <a:ahLst/>
              <a:cxnLst/>
              <a:rect l="l" t="t" r="r" b="b"/>
              <a:pathLst>
                <a:path w="30480" h="46355">
                  <a:moveTo>
                    <a:pt x="0" y="8873"/>
                  </a:moveTo>
                  <a:lnTo>
                    <a:pt x="27284" y="45907"/>
                  </a:lnTo>
                  <a:lnTo>
                    <a:pt x="30188" y="0"/>
                  </a:lnTo>
                  <a:lnTo>
                    <a:pt x="0" y="8873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807171" y="2630274"/>
              <a:ext cx="888365" cy="238125"/>
            </a:xfrm>
            <a:custGeom>
              <a:avLst/>
              <a:gdLst/>
              <a:ahLst/>
              <a:cxnLst/>
              <a:rect l="l" t="t" r="r" b="b"/>
              <a:pathLst>
                <a:path w="888364" h="238125">
                  <a:moveTo>
                    <a:pt x="0" y="238124"/>
                  </a:moveTo>
                  <a:lnTo>
                    <a:pt x="17773" y="179139"/>
                  </a:lnTo>
                  <a:lnTo>
                    <a:pt x="66911" y="123455"/>
                  </a:lnTo>
                  <a:lnTo>
                    <a:pt x="101281" y="97886"/>
                  </a:lnTo>
                  <a:lnTo>
                    <a:pt x="141140" y="74385"/>
                  </a:lnTo>
                  <a:lnTo>
                    <a:pt x="185704" y="53367"/>
                  </a:lnTo>
                  <a:lnTo>
                    <a:pt x="234188" y="35244"/>
                  </a:lnTo>
                  <a:lnTo>
                    <a:pt x="285809" y="20432"/>
                  </a:lnTo>
                  <a:lnTo>
                    <a:pt x="339782" y="9344"/>
                  </a:lnTo>
                  <a:lnTo>
                    <a:pt x="395324" y="2395"/>
                  </a:lnTo>
                  <a:lnTo>
                    <a:pt x="451649" y="0"/>
                  </a:lnTo>
                  <a:lnTo>
                    <a:pt x="507975" y="2433"/>
                  </a:lnTo>
                  <a:lnTo>
                    <a:pt x="563517" y="9420"/>
                  </a:lnTo>
                  <a:lnTo>
                    <a:pt x="617490" y="20547"/>
                  </a:lnTo>
                  <a:lnTo>
                    <a:pt x="669111" y="35400"/>
                  </a:lnTo>
                  <a:lnTo>
                    <a:pt x="717595" y="53565"/>
                  </a:lnTo>
                  <a:lnTo>
                    <a:pt x="762159" y="74629"/>
                  </a:lnTo>
                  <a:lnTo>
                    <a:pt x="819938" y="110756"/>
                  </a:lnTo>
                  <a:lnTo>
                    <a:pt x="864486" y="151078"/>
                  </a:lnTo>
                  <a:lnTo>
                    <a:pt x="887621" y="183233"/>
                  </a:lnTo>
                  <a:lnTo>
                    <a:pt x="887873" y="183696"/>
                  </a:lnTo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2679896" y="2809724"/>
              <a:ext cx="30480" cy="46355"/>
            </a:xfrm>
            <a:custGeom>
              <a:avLst/>
              <a:gdLst/>
              <a:ahLst/>
              <a:cxnLst/>
              <a:rect l="l" t="t" r="r" b="b"/>
              <a:pathLst>
                <a:path w="30480" h="46355">
                  <a:moveTo>
                    <a:pt x="26816" y="45867"/>
                  </a:moveTo>
                  <a:lnTo>
                    <a:pt x="0" y="8493"/>
                  </a:lnTo>
                  <a:lnTo>
                    <a:pt x="30297" y="0"/>
                  </a:lnTo>
                  <a:lnTo>
                    <a:pt x="26816" y="45867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2679896" y="2809724"/>
              <a:ext cx="30480" cy="46355"/>
            </a:xfrm>
            <a:custGeom>
              <a:avLst/>
              <a:gdLst/>
              <a:ahLst/>
              <a:cxnLst/>
              <a:rect l="l" t="t" r="r" b="b"/>
              <a:pathLst>
                <a:path w="30480" h="46355">
                  <a:moveTo>
                    <a:pt x="0" y="8493"/>
                  </a:moveTo>
                  <a:lnTo>
                    <a:pt x="26816" y="45867"/>
                  </a:lnTo>
                  <a:lnTo>
                    <a:pt x="30297" y="0"/>
                  </a:lnTo>
                  <a:lnTo>
                    <a:pt x="0" y="8493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2710413" y="2630274"/>
              <a:ext cx="1355725" cy="238125"/>
            </a:xfrm>
            <a:custGeom>
              <a:avLst/>
              <a:gdLst/>
              <a:ahLst/>
              <a:cxnLst/>
              <a:rect l="l" t="t" r="r" b="b"/>
              <a:pathLst>
                <a:path w="1355725" h="238125">
                  <a:moveTo>
                    <a:pt x="0" y="238124"/>
                  </a:moveTo>
                  <a:lnTo>
                    <a:pt x="15467" y="193706"/>
                  </a:lnTo>
                  <a:lnTo>
                    <a:pt x="59180" y="150677"/>
                  </a:lnTo>
                  <a:lnTo>
                    <a:pt x="127104" y="110438"/>
                  </a:lnTo>
                  <a:lnTo>
                    <a:pt x="168884" y="91801"/>
                  </a:lnTo>
                  <a:lnTo>
                    <a:pt x="215203" y="74385"/>
                  </a:lnTo>
                  <a:lnTo>
                    <a:pt x="265557" y="58366"/>
                  </a:lnTo>
                  <a:lnTo>
                    <a:pt x="319442" y="43917"/>
                  </a:lnTo>
                  <a:lnTo>
                    <a:pt x="376353" y="31214"/>
                  </a:lnTo>
                  <a:lnTo>
                    <a:pt x="435786" y="20432"/>
                  </a:lnTo>
                  <a:lnTo>
                    <a:pt x="497236" y="11744"/>
                  </a:lnTo>
                  <a:lnTo>
                    <a:pt x="560200" y="5326"/>
                  </a:lnTo>
                  <a:lnTo>
                    <a:pt x="624173" y="1353"/>
                  </a:lnTo>
                  <a:lnTo>
                    <a:pt x="688650" y="0"/>
                  </a:lnTo>
                  <a:lnTo>
                    <a:pt x="740255" y="890"/>
                  </a:lnTo>
                  <a:lnTo>
                    <a:pt x="791603" y="3479"/>
                  </a:lnTo>
                  <a:lnTo>
                    <a:pt x="842434" y="7678"/>
                  </a:lnTo>
                  <a:lnTo>
                    <a:pt x="892490" y="13397"/>
                  </a:lnTo>
                  <a:lnTo>
                    <a:pt x="941513" y="20547"/>
                  </a:lnTo>
                  <a:lnTo>
                    <a:pt x="989245" y="29038"/>
                  </a:lnTo>
                  <a:lnTo>
                    <a:pt x="1035428" y="38781"/>
                  </a:lnTo>
                  <a:lnTo>
                    <a:pt x="1079803" y="49687"/>
                  </a:lnTo>
                  <a:lnTo>
                    <a:pt x="1122112" y="61666"/>
                  </a:lnTo>
                  <a:lnTo>
                    <a:pt x="1162097" y="74629"/>
                  </a:lnTo>
                  <a:lnTo>
                    <a:pt x="1208416" y="92081"/>
                  </a:lnTo>
                  <a:lnTo>
                    <a:pt x="1250195" y="110756"/>
                  </a:lnTo>
                  <a:lnTo>
                    <a:pt x="1286931" y="130480"/>
                  </a:lnTo>
                  <a:lnTo>
                    <a:pt x="1324990" y="156344"/>
                  </a:lnTo>
                  <a:lnTo>
                    <a:pt x="1353394" y="183233"/>
                  </a:lnTo>
                  <a:lnTo>
                    <a:pt x="1355580" y="185862"/>
                  </a:lnTo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4051442" y="2810158"/>
              <a:ext cx="31115" cy="46355"/>
            </a:xfrm>
            <a:custGeom>
              <a:avLst/>
              <a:gdLst/>
              <a:ahLst/>
              <a:cxnLst/>
              <a:rect l="l" t="t" r="r" b="b"/>
              <a:pathLst>
                <a:path w="31114" h="46355">
                  <a:moveTo>
                    <a:pt x="30979" y="45961"/>
                  </a:moveTo>
                  <a:lnTo>
                    <a:pt x="0" y="11958"/>
                  </a:lnTo>
                  <a:lnTo>
                    <a:pt x="29104" y="0"/>
                  </a:lnTo>
                  <a:lnTo>
                    <a:pt x="30979" y="45961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4051442" y="2810158"/>
              <a:ext cx="31115" cy="46355"/>
            </a:xfrm>
            <a:custGeom>
              <a:avLst/>
              <a:gdLst/>
              <a:ahLst/>
              <a:cxnLst/>
              <a:rect l="l" t="t" r="r" b="b"/>
              <a:pathLst>
                <a:path w="31114" h="46355">
                  <a:moveTo>
                    <a:pt x="0" y="11958"/>
                  </a:moveTo>
                  <a:lnTo>
                    <a:pt x="30979" y="45961"/>
                  </a:lnTo>
                  <a:lnTo>
                    <a:pt x="29104" y="0"/>
                  </a:lnTo>
                  <a:lnTo>
                    <a:pt x="0" y="11958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861616" y="2042149"/>
              <a:ext cx="3226435" cy="826769"/>
            </a:xfrm>
            <a:custGeom>
              <a:avLst/>
              <a:gdLst/>
              <a:ahLst/>
              <a:cxnLst/>
              <a:rect l="l" t="t" r="r" b="b"/>
              <a:pathLst>
                <a:path w="3226435" h="826769">
                  <a:moveTo>
                    <a:pt x="3225959" y="826249"/>
                  </a:moveTo>
                  <a:lnTo>
                    <a:pt x="3220551" y="767276"/>
                  </a:lnTo>
                  <a:lnTo>
                    <a:pt x="3204677" y="708569"/>
                  </a:lnTo>
                  <a:lnTo>
                    <a:pt x="3178860" y="650396"/>
                  </a:lnTo>
                  <a:lnTo>
                    <a:pt x="3143623" y="593026"/>
                  </a:lnTo>
                  <a:lnTo>
                    <a:pt x="3099489" y="536727"/>
                  </a:lnTo>
                  <a:lnTo>
                    <a:pt x="3046982" y="481765"/>
                  </a:lnTo>
                  <a:lnTo>
                    <a:pt x="3017752" y="454869"/>
                  </a:lnTo>
                  <a:lnTo>
                    <a:pt x="2986626" y="428409"/>
                  </a:lnTo>
                  <a:lnTo>
                    <a:pt x="2953667" y="402417"/>
                  </a:lnTo>
                  <a:lnTo>
                    <a:pt x="2918942" y="376926"/>
                  </a:lnTo>
                  <a:lnTo>
                    <a:pt x="2882517" y="351971"/>
                  </a:lnTo>
                  <a:lnTo>
                    <a:pt x="2844456" y="327585"/>
                  </a:lnTo>
                  <a:lnTo>
                    <a:pt x="2804825" y="303801"/>
                  </a:lnTo>
                  <a:lnTo>
                    <a:pt x="2763690" y="280653"/>
                  </a:lnTo>
                  <a:lnTo>
                    <a:pt x="2721115" y="258174"/>
                  </a:lnTo>
                  <a:lnTo>
                    <a:pt x="2677167" y="236398"/>
                  </a:lnTo>
                  <a:lnTo>
                    <a:pt x="2631910" y="215359"/>
                  </a:lnTo>
                  <a:lnTo>
                    <a:pt x="2585411" y="195088"/>
                  </a:lnTo>
                  <a:lnTo>
                    <a:pt x="2537734" y="175621"/>
                  </a:lnTo>
                  <a:lnTo>
                    <a:pt x="2488945" y="156991"/>
                  </a:lnTo>
                  <a:lnTo>
                    <a:pt x="2439109" y="139230"/>
                  </a:lnTo>
                  <a:lnTo>
                    <a:pt x="2388292" y="122374"/>
                  </a:lnTo>
                  <a:lnTo>
                    <a:pt x="2336559" y="106454"/>
                  </a:lnTo>
                  <a:lnTo>
                    <a:pt x="2283976" y="91505"/>
                  </a:lnTo>
                  <a:lnTo>
                    <a:pt x="2230608" y="77559"/>
                  </a:lnTo>
                  <a:lnTo>
                    <a:pt x="2176521" y="64652"/>
                  </a:lnTo>
                  <a:lnTo>
                    <a:pt x="2121779" y="52815"/>
                  </a:lnTo>
                  <a:lnTo>
                    <a:pt x="2066448" y="42082"/>
                  </a:lnTo>
                  <a:lnTo>
                    <a:pt x="2010594" y="32488"/>
                  </a:lnTo>
                  <a:lnTo>
                    <a:pt x="1954282" y="24065"/>
                  </a:lnTo>
                  <a:lnTo>
                    <a:pt x="1897578" y="16847"/>
                  </a:lnTo>
                  <a:lnTo>
                    <a:pt x="1840547" y="10867"/>
                  </a:lnTo>
                  <a:lnTo>
                    <a:pt x="1783254" y="6158"/>
                  </a:lnTo>
                  <a:lnTo>
                    <a:pt x="1725765" y="2756"/>
                  </a:lnTo>
                  <a:lnTo>
                    <a:pt x="1668144" y="691"/>
                  </a:lnTo>
                  <a:lnTo>
                    <a:pt x="1610459" y="0"/>
                  </a:lnTo>
                  <a:lnTo>
                    <a:pt x="1557788" y="586"/>
                  </a:lnTo>
                  <a:lnTo>
                    <a:pt x="1505167" y="2319"/>
                  </a:lnTo>
                  <a:lnTo>
                    <a:pt x="1452645" y="5173"/>
                  </a:lnTo>
                  <a:lnTo>
                    <a:pt x="1400273" y="9122"/>
                  </a:lnTo>
                  <a:lnTo>
                    <a:pt x="1348099" y="14142"/>
                  </a:lnTo>
                  <a:lnTo>
                    <a:pt x="1296175" y="20205"/>
                  </a:lnTo>
                  <a:lnTo>
                    <a:pt x="1244550" y="27288"/>
                  </a:lnTo>
                  <a:lnTo>
                    <a:pt x="1193273" y="35365"/>
                  </a:lnTo>
                  <a:lnTo>
                    <a:pt x="1142394" y="44409"/>
                  </a:lnTo>
                  <a:lnTo>
                    <a:pt x="1091964" y="54396"/>
                  </a:lnTo>
                  <a:lnTo>
                    <a:pt x="1042031" y="65300"/>
                  </a:lnTo>
                  <a:lnTo>
                    <a:pt x="992647" y="77096"/>
                  </a:lnTo>
                  <a:lnTo>
                    <a:pt x="943859" y="89759"/>
                  </a:lnTo>
                  <a:lnTo>
                    <a:pt x="895719" y="103261"/>
                  </a:lnTo>
                  <a:lnTo>
                    <a:pt x="848276" y="117580"/>
                  </a:lnTo>
                  <a:lnTo>
                    <a:pt x="801580" y="132688"/>
                  </a:lnTo>
                  <a:lnTo>
                    <a:pt x="755681" y="148560"/>
                  </a:lnTo>
                  <a:lnTo>
                    <a:pt x="710628" y="165171"/>
                  </a:lnTo>
                  <a:lnTo>
                    <a:pt x="666471" y="182496"/>
                  </a:lnTo>
                  <a:lnTo>
                    <a:pt x="623261" y="200508"/>
                  </a:lnTo>
                  <a:lnTo>
                    <a:pt x="581046" y="219183"/>
                  </a:lnTo>
                  <a:lnTo>
                    <a:pt x="539877" y="238495"/>
                  </a:lnTo>
                  <a:lnTo>
                    <a:pt x="499803" y="258418"/>
                  </a:lnTo>
                  <a:lnTo>
                    <a:pt x="450271" y="284725"/>
                  </a:lnTo>
                  <a:lnTo>
                    <a:pt x="402712" y="311936"/>
                  </a:lnTo>
                  <a:lnTo>
                    <a:pt x="357231" y="339997"/>
                  </a:lnTo>
                  <a:lnTo>
                    <a:pt x="313931" y="368856"/>
                  </a:lnTo>
                  <a:lnTo>
                    <a:pt x="272917" y="398459"/>
                  </a:lnTo>
                  <a:lnTo>
                    <a:pt x="234292" y="428753"/>
                  </a:lnTo>
                  <a:lnTo>
                    <a:pt x="198160" y="459685"/>
                  </a:lnTo>
                  <a:lnTo>
                    <a:pt x="164625" y="491202"/>
                  </a:lnTo>
                  <a:lnTo>
                    <a:pt x="133791" y="523251"/>
                  </a:lnTo>
                  <a:lnTo>
                    <a:pt x="102460" y="559875"/>
                  </a:lnTo>
                  <a:lnTo>
                    <a:pt x="74827" y="597030"/>
                  </a:lnTo>
                  <a:lnTo>
                    <a:pt x="51039" y="634638"/>
                  </a:lnTo>
                  <a:lnTo>
                    <a:pt x="31244" y="672626"/>
                  </a:lnTo>
                  <a:lnTo>
                    <a:pt x="15591" y="710916"/>
                  </a:lnTo>
                  <a:lnTo>
                    <a:pt x="4228" y="749434"/>
                  </a:lnTo>
                  <a:lnTo>
                    <a:pt x="200" y="768754"/>
                  </a:lnTo>
                  <a:lnTo>
                    <a:pt x="0" y="769922"/>
                  </a:lnTo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845944" y="2810685"/>
              <a:ext cx="31750" cy="44450"/>
            </a:xfrm>
            <a:custGeom>
              <a:avLst/>
              <a:gdLst/>
              <a:ahLst/>
              <a:cxnLst/>
              <a:rect l="l" t="t" r="r" b="b"/>
              <a:pathLst>
                <a:path w="31750" h="44450">
                  <a:moveTo>
                    <a:pt x="11858" y="44444"/>
                  </a:moveTo>
                  <a:lnTo>
                    <a:pt x="0" y="0"/>
                  </a:lnTo>
                  <a:lnTo>
                    <a:pt x="31342" y="2775"/>
                  </a:lnTo>
                  <a:lnTo>
                    <a:pt x="11858" y="44444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845944" y="2810685"/>
              <a:ext cx="31750" cy="44450"/>
            </a:xfrm>
            <a:custGeom>
              <a:avLst/>
              <a:gdLst/>
              <a:ahLst/>
              <a:cxnLst/>
              <a:rect l="l" t="t" r="r" b="b"/>
              <a:pathLst>
                <a:path w="31750" h="44450">
                  <a:moveTo>
                    <a:pt x="0" y="0"/>
                  </a:moveTo>
                  <a:lnTo>
                    <a:pt x="11858" y="44444"/>
                  </a:lnTo>
                  <a:lnTo>
                    <a:pt x="31342" y="2775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15" name="object 15" descr=""/>
          <p:cNvGraphicFramePr>
            <a:graphicFrameLocks noGrp="1"/>
          </p:cNvGraphicFramePr>
          <p:nvPr/>
        </p:nvGraphicFramePr>
        <p:xfrm>
          <a:off x="740037" y="2863637"/>
          <a:ext cx="8145145" cy="4235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3520"/>
                <a:gridCol w="683895"/>
                <a:gridCol w="309245"/>
                <a:gridCol w="498475"/>
                <a:gridCol w="498475"/>
                <a:gridCol w="825500"/>
                <a:gridCol w="603250"/>
                <a:gridCol w="4414520"/>
              </a:tblGrid>
              <a:tr h="4235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189230">
                        <a:lnSpc>
                          <a:spcPct val="100000"/>
                        </a:lnSpc>
                      </a:pPr>
                      <a:r>
                        <a:rPr dirty="0" sz="800">
                          <a:latin typeface="Arial MT"/>
                          <a:cs typeface="Arial MT"/>
                        </a:rPr>
                        <a:t>en</a:t>
                      </a:r>
                      <a:r>
                        <a:rPr dirty="0" sz="8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00" spc="-25">
                          <a:latin typeface="Arial MT"/>
                          <a:cs typeface="Arial MT"/>
                        </a:rPr>
                        <a:t>uso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B="0" marT="28575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E9ED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96520">
                        <a:lnSpc>
                          <a:spcPct val="100000"/>
                        </a:lnSpc>
                      </a:pPr>
                      <a:r>
                        <a:rPr dirty="0" sz="8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en</a:t>
                      </a:r>
                      <a:r>
                        <a:rPr dirty="0" sz="800" spc="-3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00" spc="-2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uso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B="0" marT="28575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E9ED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260350">
                        <a:lnSpc>
                          <a:spcPct val="100000"/>
                        </a:lnSpc>
                      </a:pPr>
                      <a:r>
                        <a:rPr dirty="0" sz="8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en</a:t>
                      </a:r>
                      <a:r>
                        <a:rPr dirty="0" sz="800" spc="-3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00" spc="-2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uso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B="0" marT="28575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E9ED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object 16" descr=""/>
          <p:cNvSpPr txBox="1"/>
          <p:nvPr/>
        </p:nvSpPr>
        <p:spPr>
          <a:xfrm>
            <a:off x="73025" y="63880"/>
            <a:ext cx="3962400" cy="86169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1A1A1A"/>
                </a:solidFill>
                <a:latin typeface="Arial MT"/>
                <a:cs typeface="Arial MT"/>
              </a:rPr>
              <a:t>Reservar</a:t>
            </a:r>
            <a:r>
              <a:rPr dirty="0" sz="1800" spc="-3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1A1A1A"/>
                </a:solidFill>
                <a:latin typeface="Arial MT"/>
                <a:cs typeface="Arial MT"/>
              </a:rPr>
              <a:t>memoria</a:t>
            </a:r>
            <a:r>
              <a:rPr dirty="0" sz="1800" spc="-2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1A1A1A"/>
                </a:solidFill>
                <a:latin typeface="Arial MT"/>
                <a:cs typeface="Arial MT"/>
              </a:rPr>
              <a:t>pidiendo</a:t>
            </a:r>
            <a:r>
              <a:rPr dirty="0" sz="1800" spc="-2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1A1A1A"/>
                </a:solidFill>
                <a:latin typeface="Arial MT"/>
                <a:cs typeface="Arial MT"/>
              </a:rPr>
              <a:t>mas</a:t>
            </a:r>
            <a:r>
              <a:rPr dirty="0" sz="1800" spc="-2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1A1A1A"/>
                </a:solidFill>
                <a:latin typeface="Arial MT"/>
                <a:cs typeface="Arial MT"/>
              </a:rPr>
              <a:t>al</a:t>
            </a:r>
            <a:r>
              <a:rPr dirty="0" sz="1800" spc="-1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800" spc="-25">
                <a:solidFill>
                  <a:srgbClr val="1A1A1A"/>
                </a:solidFill>
                <a:latin typeface="Arial MT"/>
                <a:cs typeface="Arial MT"/>
              </a:rPr>
              <a:t>OS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90"/>
              </a:spcBef>
            </a:pPr>
            <a:endParaRPr sz="1800">
              <a:latin typeface="Arial MT"/>
              <a:cs typeface="Arial MT"/>
            </a:endParaRPr>
          </a:p>
          <a:p>
            <a:pPr marL="558165">
              <a:lnSpc>
                <a:spcPct val="100000"/>
              </a:lnSpc>
            </a:pPr>
            <a:r>
              <a:rPr dirty="0" sz="1800" b="1">
                <a:solidFill>
                  <a:srgbClr val="1A1A1A"/>
                </a:solidFill>
                <a:latin typeface="Courier New"/>
                <a:cs typeface="Courier New"/>
              </a:rPr>
              <a:t>ap</a:t>
            </a:r>
            <a:r>
              <a:rPr dirty="0" sz="1800" spc="-10" b="1">
                <a:solidFill>
                  <a:srgbClr val="1A1A1A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1A1A1A"/>
                </a:solidFill>
                <a:latin typeface="Courier New"/>
                <a:cs typeface="Courier New"/>
              </a:rPr>
              <a:t>=</a:t>
            </a:r>
            <a:r>
              <a:rPr dirty="0" sz="1800" spc="-5" b="1">
                <a:solidFill>
                  <a:srgbClr val="1A1A1A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1A1A1A"/>
                </a:solidFill>
                <a:latin typeface="Courier New"/>
                <a:cs typeface="Courier New"/>
              </a:rPr>
              <a:t>malloc(n)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3969274" y="1215925"/>
            <a:ext cx="1510665" cy="424180"/>
          </a:xfrm>
          <a:prstGeom prst="rect">
            <a:avLst/>
          </a:prstGeom>
          <a:ln w="9524">
            <a:solidFill>
              <a:srgbClr val="1A1A1A"/>
            </a:solidFill>
          </a:ln>
        </p:spPr>
        <p:txBody>
          <a:bodyPr wrap="square" lIns="0" tIns="9969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785"/>
              </a:spcBef>
            </a:pPr>
            <a:r>
              <a:rPr dirty="0" sz="1400" spc="-50">
                <a:solidFill>
                  <a:srgbClr val="999999"/>
                </a:solidFill>
                <a:latin typeface="Arial MT"/>
                <a:cs typeface="Arial MT"/>
              </a:rPr>
              <a:t>n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18" name="object 18" descr=""/>
          <p:cNvGrpSpPr/>
          <p:nvPr/>
        </p:nvGrpSpPr>
        <p:grpSpPr>
          <a:xfrm>
            <a:off x="8783680" y="3343536"/>
            <a:ext cx="41275" cy="533400"/>
            <a:chOff x="8783680" y="3343536"/>
            <a:chExt cx="41275" cy="533400"/>
          </a:xfrm>
        </p:grpSpPr>
        <p:sp>
          <p:nvSpPr>
            <p:cNvPr id="19" name="object 19" descr=""/>
            <p:cNvSpPr/>
            <p:nvPr/>
          </p:nvSpPr>
          <p:spPr>
            <a:xfrm>
              <a:off x="8804175" y="3391524"/>
              <a:ext cx="0" cy="485775"/>
            </a:xfrm>
            <a:custGeom>
              <a:avLst/>
              <a:gdLst/>
              <a:ahLst/>
              <a:cxnLst/>
              <a:rect l="l" t="t" r="r" b="b"/>
              <a:pathLst>
                <a:path w="0" h="485775">
                  <a:moveTo>
                    <a:pt x="0" y="485249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8788442" y="3348299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4" y="43225"/>
                  </a:moveTo>
                  <a:lnTo>
                    <a:pt x="0" y="43225"/>
                  </a:lnTo>
                  <a:lnTo>
                    <a:pt x="15732" y="0"/>
                  </a:lnTo>
                  <a:lnTo>
                    <a:pt x="31464" y="43225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8788442" y="3348299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4" y="43225"/>
                  </a:moveTo>
                  <a:lnTo>
                    <a:pt x="15732" y="0"/>
                  </a:lnTo>
                  <a:lnTo>
                    <a:pt x="0" y="43225"/>
                  </a:lnTo>
                  <a:lnTo>
                    <a:pt x="31464" y="43225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 descr=""/>
          <p:cNvSpPr txBox="1"/>
          <p:nvPr/>
        </p:nvSpPr>
        <p:spPr>
          <a:xfrm>
            <a:off x="8597600" y="3940655"/>
            <a:ext cx="3295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 i="1">
                <a:solidFill>
                  <a:srgbClr val="1A1A1A"/>
                </a:solidFill>
                <a:latin typeface="Times New Roman"/>
                <a:cs typeface="Times New Roman"/>
              </a:rPr>
              <a:t>brk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848176" y="2156012"/>
            <a:ext cx="5753735" cy="717550"/>
            <a:chOff x="848176" y="2156012"/>
            <a:chExt cx="5753735" cy="717550"/>
          </a:xfrm>
        </p:grpSpPr>
        <p:sp>
          <p:nvSpPr>
            <p:cNvPr id="3" name="object 3" descr=""/>
            <p:cNvSpPr/>
            <p:nvPr/>
          </p:nvSpPr>
          <p:spPr>
            <a:xfrm>
              <a:off x="856699" y="2630275"/>
              <a:ext cx="934719" cy="238125"/>
            </a:xfrm>
            <a:custGeom>
              <a:avLst/>
              <a:gdLst/>
              <a:ahLst/>
              <a:cxnLst/>
              <a:rect l="l" t="t" r="r" b="b"/>
              <a:pathLst>
                <a:path w="934719" h="238125">
                  <a:moveTo>
                    <a:pt x="0" y="238124"/>
                  </a:moveTo>
                  <a:lnTo>
                    <a:pt x="18699" y="179139"/>
                  </a:lnTo>
                  <a:lnTo>
                    <a:pt x="70399" y="123455"/>
                  </a:lnTo>
                  <a:lnTo>
                    <a:pt x="106562" y="97886"/>
                  </a:lnTo>
                  <a:lnTo>
                    <a:pt x="148499" y="74385"/>
                  </a:lnTo>
                  <a:lnTo>
                    <a:pt x="195387" y="53367"/>
                  </a:lnTo>
                  <a:lnTo>
                    <a:pt x="246399" y="35244"/>
                  </a:lnTo>
                  <a:lnTo>
                    <a:pt x="300712" y="20432"/>
                  </a:lnTo>
                  <a:lnTo>
                    <a:pt x="357499" y="9344"/>
                  </a:lnTo>
                  <a:lnTo>
                    <a:pt x="415937" y="2395"/>
                  </a:lnTo>
                  <a:lnTo>
                    <a:pt x="475199" y="0"/>
                  </a:lnTo>
                  <a:lnTo>
                    <a:pt x="526027" y="1797"/>
                  </a:lnTo>
                  <a:lnTo>
                    <a:pt x="576335" y="6983"/>
                  </a:lnTo>
                  <a:lnTo>
                    <a:pt x="625604" y="15298"/>
                  </a:lnTo>
                  <a:lnTo>
                    <a:pt x="673315" y="26480"/>
                  </a:lnTo>
                  <a:lnTo>
                    <a:pt x="718947" y="40270"/>
                  </a:lnTo>
                  <a:lnTo>
                    <a:pt x="761982" y="56406"/>
                  </a:lnTo>
                  <a:lnTo>
                    <a:pt x="801899" y="74629"/>
                  </a:lnTo>
                  <a:lnTo>
                    <a:pt x="862692" y="110756"/>
                  </a:lnTo>
                  <a:lnTo>
                    <a:pt x="909562" y="151078"/>
                  </a:lnTo>
                  <a:lnTo>
                    <a:pt x="933904" y="183233"/>
                  </a:lnTo>
                  <a:lnTo>
                    <a:pt x="934283" y="183894"/>
                  </a:lnTo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1775888" y="2809732"/>
              <a:ext cx="30480" cy="46355"/>
            </a:xfrm>
            <a:custGeom>
              <a:avLst/>
              <a:gdLst/>
              <a:ahLst/>
              <a:cxnLst/>
              <a:rect l="l" t="t" r="r" b="b"/>
              <a:pathLst>
                <a:path w="30480" h="46355">
                  <a:moveTo>
                    <a:pt x="27284" y="45907"/>
                  </a:moveTo>
                  <a:lnTo>
                    <a:pt x="0" y="8873"/>
                  </a:lnTo>
                  <a:lnTo>
                    <a:pt x="30188" y="0"/>
                  </a:lnTo>
                  <a:lnTo>
                    <a:pt x="27284" y="45907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775888" y="2809732"/>
              <a:ext cx="30480" cy="46355"/>
            </a:xfrm>
            <a:custGeom>
              <a:avLst/>
              <a:gdLst/>
              <a:ahLst/>
              <a:cxnLst/>
              <a:rect l="l" t="t" r="r" b="b"/>
              <a:pathLst>
                <a:path w="30480" h="46355">
                  <a:moveTo>
                    <a:pt x="0" y="8873"/>
                  </a:moveTo>
                  <a:lnTo>
                    <a:pt x="27284" y="45907"/>
                  </a:lnTo>
                  <a:lnTo>
                    <a:pt x="30188" y="0"/>
                  </a:lnTo>
                  <a:lnTo>
                    <a:pt x="0" y="8873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807171" y="2630275"/>
              <a:ext cx="888365" cy="238125"/>
            </a:xfrm>
            <a:custGeom>
              <a:avLst/>
              <a:gdLst/>
              <a:ahLst/>
              <a:cxnLst/>
              <a:rect l="l" t="t" r="r" b="b"/>
              <a:pathLst>
                <a:path w="888364" h="238125">
                  <a:moveTo>
                    <a:pt x="0" y="238124"/>
                  </a:moveTo>
                  <a:lnTo>
                    <a:pt x="17773" y="179139"/>
                  </a:lnTo>
                  <a:lnTo>
                    <a:pt x="66911" y="123455"/>
                  </a:lnTo>
                  <a:lnTo>
                    <a:pt x="101281" y="97886"/>
                  </a:lnTo>
                  <a:lnTo>
                    <a:pt x="141140" y="74385"/>
                  </a:lnTo>
                  <a:lnTo>
                    <a:pt x="185704" y="53367"/>
                  </a:lnTo>
                  <a:lnTo>
                    <a:pt x="234188" y="35244"/>
                  </a:lnTo>
                  <a:lnTo>
                    <a:pt x="285809" y="20432"/>
                  </a:lnTo>
                  <a:lnTo>
                    <a:pt x="339782" y="9344"/>
                  </a:lnTo>
                  <a:lnTo>
                    <a:pt x="395324" y="2395"/>
                  </a:lnTo>
                  <a:lnTo>
                    <a:pt x="451649" y="0"/>
                  </a:lnTo>
                  <a:lnTo>
                    <a:pt x="507975" y="2433"/>
                  </a:lnTo>
                  <a:lnTo>
                    <a:pt x="563517" y="9420"/>
                  </a:lnTo>
                  <a:lnTo>
                    <a:pt x="617490" y="20547"/>
                  </a:lnTo>
                  <a:lnTo>
                    <a:pt x="669111" y="35400"/>
                  </a:lnTo>
                  <a:lnTo>
                    <a:pt x="717595" y="53565"/>
                  </a:lnTo>
                  <a:lnTo>
                    <a:pt x="762159" y="74629"/>
                  </a:lnTo>
                  <a:lnTo>
                    <a:pt x="819938" y="110756"/>
                  </a:lnTo>
                  <a:lnTo>
                    <a:pt x="864486" y="151078"/>
                  </a:lnTo>
                  <a:lnTo>
                    <a:pt x="887621" y="183233"/>
                  </a:lnTo>
                  <a:lnTo>
                    <a:pt x="887873" y="183696"/>
                  </a:lnTo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2679896" y="2809724"/>
              <a:ext cx="30480" cy="46355"/>
            </a:xfrm>
            <a:custGeom>
              <a:avLst/>
              <a:gdLst/>
              <a:ahLst/>
              <a:cxnLst/>
              <a:rect l="l" t="t" r="r" b="b"/>
              <a:pathLst>
                <a:path w="30480" h="46355">
                  <a:moveTo>
                    <a:pt x="26816" y="45867"/>
                  </a:moveTo>
                  <a:lnTo>
                    <a:pt x="0" y="8493"/>
                  </a:lnTo>
                  <a:lnTo>
                    <a:pt x="30297" y="0"/>
                  </a:lnTo>
                  <a:lnTo>
                    <a:pt x="26816" y="45867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2679896" y="2809724"/>
              <a:ext cx="30480" cy="46355"/>
            </a:xfrm>
            <a:custGeom>
              <a:avLst/>
              <a:gdLst/>
              <a:ahLst/>
              <a:cxnLst/>
              <a:rect l="l" t="t" r="r" b="b"/>
              <a:pathLst>
                <a:path w="30480" h="46355">
                  <a:moveTo>
                    <a:pt x="0" y="8493"/>
                  </a:moveTo>
                  <a:lnTo>
                    <a:pt x="26816" y="45867"/>
                  </a:lnTo>
                  <a:lnTo>
                    <a:pt x="30297" y="0"/>
                  </a:lnTo>
                  <a:lnTo>
                    <a:pt x="0" y="8493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2710413" y="2630275"/>
              <a:ext cx="1355725" cy="238125"/>
            </a:xfrm>
            <a:custGeom>
              <a:avLst/>
              <a:gdLst/>
              <a:ahLst/>
              <a:cxnLst/>
              <a:rect l="l" t="t" r="r" b="b"/>
              <a:pathLst>
                <a:path w="1355725" h="238125">
                  <a:moveTo>
                    <a:pt x="0" y="238124"/>
                  </a:moveTo>
                  <a:lnTo>
                    <a:pt x="15467" y="193706"/>
                  </a:lnTo>
                  <a:lnTo>
                    <a:pt x="59180" y="150677"/>
                  </a:lnTo>
                  <a:lnTo>
                    <a:pt x="127104" y="110438"/>
                  </a:lnTo>
                  <a:lnTo>
                    <a:pt x="168884" y="91801"/>
                  </a:lnTo>
                  <a:lnTo>
                    <a:pt x="215203" y="74385"/>
                  </a:lnTo>
                  <a:lnTo>
                    <a:pt x="265557" y="58366"/>
                  </a:lnTo>
                  <a:lnTo>
                    <a:pt x="319442" y="43917"/>
                  </a:lnTo>
                  <a:lnTo>
                    <a:pt x="376353" y="31214"/>
                  </a:lnTo>
                  <a:lnTo>
                    <a:pt x="435786" y="20432"/>
                  </a:lnTo>
                  <a:lnTo>
                    <a:pt x="497236" y="11744"/>
                  </a:lnTo>
                  <a:lnTo>
                    <a:pt x="560200" y="5326"/>
                  </a:lnTo>
                  <a:lnTo>
                    <a:pt x="624173" y="1353"/>
                  </a:lnTo>
                  <a:lnTo>
                    <a:pt x="688650" y="0"/>
                  </a:lnTo>
                  <a:lnTo>
                    <a:pt x="740255" y="890"/>
                  </a:lnTo>
                  <a:lnTo>
                    <a:pt x="791603" y="3479"/>
                  </a:lnTo>
                  <a:lnTo>
                    <a:pt x="842434" y="7678"/>
                  </a:lnTo>
                  <a:lnTo>
                    <a:pt x="892490" y="13397"/>
                  </a:lnTo>
                  <a:lnTo>
                    <a:pt x="941513" y="20547"/>
                  </a:lnTo>
                  <a:lnTo>
                    <a:pt x="989245" y="29038"/>
                  </a:lnTo>
                  <a:lnTo>
                    <a:pt x="1035428" y="38781"/>
                  </a:lnTo>
                  <a:lnTo>
                    <a:pt x="1079803" y="49687"/>
                  </a:lnTo>
                  <a:lnTo>
                    <a:pt x="1122112" y="61666"/>
                  </a:lnTo>
                  <a:lnTo>
                    <a:pt x="1162097" y="74629"/>
                  </a:lnTo>
                  <a:lnTo>
                    <a:pt x="1208416" y="92081"/>
                  </a:lnTo>
                  <a:lnTo>
                    <a:pt x="1250195" y="110756"/>
                  </a:lnTo>
                  <a:lnTo>
                    <a:pt x="1286931" y="130480"/>
                  </a:lnTo>
                  <a:lnTo>
                    <a:pt x="1324990" y="156344"/>
                  </a:lnTo>
                  <a:lnTo>
                    <a:pt x="1353394" y="183233"/>
                  </a:lnTo>
                  <a:lnTo>
                    <a:pt x="1355580" y="185862"/>
                  </a:lnTo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4051442" y="2810159"/>
              <a:ext cx="31115" cy="46355"/>
            </a:xfrm>
            <a:custGeom>
              <a:avLst/>
              <a:gdLst/>
              <a:ahLst/>
              <a:cxnLst/>
              <a:rect l="l" t="t" r="r" b="b"/>
              <a:pathLst>
                <a:path w="31114" h="46355">
                  <a:moveTo>
                    <a:pt x="30979" y="45961"/>
                  </a:moveTo>
                  <a:lnTo>
                    <a:pt x="0" y="11958"/>
                  </a:lnTo>
                  <a:lnTo>
                    <a:pt x="29104" y="0"/>
                  </a:lnTo>
                  <a:lnTo>
                    <a:pt x="30979" y="45961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4051442" y="2810159"/>
              <a:ext cx="31115" cy="46355"/>
            </a:xfrm>
            <a:custGeom>
              <a:avLst/>
              <a:gdLst/>
              <a:ahLst/>
              <a:cxnLst/>
              <a:rect l="l" t="t" r="r" b="b"/>
              <a:pathLst>
                <a:path w="31114" h="46355">
                  <a:moveTo>
                    <a:pt x="0" y="11958"/>
                  </a:moveTo>
                  <a:lnTo>
                    <a:pt x="30979" y="45961"/>
                  </a:lnTo>
                  <a:lnTo>
                    <a:pt x="29104" y="0"/>
                  </a:lnTo>
                  <a:lnTo>
                    <a:pt x="0" y="11958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4087575" y="2630275"/>
              <a:ext cx="2477770" cy="238125"/>
            </a:xfrm>
            <a:custGeom>
              <a:avLst/>
              <a:gdLst/>
              <a:ahLst/>
              <a:cxnLst/>
              <a:rect l="l" t="t" r="r" b="b"/>
              <a:pathLst>
                <a:path w="2477770" h="238125">
                  <a:moveTo>
                    <a:pt x="0" y="238124"/>
                  </a:moveTo>
                  <a:lnTo>
                    <a:pt x="22372" y="198598"/>
                  </a:lnTo>
                  <a:lnTo>
                    <a:pt x="60553" y="172729"/>
                  </a:lnTo>
                  <a:lnTo>
                    <a:pt x="115561" y="147584"/>
                  </a:lnTo>
                  <a:lnTo>
                    <a:pt x="185866" y="123455"/>
                  </a:lnTo>
                  <a:lnTo>
                    <a:pt x="226278" y="111862"/>
                  </a:lnTo>
                  <a:lnTo>
                    <a:pt x="269940" y="100633"/>
                  </a:lnTo>
                  <a:lnTo>
                    <a:pt x="316661" y="89802"/>
                  </a:lnTo>
                  <a:lnTo>
                    <a:pt x="366251" y="79408"/>
                  </a:lnTo>
                  <a:lnTo>
                    <a:pt x="418518" y="69486"/>
                  </a:lnTo>
                  <a:lnTo>
                    <a:pt x="473271" y="60072"/>
                  </a:lnTo>
                  <a:lnTo>
                    <a:pt x="530319" y="51202"/>
                  </a:lnTo>
                  <a:lnTo>
                    <a:pt x="589470" y="42914"/>
                  </a:lnTo>
                  <a:lnTo>
                    <a:pt x="650533" y="35244"/>
                  </a:lnTo>
                  <a:lnTo>
                    <a:pt x="713317" y="28227"/>
                  </a:lnTo>
                  <a:lnTo>
                    <a:pt x="777631" y="21901"/>
                  </a:lnTo>
                  <a:lnTo>
                    <a:pt x="843283" y="16302"/>
                  </a:lnTo>
                  <a:lnTo>
                    <a:pt x="910083" y="11465"/>
                  </a:lnTo>
                  <a:lnTo>
                    <a:pt x="977839" y="7428"/>
                  </a:lnTo>
                  <a:lnTo>
                    <a:pt x="1046360" y="4226"/>
                  </a:lnTo>
                  <a:lnTo>
                    <a:pt x="1115454" y="1897"/>
                  </a:lnTo>
                  <a:lnTo>
                    <a:pt x="1184931" y="476"/>
                  </a:lnTo>
                  <a:lnTo>
                    <a:pt x="1254599" y="0"/>
                  </a:lnTo>
                  <a:lnTo>
                    <a:pt x="1309934" y="312"/>
                  </a:lnTo>
                  <a:lnTo>
                    <a:pt x="1365172" y="1226"/>
                  </a:lnTo>
                  <a:lnTo>
                    <a:pt x="1420219" y="2722"/>
                  </a:lnTo>
                  <a:lnTo>
                    <a:pt x="1474978" y="4782"/>
                  </a:lnTo>
                  <a:lnTo>
                    <a:pt x="1529354" y="7388"/>
                  </a:lnTo>
                  <a:lnTo>
                    <a:pt x="1583252" y="10522"/>
                  </a:lnTo>
                  <a:lnTo>
                    <a:pt x="1636575" y="14166"/>
                  </a:lnTo>
                  <a:lnTo>
                    <a:pt x="1689228" y="18300"/>
                  </a:lnTo>
                  <a:lnTo>
                    <a:pt x="1741115" y="22909"/>
                  </a:lnTo>
                  <a:lnTo>
                    <a:pt x="1792139" y="27972"/>
                  </a:lnTo>
                  <a:lnTo>
                    <a:pt x="1842207" y="33472"/>
                  </a:lnTo>
                  <a:lnTo>
                    <a:pt x="1891220" y="39391"/>
                  </a:lnTo>
                  <a:lnTo>
                    <a:pt x="1939085" y="45710"/>
                  </a:lnTo>
                  <a:lnTo>
                    <a:pt x="1985705" y="52412"/>
                  </a:lnTo>
                  <a:lnTo>
                    <a:pt x="2030984" y="59478"/>
                  </a:lnTo>
                  <a:lnTo>
                    <a:pt x="2074827" y="66890"/>
                  </a:lnTo>
                  <a:lnTo>
                    <a:pt x="2117137" y="74629"/>
                  </a:lnTo>
                  <a:lnTo>
                    <a:pt x="2174268" y="86119"/>
                  </a:lnTo>
                  <a:lnTo>
                    <a:pt x="2227859" y="98179"/>
                  </a:lnTo>
                  <a:lnTo>
                    <a:pt x="2277638" y="110756"/>
                  </a:lnTo>
                  <a:lnTo>
                    <a:pt x="2323333" y="123800"/>
                  </a:lnTo>
                  <a:lnTo>
                    <a:pt x="2364672" y="137258"/>
                  </a:lnTo>
                  <a:lnTo>
                    <a:pt x="2401382" y="151078"/>
                  </a:lnTo>
                  <a:lnTo>
                    <a:pt x="2436810" y="166996"/>
                  </a:lnTo>
                  <a:lnTo>
                    <a:pt x="2465648" y="183233"/>
                  </a:lnTo>
                  <a:lnTo>
                    <a:pt x="2468471" y="185052"/>
                  </a:lnTo>
                  <a:lnTo>
                    <a:pt x="2471166" y="186876"/>
                  </a:lnTo>
                  <a:lnTo>
                    <a:pt x="2473729" y="188704"/>
                  </a:lnTo>
                  <a:lnTo>
                    <a:pt x="2477289" y="191313"/>
                  </a:lnTo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6551813" y="2812804"/>
              <a:ext cx="37465" cy="45085"/>
            </a:xfrm>
            <a:custGeom>
              <a:avLst/>
              <a:gdLst/>
              <a:ahLst/>
              <a:cxnLst/>
              <a:rect l="l" t="t" r="r" b="b"/>
              <a:pathLst>
                <a:path w="37465" h="45085">
                  <a:moveTo>
                    <a:pt x="37187" y="44644"/>
                  </a:moveTo>
                  <a:lnTo>
                    <a:pt x="0" y="17569"/>
                  </a:lnTo>
                  <a:lnTo>
                    <a:pt x="26103" y="0"/>
                  </a:lnTo>
                  <a:lnTo>
                    <a:pt x="37187" y="44644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6551813" y="2812804"/>
              <a:ext cx="37465" cy="45085"/>
            </a:xfrm>
            <a:custGeom>
              <a:avLst/>
              <a:gdLst/>
              <a:ahLst/>
              <a:cxnLst/>
              <a:rect l="l" t="t" r="r" b="b"/>
              <a:pathLst>
                <a:path w="37465" h="45085">
                  <a:moveTo>
                    <a:pt x="0" y="17569"/>
                  </a:moveTo>
                  <a:lnTo>
                    <a:pt x="37187" y="44644"/>
                  </a:lnTo>
                  <a:lnTo>
                    <a:pt x="26103" y="0"/>
                  </a:lnTo>
                  <a:lnTo>
                    <a:pt x="0" y="17569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868334" y="2160775"/>
              <a:ext cx="5728970" cy="708025"/>
            </a:xfrm>
            <a:custGeom>
              <a:avLst/>
              <a:gdLst/>
              <a:ahLst/>
              <a:cxnLst/>
              <a:rect l="l" t="t" r="r" b="b"/>
              <a:pathLst>
                <a:path w="5728970" h="708025">
                  <a:moveTo>
                    <a:pt x="5728440" y="707624"/>
                  </a:moveTo>
                  <a:lnTo>
                    <a:pt x="5719128" y="657906"/>
                  </a:lnTo>
                  <a:lnTo>
                    <a:pt x="5691784" y="608404"/>
                  </a:lnTo>
                  <a:lnTo>
                    <a:pt x="5663975" y="575633"/>
                  </a:lnTo>
                  <a:lnTo>
                    <a:pt x="5628808" y="543120"/>
                  </a:lnTo>
                  <a:lnTo>
                    <a:pt x="5586546" y="510931"/>
                  </a:lnTo>
                  <a:lnTo>
                    <a:pt x="5537453" y="479130"/>
                  </a:lnTo>
                  <a:lnTo>
                    <a:pt x="5481791" y="447783"/>
                  </a:lnTo>
                  <a:lnTo>
                    <a:pt x="5419822" y="416954"/>
                  </a:lnTo>
                  <a:lnTo>
                    <a:pt x="5351809" y="386708"/>
                  </a:lnTo>
                  <a:lnTo>
                    <a:pt x="5315619" y="371823"/>
                  </a:lnTo>
                  <a:lnTo>
                    <a:pt x="5278016" y="357109"/>
                  </a:lnTo>
                  <a:lnTo>
                    <a:pt x="5239034" y="342573"/>
                  </a:lnTo>
                  <a:lnTo>
                    <a:pt x="5198704" y="328224"/>
                  </a:lnTo>
                  <a:lnTo>
                    <a:pt x="5157062" y="314068"/>
                  </a:lnTo>
                  <a:lnTo>
                    <a:pt x="5114138" y="300116"/>
                  </a:lnTo>
                  <a:lnTo>
                    <a:pt x="5069966" y="286373"/>
                  </a:lnTo>
                  <a:lnTo>
                    <a:pt x="5024579" y="272850"/>
                  </a:lnTo>
                  <a:lnTo>
                    <a:pt x="4978009" y="259553"/>
                  </a:lnTo>
                  <a:lnTo>
                    <a:pt x="4930290" y="246491"/>
                  </a:lnTo>
                  <a:lnTo>
                    <a:pt x="4881453" y="233672"/>
                  </a:lnTo>
                  <a:lnTo>
                    <a:pt x="4831533" y="221104"/>
                  </a:lnTo>
                  <a:lnTo>
                    <a:pt x="4780562" y="208796"/>
                  </a:lnTo>
                  <a:lnTo>
                    <a:pt x="4728573" y="196754"/>
                  </a:lnTo>
                  <a:lnTo>
                    <a:pt x="4675599" y="184988"/>
                  </a:lnTo>
                  <a:lnTo>
                    <a:pt x="4621671" y="173506"/>
                  </a:lnTo>
                  <a:lnTo>
                    <a:pt x="4566825" y="162315"/>
                  </a:lnTo>
                  <a:lnTo>
                    <a:pt x="4511091" y="151424"/>
                  </a:lnTo>
                  <a:lnTo>
                    <a:pt x="4454503" y="140841"/>
                  </a:lnTo>
                  <a:lnTo>
                    <a:pt x="4397095" y="130573"/>
                  </a:lnTo>
                  <a:lnTo>
                    <a:pt x="4338897" y="120630"/>
                  </a:lnTo>
                  <a:lnTo>
                    <a:pt x="4279945" y="111018"/>
                  </a:lnTo>
                  <a:lnTo>
                    <a:pt x="4220270" y="101747"/>
                  </a:lnTo>
                  <a:lnTo>
                    <a:pt x="4159905" y="92825"/>
                  </a:lnTo>
                  <a:lnTo>
                    <a:pt x="4098883" y="84259"/>
                  </a:lnTo>
                  <a:lnTo>
                    <a:pt x="4037237" y="76057"/>
                  </a:lnTo>
                  <a:lnTo>
                    <a:pt x="3975000" y="68228"/>
                  </a:lnTo>
                  <a:lnTo>
                    <a:pt x="3912205" y="60779"/>
                  </a:lnTo>
                  <a:lnTo>
                    <a:pt x="3848884" y="53720"/>
                  </a:lnTo>
                  <a:lnTo>
                    <a:pt x="3785070" y="47057"/>
                  </a:lnTo>
                  <a:lnTo>
                    <a:pt x="3720796" y="40800"/>
                  </a:lnTo>
                  <a:lnTo>
                    <a:pt x="3656096" y="34956"/>
                  </a:lnTo>
                  <a:lnTo>
                    <a:pt x="3591001" y="29532"/>
                  </a:lnTo>
                  <a:lnTo>
                    <a:pt x="3525545" y="24539"/>
                  </a:lnTo>
                  <a:lnTo>
                    <a:pt x="3459761" y="19983"/>
                  </a:lnTo>
                  <a:lnTo>
                    <a:pt x="3393681" y="15872"/>
                  </a:lnTo>
                  <a:lnTo>
                    <a:pt x="3327338" y="12215"/>
                  </a:lnTo>
                  <a:lnTo>
                    <a:pt x="3260765" y="9020"/>
                  </a:lnTo>
                  <a:lnTo>
                    <a:pt x="3193995" y="6294"/>
                  </a:lnTo>
                  <a:lnTo>
                    <a:pt x="3127061" y="4047"/>
                  </a:lnTo>
                  <a:lnTo>
                    <a:pt x="3059996" y="2286"/>
                  </a:lnTo>
                  <a:lnTo>
                    <a:pt x="2992832" y="1019"/>
                  </a:lnTo>
                  <a:lnTo>
                    <a:pt x="2925602" y="254"/>
                  </a:lnTo>
                  <a:lnTo>
                    <a:pt x="2858340" y="0"/>
                  </a:lnTo>
                  <a:lnTo>
                    <a:pt x="2803149" y="176"/>
                  </a:lnTo>
                  <a:lnTo>
                    <a:pt x="2747975" y="697"/>
                  </a:lnTo>
                  <a:lnTo>
                    <a:pt x="2692839" y="1559"/>
                  </a:lnTo>
                  <a:lnTo>
                    <a:pt x="2637756" y="2756"/>
                  </a:lnTo>
                  <a:lnTo>
                    <a:pt x="2582747" y="4284"/>
                  </a:lnTo>
                  <a:lnTo>
                    <a:pt x="2527828" y="6139"/>
                  </a:lnTo>
                  <a:lnTo>
                    <a:pt x="2473017" y="8316"/>
                  </a:lnTo>
                  <a:lnTo>
                    <a:pt x="2418334" y="10811"/>
                  </a:lnTo>
                  <a:lnTo>
                    <a:pt x="2363796" y="13619"/>
                  </a:lnTo>
                  <a:lnTo>
                    <a:pt x="2309421" y="16736"/>
                  </a:lnTo>
                  <a:lnTo>
                    <a:pt x="2255228" y="20158"/>
                  </a:lnTo>
                  <a:lnTo>
                    <a:pt x="2201234" y="23879"/>
                  </a:lnTo>
                  <a:lnTo>
                    <a:pt x="2147458" y="27896"/>
                  </a:lnTo>
                  <a:lnTo>
                    <a:pt x="2093918" y="32203"/>
                  </a:lnTo>
                  <a:lnTo>
                    <a:pt x="2040632" y="36797"/>
                  </a:lnTo>
                  <a:lnTo>
                    <a:pt x="1987618" y="41673"/>
                  </a:lnTo>
                  <a:lnTo>
                    <a:pt x="1934895" y="46826"/>
                  </a:lnTo>
                  <a:lnTo>
                    <a:pt x="1882480" y="52253"/>
                  </a:lnTo>
                  <a:lnTo>
                    <a:pt x="1830391" y="57947"/>
                  </a:lnTo>
                  <a:lnTo>
                    <a:pt x="1778647" y="63906"/>
                  </a:lnTo>
                  <a:lnTo>
                    <a:pt x="1727266" y="70125"/>
                  </a:lnTo>
                  <a:lnTo>
                    <a:pt x="1676266" y="76599"/>
                  </a:lnTo>
                  <a:lnTo>
                    <a:pt x="1625665" y="83323"/>
                  </a:lnTo>
                  <a:lnTo>
                    <a:pt x="1575482" y="90294"/>
                  </a:lnTo>
                  <a:lnTo>
                    <a:pt x="1525734" y="97506"/>
                  </a:lnTo>
                  <a:lnTo>
                    <a:pt x="1476440" y="104955"/>
                  </a:lnTo>
                  <a:lnTo>
                    <a:pt x="1427617" y="112637"/>
                  </a:lnTo>
                  <a:lnTo>
                    <a:pt x="1379284" y="120548"/>
                  </a:lnTo>
                  <a:lnTo>
                    <a:pt x="1331459" y="128682"/>
                  </a:lnTo>
                  <a:lnTo>
                    <a:pt x="1284161" y="137035"/>
                  </a:lnTo>
                  <a:lnTo>
                    <a:pt x="1237407" y="145604"/>
                  </a:lnTo>
                  <a:lnTo>
                    <a:pt x="1191215" y="154382"/>
                  </a:lnTo>
                  <a:lnTo>
                    <a:pt x="1145604" y="163367"/>
                  </a:lnTo>
                  <a:lnTo>
                    <a:pt x="1100591" y="172553"/>
                  </a:lnTo>
                  <a:lnTo>
                    <a:pt x="1056196" y="181936"/>
                  </a:lnTo>
                  <a:lnTo>
                    <a:pt x="1012435" y="191512"/>
                  </a:lnTo>
                  <a:lnTo>
                    <a:pt x="969328" y="201275"/>
                  </a:lnTo>
                  <a:lnTo>
                    <a:pt x="926892" y="211222"/>
                  </a:lnTo>
                  <a:lnTo>
                    <a:pt x="885146" y="221348"/>
                  </a:lnTo>
                  <a:lnTo>
                    <a:pt x="828182" y="235742"/>
                  </a:lnTo>
                  <a:lnTo>
                    <a:pt x="772640" y="250463"/>
                  </a:lnTo>
                  <a:lnTo>
                    <a:pt x="718569" y="265498"/>
                  </a:lnTo>
                  <a:lnTo>
                    <a:pt x="666018" y="280835"/>
                  </a:lnTo>
                  <a:lnTo>
                    <a:pt x="615036" y="296463"/>
                  </a:lnTo>
                  <a:lnTo>
                    <a:pt x="565672" y="312369"/>
                  </a:lnTo>
                  <a:lnTo>
                    <a:pt x="517975" y="328542"/>
                  </a:lnTo>
                  <a:lnTo>
                    <a:pt x="471994" y="344968"/>
                  </a:lnTo>
                  <a:lnTo>
                    <a:pt x="427778" y="361636"/>
                  </a:lnTo>
                  <a:lnTo>
                    <a:pt x="385376" y="378534"/>
                  </a:lnTo>
                  <a:lnTo>
                    <a:pt x="344837" y="395650"/>
                  </a:lnTo>
                  <a:lnTo>
                    <a:pt x="306210" y="412972"/>
                  </a:lnTo>
                  <a:lnTo>
                    <a:pt x="269544" y="430487"/>
                  </a:lnTo>
                  <a:lnTo>
                    <a:pt x="234889" y="448184"/>
                  </a:lnTo>
                  <a:lnTo>
                    <a:pt x="179226" y="479553"/>
                  </a:lnTo>
                  <a:lnTo>
                    <a:pt x="130133" y="511377"/>
                  </a:lnTo>
                  <a:lnTo>
                    <a:pt x="87872" y="543590"/>
                  </a:lnTo>
                  <a:lnTo>
                    <a:pt x="52705" y="576127"/>
                  </a:lnTo>
                  <a:lnTo>
                    <a:pt x="24895" y="608924"/>
                  </a:lnTo>
                  <a:lnTo>
                    <a:pt x="4706" y="641916"/>
                  </a:lnTo>
                  <a:lnTo>
                    <a:pt x="880" y="650186"/>
                  </a:lnTo>
                  <a:lnTo>
                    <a:pt x="0" y="652297"/>
                  </a:lnTo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852938" y="2809835"/>
              <a:ext cx="31115" cy="45720"/>
            </a:xfrm>
            <a:custGeom>
              <a:avLst/>
              <a:gdLst/>
              <a:ahLst/>
              <a:cxnLst/>
              <a:rect l="l" t="t" r="r" b="b"/>
              <a:pathLst>
                <a:path w="31115" h="45719">
                  <a:moveTo>
                    <a:pt x="6501" y="45537"/>
                  </a:moveTo>
                  <a:lnTo>
                    <a:pt x="0" y="0"/>
                  </a:lnTo>
                  <a:lnTo>
                    <a:pt x="30792" y="6474"/>
                  </a:lnTo>
                  <a:lnTo>
                    <a:pt x="6501" y="45537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852938" y="2809835"/>
              <a:ext cx="31115" cy="45720"/>
            </a:xfrm>
            <a:custGeom>
              <a:avLst/>
              <a:gdLst/>
              <a:ahLst/>
              <a:cxnLst/>
              <a:rect l="l" t="t" r="r" b="b"/>
              <a:pathLst>
                <a:path w="31115" h="45719">
                  <a:moveTo>
                    <a:pt x="0" y="0"/>
                  </a:moveTo>
                  <a:lnTo>
                    <a:pt x="6501" y="45537"/>
                  </a:lnTo>
                  <a:lnTo>
                    <a:pt x="30792" y="6474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18" name="object 18" descr=""/>
          <p:cNvGraphicFramePr>
            <a:graphicFrameLocks noGrp="1"/>
          </p:cNvGraphicFramePr>
          <p:nvPr/>
        </p:nvGraphicFramePr>
        <p:xfrm>
          <a:off x="740037" y="2863637"/>
          <a:ext cx="8145145" cy="4235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3520"/>
                <a:gridCol w="683895"/>
                <a:gridCol w="309245"/>
                <a:gridCol w="498475"/>
                <a:gridCol w="498475"/>
                <a:gridCol w="825500"/>
                <a:gridCol w="603250"/>
                <a:gridCol w="4414520"/>
              </a:tblGrid>
              <a:tr h="4235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189230">
                        <a:lnSpc>
                          <a:spcPct val="100000"/>
                        </a:lnSpc>
                      </a:pPr>
                      <a:r>
                        <a:rPr dirty="0" sz="800">
                          <a:latin typeface="Arial MT"/>
                          <a:cs typeface="Arial MT"/>
                        </a:rPr>
                        <a:t>en</a:t>
                      </a:r>
                      <a:r>
                        <a:rPr dirty="0" sz="8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00" spc="-25">
                          <a:latin typeface="Arial MT"/>
                          <a:cs typeface="Arial MT"/>
                        </a:rPr>
                        <a:t>uso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B="0" marT="28575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E9ED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96520">
                        <a:lnSpc>
                          <a:spcPct val="100000"/>
                        </a:lnSpc>
                      </a:pPr>
                      <a:r>
                        <a:rPr dirty="0" sz="8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en</a:t>
                      </a:r>
                      <a:r>
                        <a:rPr dirty="0" sz="800" spc="-3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00" spc="-2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uso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B="0" marT="28575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E9ED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260350">
                        <a:lnSpc>
                          <a:spcPct val="100000"/>
                        </a:lnSpc>
                      </a:pPr>
                      <a:r>
                        <a:rPr dirty="0" sz="8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en</a:t>
                      </a:r>
                      <a:r>
                        <a:rPr dirty="0" sz="800" spc="-3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00" spc="-2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uso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B="0" marT="28575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E9ED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9" name="object 19" descr=""/>
          <p:cNvSpPr txBox="1"/>
          <p:nvPr/>
        </p:nvSpPr>
        <p:spPr>
          <a:xfrm>
            <a:off x="73025" y="63880"/>
            <a:ext cx="3962400" cy="86169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1A1A1A"/>
                </a:solidFill>
                <a:latin typeface="Arial MT"/>
                <a:cs typeface="Arial MT"/>
              </a:rPr>
              <a:t>Reservar</a:t>
            </a:r>
            <a:r>
              <a:rPr dirty="0" sz="1800" spc="-3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1A1A1A"/>
                </a:solidFill>
                <a:latin typeface="Arial MT"/>
                <a:cs typeface="Arial MT"/>
              </a:rPr>
              <a:t>memoria</a:t>
            </a:r>
            <a:r>
              <a:rPr dirty="0" sz="1800" spc="-2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1A1A1A"/>
                </a:solidFill>
                <a:latin typeface="Arial MT"/>
                <a:cs typeface="Arial MT"/>
              </a:rPr>
              <a:t>pidiendo</a:t>
            </a:r>
            <a:r>
              <a:rPr dirty="0" sz="1800" spc="-2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1A1A1A"/>
                </a:solidFill>
                <a:latin typeface="Arial MT"/>
                <a:cs typeface="Arial MT"/>
              </a:rPr>
              <a:t>mas</a:t>
            </a:r>
            <a:r>
              <a:rPr dirty="0" sz="1800" spc="-2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1A1A1A"/>
                </a:solidFill>
                <a:latin typeface="Arial MT"/>
                <a:cs typeface="Arial MT"/>
              </a:rPr>
              <a:t>al</a:t>
            </a:r>
            <a:r>
              <a:rPr dirty="0" sz="1800" spc="-1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800" spc="-25">
                <a:solidFill>
                  <a:srgbClr val="1A1A1A"/>
                </a:solidFill>
                <a:latin typeface="Arial MT"/>
                <a:cs typeface="Arial MT"/>
              </a:rPr>
              <a:t>OS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90"/>
              </a:spcBef>
            </a:pPr>
            <a:endParaRPr sz="1800">
              <a:latin typeface="Arial MT"/>
              <a:cs typeface="Arial MT"/>
            </a:endParaRPr>
          </a:p>
          <a:p>
            <a:pPr marL="558165">
              <a:lnSpc>
                <a:spcPct val="100000"/>
              </a:lnSpc>
            </a:pPr>
            <a:r>
              <a:rPr dirty="0" sz="1800" b="1">
                <a:solidFill>
                  <a:srgbClr val="1A1A1A"/>
                </a:solidFill>
                <a:latin typeface="Courier New"/>
                <a:cs typeface="Courier New"/>
              </a:rPr>
              <a:t>ap</a:t>
            </a:r>
            <a:r>
              <a:rPr dirty="0" sz="1800" spc="-10" b="1">
                <a:solidFill>
                  <a:srgbClr val="1A1A1A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1A1A1A"/>
                </a:solidFill>
                <a:latin typeface="Courier New"/>
                <a:cs typeface="Courier New"/>
              </a:rPr>
              <a:t>=</a:t>
            </a:r>
            <a:r>
              <a:rPr dirty="0" sz="1800" spc="-5" b="1">
                <a:solidFill>
                  <a:srgbClr val="1A1A1A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1A1A1A"/>
                </a:solidFill>
                <a:latin typeface="Courier New"/>
                <a:cs typeface="Courier New"/>
              </a:rPr>
              <a:t>malloc(n)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3969274" y="1215925"/>
            <a:ext cx="1510665" cy="424180"/>
          </a:xfrm>
          <a:prstGeom prst="rect">
            <a:avLst/>
          </a:prstGeom>
          <a:ln w="9524">
            <a:solidFill>
              <a:srgbClr val="1A1A1A"/>
            </a:solidFill>
          </a:ln>
        </p:spPr>
        <p:txBody>
          <a:bodyPr wrap="square" lIns="0" tIns="9969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785"/>
              </a:spcBef>
            </a:pPr>
            <a:r>
              <a:rPr dirty="0" sz="1400" spc="-50">
                <a:solidFill>
                  <a:srgbClr val="999999"/>
                </a:solidFill>
                <a:latin typeface="Arial MT"/>
                <a:cs typeface="Arial MT"/>
              </a:rPr>
              <a:t>n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21" name="object 21" descr=""/>
          <p:cNvGrpSpPr/>
          <p:nvPr/>
        </p:nvGrpSpPr>
        <p:grpSpPr>
          <a:xfrm>
            <a:off x="8783680" y="3343536"/>
            <a:ext cx="41275" cy="533400"/>
            <a:chOff x="8783680" y="3343536"/>
            <a:chExt cx="41275" cy="533400"/>
          </a:xfrm>
        </p:grpSpPr>
        <p:sp>
          <p:nvSpPr>
            <p:cNvPr id="22" name="object 22" descr=""/>
            <p:cNvSpPr/>
            <p:nvPr/>
          </p:nvSpPr>
          <p:spPr>
            <a:xfrm>
              <a:off x="8804175" y="3391524"/>
              <a:ext cx="0" cy="485775"/>
            </a:xfrm>
            <a:custGeom>
              <a:avLst/>
              <a:gdLst/>
              <a:ahLst/>
              <a:cxnLst/>
              <a:rect l="l" t="t" r="r" b="b"/>
              <a:pathLst>
                <a:path w="0" h="485775">
                  <a:moveTo>
                    <a:pt x="0" y="485249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8788442" y="3348299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4" y="43225"/>
                  </a:moveTo>
                  <a:lnTo>
                    <a:pt x="0" y="43225"/>
                  </a:lnTo>
                  <a:lnTo>
                    <a:pt x="15732" y="0"/>
                  </a:lnTo>
                  <a:lnTo>
                    <a:pt x="31464" y="43225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8788442" y="3348299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4" y="43225"/>
                  </a:moveTo>
                  <a:lnTo>
                    <a:pt x="15732" y="0"/>
                  </a:lnTo>
                  <a:lnTo>
                    <a:pt x="0" y="43225"/>
                  </a:lnTo>
                  <a:lnTo>
                    <a:pt x="31464" y="43225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 descr=""/>
          <p:cNvSpPr txBox="1"/>
          <p:nvPr/>
        </p:nvSpPr>
        <p:spPr>
          <a:xfrm>
            <a:off x="8597600" y="3940655"/>
            <a:ext cx="3295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 i="1">
                <a:solidFill>
                  <a:srgbClr val="1A1A1A"/>
                </a:solidFill>
                <a:latin typeface="Times New Roman"/>
                <a:cs typeface="Times New Roman"/>
              </a:rPr>
              <a:t>brk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847672" y="2156012"/>
            <a:ext cx="5452745" cy="717550"/>
            <a:chOff x="847672" y="2156012"/>
            <a:chExt cx="5452745" cy="717550"/>
          </a:xfrm>
        </p:grpSpPr>
        <p:sp>
          <p:nvSpPr>
            <p:cNvPr id="3" name="object 3" descr=""/>
            <p:cNvSpPr/>
            <p:nvPr/>
          </p:nvSpPr>
          <p:spPr>
            <a:xfrm>
              <a:off x="856700" y="2630275"/>
              <a:ext cx="934719" cy="238125"/>
            </a:xfrm>
            <a:custGeom>
              <a:avLst/>
              <a:gdLst/>
              <a:ahLst/>
              <a:cxnLst/>
              <a:rect l="l" t="t" r="r" b="b"/>
              <a:pathLst>
                <a:path w="934719" h="238125">
                  <a:moveTo>
                    <a:pt x="0" y="238124"/>
                  </a:moveTo>
                  <a:lnTo>
                    <a:pt x="18699" y="179139"/>
                  </a:lnTo>
                  <a:lnTo>
                    <a:pt x="70399" y="123455"/>
                  </a:lnTo>
                  <a:lnTo>
                    <a:pt x="106562" y="97886"/>
                  </a:lnTo>
                  <a:lnTo>
                    <a:pt x="148499" y="74385"/>
                  </a:lnTo>
                  <a:lnTo>
                    <a:pt x="195387" y="53367"/>
                  </a:lnTo>
                  <a:lnTo>
                    <a:pt x="246399" y="35244"/>
                  </a:lnTo>
                  <a:lnTo>
                    <a:pt x="300712" y="20432"/>
                  </a:lnTo>
                  <a:lnTo>
                    <a:pt x="357499" y="9344"/>
                  </a:lnTo>
                  <a:lnTo>
                    <a:pt x="415937" y="2395"/>
                  </a:lnTo>
                  <a:lnTo>
                    <a:pt x="475199" y="0"/>
                  </a:lnTo>
                  <a:lnTo>
                    <a:pt x="526027" y="1797"/>
                  </a:lnTo>
                  <a:lnTo>
                    <a:pt x="576335" y="6983"/>
                  </a:lnTo>
                  <a:lnTo>
                    <a:pt x="625604" y="15298"/>
                  </a:lnTo>
                  <a:lnTo>
                    <a:pt x="673315" y="26480"/>
                  </a:lnTo>
                  <a:lnTo>
                    <a:pt x="718947" y="40270"/>
                  </a:lnTo>
                  <a:lnTo>
                    <a:pt x="761982" y="56406"/>
                  </a:lnTo>
                  <a:lnTo>
                    <a:pt x="801899" y="74629"/>
                  </a:lnTo>
                  <a:lnTo>
                    <a:pt x="862692" y="110756"/>
                  </a:lnTo>
                  <a:lnTo>
                    <a:pt x="909562" y="151078"/>
                  </a:lnTo>
                  <a:lnTo>
                    <a:pt x="933904" y="183233"/>
                  </a:lnTo>
                  <a:lnTo>
                    <a:pt x="934283" y="183894"/>
                  </a:lnTo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1775888" y="2809732"/>
              <a:ext cx="30480" cy="46355"/>
            </a:xfrm>
            <a:custGeom>
              <a:avLst/>
              <a:gdLst/>
              <a:ahLst/>
              <a:cxnLst/>
              <a:rect l="l" t="t" r="r" b="b"/>
              <a:pathLst>
                <a:path w="30480" h="46355">
                  <a:moveTo>
                    <a:pt x="27284" y="45907"/>
                  </a:moveTo>
                  <a:lnTo>
                    <a:pt x="0" y="8873"/>
                  </a:lnTo>
                  <a:lnTo>
                    <a:pt x="30188" y="0"/>
                  </a:lnTo>
                  <a:lnTo>
                    <a:pt x="27284" y="45907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775888" y="2809732"/>
              <a:ext cx="30480" cy="46355"/>
            </a:xfrm>
            <a:custGeom>
              <a:avLst/>
              <a:gdLst/>
              <a:ahLst/>
              <a:cxnLst/>
              <a:rect l="l" t="t" r="r" b="b"/>
              <a:pathLst>
                <a:path w="30480" h="46355">
                  <a:moveTo>
                    <a:pt x="0" y="8873"/>
                  </a:moveTo>
                  <a:lnTo>
                    <a:pt x="27284" y="45907"/>
                  </a:lnTo>
                  <a:lnTo>
                    <a:pt x="30188" y="0"/>
                  </a:lnTo>
                  <a:lnTo>
                    <a:pt x="0" y="8873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807172" y="2630275"/>
              <a:ext cx="888365" cy="238125"/>
            </a:xfrm>
            <a:custGeom>
              <a:avLst/>
              <a:gdLst/>
              <a:ahLst/>
              <a:cxnLst/>
              <a:rect l="l" t="t" r="r" b="b"/>
              <a:pathLst>
                <a:path w="888364" h="238125">
                  <a:moveTo>
                    <a:pt x="0" y="238124"/>
                  </a:moveTo>
                  <a:lnTo>
                    <a:pt x="17773" y="179139"/>
                  </a:lnTo>
                  <a:lnTo>
                    <a:pt x="66911" y="123455"/>
                  </a:lnTo>
                  <a:lnTo>
                    <a:pt x="101281" y="97886"/>
                  </a:lnTo>
                  <a:lnTo>
                    <a:pt x="141140" y="74385"/>
                  </a:lnTo>
                  <a:lnTo>
                    <a:pt x="185704" y="53367"/>
                  </a:lnTo>
                  <a:lnTo>
                    <a:pt x="234188" y="35244"/>
                  </a:lnTo>
                  <a:lnTo>
                    <a:pt x="285809" y="20432"/>
                  </a:lnTo>
                  <a:lnTo>
                    <a:pt x="339782" y="9344"/>
                  </a:lnTo>
                  <a:lnTo>
                    <a:pt x="395324" y="2395"/>
                  </a:lnTo>
                  <a:lnTo>
                    <a:pt x="451649" y="0"/>
                  </a:lnTo>
                  <a:lnTo>
                    <a:pt x="507975" y="2433"/>
                  </a:lnTo>
                  <a:lnTo>
                    <a:pt x="563517" y="9420"/>
                  </a:lnTo>
                  <a:lnTo>
                    <a:pt x="617490" y="20547"/>
                  </a:lnTo>
                  <a:lnTo>
                    <a:pt x="669111" y="35400"/>
                  </a:lnTo>
                  <a:lnTo>
                    <a:pt x="717595" y="53565"/>
                  </a:lnTo>
                  <a:lnTo>
                    <a:pt x="762159" y="74629"/>
                  </a:lnTo>
                  <a:lnTo>
                    <a:pt x="819938" y="110756"/>
                  </a:lnTo>
                  <a:lnTo>
                    <a:pt x="864486" y="151078"/>
                  </a:lnTo>
                  <a:lnTo>
                    <a:pt x="887621" y="183233"/>
                  </a:lnTo>
                  <a:lnTo>
                    <a:pt x="887873" y="183696"/>
                  </a:lnTo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2679897" y="2809724"/>
              <a:ext cx="30480" cy="46355"/>
            </a:xfrm>
            <a:custGeom>
              <a:avLst/>
              <a:gdLst/>
              <a:ahLst/>
              <a:cxnLst/>
              <a:rect l="l" t="t" r="r" b="b"/>
              <a:pathLst>
                <a:path w="30480" h="46355">
                  <a:moveTo>
                    <a:pt x="26816" y="45867"/>
                  </a:moveTo>
                  <a:lnTo>
                    <a:pt x="0" y="8493"/>
                  </a:lnTo>
                  <a:lnTo>
                    <a:pt x="30297" y="0"/>
                  </a:lnTo>
                  <a:lnTo>
                    <a:pt x="26816" y="45867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2679897" y="2809724"/>
              <a:ext cx="30480" cy="46355"/>
            </a:xfrm>
            <a:custGeom>
              <a:avLst/>
              <a:gdLst/>
              <a:ahLst/>
              <a:cxnLst/>
              <a:rect l="l" t="t" r="r" b="b"/>
              <a:pathLst>
                <a:path w="30480" h="46355">
                  <a:moveTo>
                    <a:pt x="0" y="8493"/>
                  </a:moveTo>
                  <a:lnTo>
                    <a:pt x="26816" y="45867"/>
                  </a:lnTo>
                  <a:lnTo>
                    <a:pt x="30297" y="0"/>
                  </a:lnTo>
                  <a:lnTo>
                    <a:pt x="0" y="8493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2710413" y="2630275"/>
              <a:ext cx="3547110" cy="238125"/>
            </a:xfrm>
            <a:custGeom>
              <a:avLst/>
              <a:gdLst/>
              <a:ahLst/>
              <a:cxnLst/>
              <a:rect l="l" t="t" r="r" b="b"/>
              <a:pathLst>
                <a:path w="3547110" h="238125">
                  <a:moveTo>
                    <a:pt x="0" y="238124"/>
                  </a:moveTo>
                  <a:lnTo>
                    <a:pt x="28744" y="200662"/>
                  </a:lnTo>
                  <a:lnTo>
                    <a:pt x="63499" y="182190"/>
                  </a:lnTo>
                  <a:lnTo>
                    <a:pt x="110796" y="164030"/>
                  </a:lnTo>
                  <a:lnTo>
                    <a:pt x="169853" y="146286"/>
                  </a:lnTo>
                  <a:lnTo>
                    <a:pt x="239885" y="129063"/>
                  </a:lnTo>
                  <a:lnTo>
                    <a:pt x="278772" y="120679"/>
                  </a:lnTo>
                  <a:lnTo>
                    <a:pt x="320109" y="112464"/>
                  </a:lnTo>
                  <a:lnTo>
                    <a:pt x="363797" y="104431"/>
                  </a:lnTo>
                  <a:lnTo>
                    <a:pt x="409739" y="96594"/>
                  </a:lnTo>
                  <a:lnTo>
                    <a:pt x="457837" y="88966"/>
                  </a:lnTo>
                  <a:lnTo>
                    <a:pt x="507993" y="81558"/>
                  </a:lnTo>
                  <a:lnTo>
                    <a:pt x="560109" y="74385"/>
                  </a:lnTo>
                  <a:lnTo>
                    <a:pt x="614087" y="67460"/>
                  </a:lnTo>
                  <a:lnTo>
                    <a:pt x="669828" y="60795"/>
                  </a:lnTo>
                  <a:lnTo>
                    <a:pt x="727235" y="54404"/>
                  </a:lnTo>
                  <a:lnTo>
                    <a:pt x="786211" y="48300"/>
                  </a:lnTo>
                  <a:lnTo>
                    <a:pt x="846656" y="42495"/>
                  </a:lnTo>
                  <a:lnTo>
                    <a:pt x="908473" y="37003"/>
                  </a:lnTo>
                  <a:lnTo>
                    <a:pt x="971564" y="31837"/>
                  </a:lnTo>
                  <a:lnTo>
                    <a:pt x="1035830" y="27009"/>
                  </a:lnTo>
                  <a:lnTo>
                    <a:pt x="1101175" y="22534"/>
                  </a:lnTo>
                  <a:lnTo>
                    <a:pt x="1167500" y="18423"/>
                  </a:lnTo>
                  <a:lnTo>
                    <a:pt x="1234706" y="14690"/>
                  </a:lnTo>
                  <a:lnTo>
                    <a:pt x="1302697" y="11348"/>
                  </a:lnTo>
                  <a:lnTo>
                    <a:pt x="1371373" y="8411"/>
                  </a:lnTo>
                  <a:lnTo>
                    <a:pt x="1440638" y="5890"/>
                  </a:lnTo>
                  <a:lnTo>
                    <a:pt x="1510392" y="3799"/>
                  </a:lnTo>
                  <a:lnTo>
                    <a:pt x="1580539" y="2152"/>
                  </a:lnTo>
                  <a:lnTo>
                    <a:pt x="1650979" y="961"/>
                  </a:lnTo>
                  <a:lnTo>
                    <a:pt x="1721615" y="239"/>
                  </a:lnTo>
                  <a:lnTo>
                    <a:pt x="1792350" y="0"/>
                  </a:lnTo>
                  <a:lnTo>
                    <a:pt x="1848352" y="158"/>
                  </a:lnTo>
                  <a:lnTo>
                    <a:pt x="1904307" y="621"/>
                  </a:lnTo>
                  <a:lnTo>
                    <a:pt x="1960164" y="1381"/>
                  </a:lnTo>
                  <a:lnTo>
                    <a:pt x="2015875" y="2433"/>
                  </a:lnTo>
                  <a:lnTo>
                    <a:pt x="2071391" y="3769"/>
                  </a:lnTo>
                  <a:lnTo>
                    <a:pt x="2126665" y="5383"/>
                  </a:lnTo>
                  <a:lnTo>
                    <a:pt x="2181647" y="7269"/>
                  </a:lnTo>
                  <a:lnTo>
                    <a:pt x="2236288" y="9420"/>
                  </a:lnTo>
                  <a:lnTo>
                    <a:pt x="2290541" y="11830"/>
                  </a:lnTo>
                  <a:lnTo>
                    <a:pt x="2344356" y="14492"/>
                  </a:lnTo>
                  <a:lnTo>
                    <a:pt x="2397684" y="17399"/>
                  </a:lnTo>
                  <a:lnTo>
                    <a:pt x="2450478" y="20547"/>
                  </a:lnTo>
                  <a:lnTo>
                    <a:pt x="2502689" y="23927"/>
                  </a:lnTo>
                  <a:lnTo>
                    <a:pt x="2554267" y="27533"/>
                  </a:lnTo>
                  <a:lnTo>
                    <a:pt x="2605165" y="31360"/>
                  </a:lnTo>
                  <a:lnTo>
                    <a:pt x="2655333" y="35400"/>
                  </a:lnTo>
                  <a:lnTo>
                    <a:pt x="2704723" y="39646"/>
                  </a:lnTo>
                  <a:lnTo>
                    <a:pt x="2753287" y="44094"/>
                  </a:lnTo>
                  <a:lnTo>
                    <a:pt x="2800976" y="48736"/>
                  </a:lnTo>
                  <a:lnTo>
                    <a:pt x="2847741" y="53565"/>
                  </a:lnTo>
                  <a:lnTo>
                    <a:pt x="2893533" y="58575"/>
                  </a:lnTo>
                  <a:lnTo>
                    <a:pt x="2938305" y="63761"/>
                  </a:lnTo>
                  <a:lnTo>
                    <a:pt x="2982007" y="69114"/>
                  </a:lnTo>
                  <a:lnTo>
                    <a:pt x="3024590" y="74629"/>
                  </a:lnTo>
                  <a:lnTo>
                    <a:pt x="3086263" y="83191"/>
                  </a:lnTo>
                  <a:lnTo>
                    <a:pt x="3145145" y="92081"/>
                  </a:lnTo>
                  <a:lnTo>
                    <a:pt x="3201074" y="101276"/>
                  </a:lnTo>
                  <a:lnTo>
                    <a:pt x="3253885" y="110756"/>
                  </a:lnTo>
                  <a:lnTo>
                    <a:pt x="3303414" y="120498"/>
                  </a:lnTo>
                  <a:lnTo>
                    <a:pt x="3349498" y="130480"/>
                  </a:lnTo>
                  <a:lnTo>
                    <a:pt x="3391971" y="140681"/>
                  </a:lnTo>
                  <a:lnTo>
                    <a:pt x="3430670" y="151078"/>
                  </a:lnTo>
                  <a:lnTo>
                    <a:pt x="3496089" y="172376"/>
                  </a:lnTo>
                  <a:lnTo>
                    <a:pt x="3544442" y="194200"/>
                  </a:lnTo>
                  <a:lnTo>
                    <a:pt x="3547067" y="195714"/>
                  </a:lnTo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6245641" y="2815629"/>
              <a:ext cx="40640" cy="43180"/>
            </a:xfrm>
            <a:custGeom>
              <a:avLst/>
              <a:gdLst/>
              <a:ahLst/>
              <a:cxnLst/>
              <a:rect l="l" t="t" r="r" b="b"/>
              <a:pathLst>
                <a:path w="40639" h="43180">
                  <a:moveTo>
                    <a:pt x="40303" y="42890"/>
                  </a:moveTo>
                  <a:lnTo>
                    <a:pt x="0" y="20719"/>
                  </a:lnTo>
                  <a:lnTo>
                    <a:pt x="23680" y="0"/>
                  </a:lnTo>
                  <a:lnTo>
                    <a:pt x="40303" y="42890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6245641" y="2815629"/>
              <a:ext cx="40640" cy="43180"/>
            </a:xfrm>
            <a:custGeom>
              <a:avLst/>
              <a:gdLst/>
              <a:ahLst/>
              <a:cxnLst/>
              <a:rect l="l" t="t" r="r" b="b"/>
              <a:pathLst>
                <a:path w="40639" h="43180">
                  <a:moveTo>
                    <a:pt x="0" y="20719"/>
                  </a:moveTo>
                  <a:lnTo>
                    <a:pt x="40303" y="42890"/>
                  </a:lnTo>
                  <a:lnTo>
                    <a:pt x="23680" y="0"/>
                  </a:lnTo>
                  <a:lnTo>
                    <a:pt x="0" y="20719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867862" y="2160775"/>
              <a:ext cx="5427345" cy="708025"/>
            </a:xfrm>
            <a:custGeom>
              <a:avLst/>
              <a:gdLst/>
              <a:ahLst/>
              <a:cxnLst/>
              <a:rect l="l" t="t" r="r" b="b"/>
              <a:pathLst>
                <a:path w="5427345" h="708025">
                  <a:moveTo>
                    <a:pt x="5427212" y="707624"/>
                  </a:moveTo>
                  <a:lnTo>
                    <a:pt x="5417508" y="655464"/>
                  </a:lnTo>
                  <a:lnTo>
                    <a:pt x="5400556" y="620815"/>
                  </a:lnTo>
                  <a:lnTo>
                    <a:pt x="5375554" y="586352"/>
                  </a:lnTo>
                  <a:lnTo>
                    <a:pt x="5342790" y="552151"/>
                  </a:lnTo>
                  <a:lnTo>
                    <a:pt x="5302549" y="518286"/>
                  </a:lnTo>
                  <a:lnTo>
                    <a:pt x="5255121" y="484833"/>
                  </a:lnTo>
                  <a:lnTo>
                    <a:pt x="5200792" y="451866"/>
                  </a:lnTo>
                  <a:lnTo>
                    <a:pt x="5139851" y="419460"/>
                  </a:lnTo>
                  <a:lnTo>
                    <a:pt x="5072584" y="387689"/>
                  </a:lnTo>
                  <a:lnTo>
                    <a:pt x="5036668" y="372066"/>
                  </a:lnTo>
                  <a:lnTo>
                    <a:pt x="4999279" y="356630"/>
                  </a:lnTo>
                  <a:lnTo>
                    <a:pt x="4960452" y="341390"/>
                  </a:lnTo>
                  <a:lnTo>
                    <a:pt x="4920224" y="326356"/>
                  </a:lnTo>
                  <a:lnTo>
                    <a:pt x="4878630" y="311537"/>
                  </a:lnTo>
                  <a:lnTo>
                    <a:pt x="4835706" y="296943"/>
                  </a:lnTo>
                  <a:lnTo>
                    <a:pt x="4791488" y="282582"/>
                  </a:lnTo>
                  <a:lnTo>
                    <a:pt x="4746013" y="268465"/>
                  </a:lnTo>
                  <a:lnTo>
                    <a:pt x="4699315" y="254600"/>
                  </a:lnTo>
                  <a:lnTo>
                    <a:pt x="4651432" y="240997"/>
                  </a:lnTo>
                  <a:lnTo>
                    <a:pt x="4602398" y="227665"/>
                  </a:lnTo>
                  <a:lnTo>
                    <a:pt x="4552251" y="214614"/>
                  </a:lnTo>
                  <a:lnTo>
                    <a:pt x="4501025" y="201853"/>
                  </a:lnTo>
                  <a:lnTo>
                    <a:pt x="4448757" y="189392"/>
                  </a:lnTo>
                  <a:lnTo>
                    <a:pt x="4395482" y="177239"/>
                  </a:lnTo>
                  <a:lnTo>
                    <a:pt x="4341238" y="165404"/>
                  </a:lnTo>
                  <a:lnTo>
                    <a:pt x="4286058" y="153896"/>
                  </a:lnTo>
                  <a:lnTo>
                    <a:pt x="4229981" y="142726"/>
                  </a:lnTo>
                  <a:lnTo>
                    <a:pt x="4173040" y="131901"/>
                  </a:lnTo>
                  <a:lnTo>
                    <a:pt x="4115273" y="121432"/>
                  </a:lnTo>
                  <a:lnTo>
                    <a:pt x="4056716" y="111328"/>
                  </a:lnTo>
                  <a:lnTo>
                    <a:pt x="3997404" y="101598"/>
                  </a:lnTo>
                  <a:lnTo>
                    <a:pt x="3937373" y="92252"/>
                  </a:lnTo>
                  <a:lnTo>
                    <a:pt x="3876659" y="83299"/>
                  </a:lnTo>
                  <a:lnTo>
                    <a:pt x="3815298" y="74748"/>
                  </a:lnTo>
                  <a:lnTo>
                    <a:pt x="3753326" y="66608"/>
                  </a:lnTo>
                  <a:lnTo>
                    <a:pt x="3690779" y="58890"/>
                  </a:lnTo>
                  <a:lnTo>
                    <a:pt x="3627693" y="51602"/>
                  </a:lnTo>
                  <a:lnTo>
                    <a:pt x="3564104" y="44753"/>
                  </a:lnTo>
                  <a:lnTo>
                    <a:pt x="3500048" y="38354"/>
                  </a:lnTo>
                  <a:lnTo>
                    <a:pt x="3435560" y="32413"/>
                  </a:lnTo>
                  <a:lnTo>
                    <a:pt x="3370677" y="26941"/>
                  </a:lnTo>
                  <a:lnTo>
                    <a:pt x="3305435" y="21945"/>
                  </a:lnTo>
                  <a:lnTo>
                    <a:pt x="3239869" y="17436"/>
                  </a:lnTo>
                  <a:lnTo>
                    <a:pt x="3174016" y="13422"/>
                  </a:lnTo>
                  <a:lnTo>
                    <a:pt x="3107911" y="9914"/>
                  </a:lnTo>
                  <a:lnTo>
                    <a:pt x="3041591" y="6921"/>
                  </a:lnTo>
                  <a:lnTo>
                    <a:pt x="2975091" y="4451"/>
                  </a:lnTo>
                  <a:lnTo>
                    <a:pt x="2908447" y="2515"/>
                  </a:lnTo>
                  <a:lnTo>
                    <a:pt x="2841695" y="1121"/>
                  </a:lnTo>
                  <a:lnTo>
                    <a:pt x="2774871" y="280"/>
                  </a:lnTo>
                  <a:lnTo>
                    <a:pt x="2708012" y="0"/>
                  </a:lnTo>
                  <a:lnTo>
                    <a:pt x="2652896" y="196"/>
                  </a:lnTo>
                  <a:lnTo>
                    <a:pt x="2597801" y="774"/>
                  </a:lnTo>
                  <a:lnTo>
                    <a:pt x="2542745" y="1730"/>
                  </a:lnTo>
                  <a:lnTo>
                    <a:pt x="2487751" y="3058"/>
                  </a:lnTo>
                  <a:lnTo>
                    <a:pt x="2432836" y="4753"/>
                  </a:lnTo>
                  <a:lnTo>
                    <a:pt x="2378023" y="6810"/>
                  </a:lnTo>
                  <a:lnTo>
                    <a:pt x="2323330" y="9223"/>
                  </a:lnTo>
                  <a:lnTo>
                    <a:pt x="2268778" y="11987"/>
                  </a:lnTo>
                  <a:lnTo>
                    <a:pt x="2214387" y="15097"/>
                  </a:lnTo>
                  <a:lnTo>
                    <a:pt x="2160178" y="18548"/>
                  </a:lnTo>
                  <a:lnTo>
                    <a:pt x="2106169" y="22334"/>
                  </a:lnTo>
                  <a:lnTo>
                    <a:pt x="2052382" y="26451"/>
                  </a:lnTo>
                  <a:lnTo>
                    <a:pt x="1998837" y="30892"/>
                  </a:lnTo>
                  <a:lnTo>
                    <a:pt x="1945553" y="35653"/>
                  </a:lnTo>
                  <a:lnTo>
                    <a:pt x="1892552" y="40729"/>
                  </a:lnTo>
                  <a:lnTo>
                    <a:pt x="1839852" y="46114"/>
                  </a:lnTo>
                  <a:lnTo>
                    <a:pt x="1787474" y="51803"/>
                  </a:lnTo>
                  <a:lnTo>
                    <a:pt x="1735438" y="57790"/>
                  </a:lnTo>
                  <a:lnTo>
                    <a:pt x="1683765" y="64071"/>
                  </a:lnTo>
                  <a:lnTo>
                    <a:pt x="1632475" y="70640"/>
                  </a:lnTo>
                  <a:lnTo>
                    <a:pt x="1581587" y="77493"/>
                  </a:lnTo>
                  <a:lnTo>
                    <a:pt x="1531121" y="84623"/>
                  </a:lnTo>
                  <a:lnTo>
                    <a:pt x="1481099" y="92026"/>
                  </a:lnTo>
                  <a:lnTo>
                    <a:pt x="1431540" y="99696"/>
                  </a:lnTo>
                  <a:lnTo>
                    <a:pt x="1382463" y="107628"/>
                  </a:lnTo>
                  <a:lnTo>
                    <a:pt x="1333890" y="115817"/>
                  </a:lnTo>
                  <a:lnTo>
                    <a:pt x="1285841" y="124257"/>
                  </a:lnTo>
                  <a:lnTo>
                    <a:pt x="1238335" y="132944"/>
                  </a:lnTo>
                  <a:lnTo>
                    <a:pt x="1191392" y="141872"/>
                  </a:lnTo>
                  <a:lnTo>
                    <a:pt x="1145034" y="151036"/>
                  </a:lnTo>
                  <a:lnTo>
                    <a:pt x="1099279" y="160431"/>
                  </a:lnTo>
                  <a:lnTo>
                    <a:pt x="1054149" y="170051"/>
                  </a:lnTo>
                  <a:lnTo>
                    <a:pt x="1009662" y="179891"/>
                  </a:lnTo>
                  <a:lnTo>
                    <a:pt x="965840" y="189946"/>
                  </a:lnTo>
                  <a:lnTo>
                    <a:pt x="922703" y="200211"/>
                  </a:lnTo>
                  <a:lnTo>
                    <a:pt x="880270" y="210680"/>
                  </a:lnTo>
                  <a:lnTo>
                    <a:pt x="838562" y="221348"/>
                  </a:lnTo>
                  <a:lnTo>
                    <a:pt x="780497" y="236863"/>
                  </a:lnTo>
                  <a:lnTo>
                    <a:pt x="723998" y="252756"/>
                  </a:lnTo>
                  <a:lnTo>
                    <a:pt x="669124" y="269011"/>
                  </a:lnTo>
                  <a:lnTo>
                    <a:pt x="615933" y="285614"/>
                  </a:lnTo>
                  <a:lnTo>
                    <a:pt x="564481" y="302549"/>
                  </a:lnTo>
                  <a:lnTo>
                    <a:pt x="514829" y="319801"/>
                  </a:lnTo>
                  <a:lnTo>
                    <a:pt x="467033" y="337356"/>
                  </a:lnTo>
                  <a:lnTo>
                    <a:pt x="421151" y="355197"/>
                  </a:lnTo>
                  <a:lnTo>
                    <a:pt x="377242" y="373311"/>
                  </a:lnTo>
                  <a:lnTo>
                    <a:pt x="335364" y="391682"/>
                  </a:lnTo>
                  <a:lnTo>
                    <a:pt x="295574" y="410294"/>
                  </a:lnTo>
                  <a:lnTo>
                    <a:pt x="257931" y="429133"/>
                  </a:lnTo>
                  <a:lnTo>
                    <a:pt x="222493" y="448184"/>
                  </a:lnTo>
                  <a:lnTo>
                    <a:pt x="169757" y="479553"/>
                  </a:lnTo>
                  <a:lnTo>
                    <a:pt x="123245" y="511377"/>
                  </a:lnTo>
                  <a:lnTo>
                    <a:pt x="83205" y="543590"/>
                  </a:lnTo>
                  <a:lnTo>
                    <a:pt x="49887" y="576127"/>
                  </a:lnTo>
                  <a:lnTo>
                    <a:pt x="23540" y="608924"/>
                  </a:lnTo>
                  <a:lnTo>
                    <a:pt x="4412" y="641916"/>
                  </a:lnTo>
                  <a:lnTo>
                    <a:pt x="788" y="650186"/>
                  </a:lnTo>
                  <a:lnTo>
                    <a:pt x="0" y="652180"/>
                  </a:lnTo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852434" y="2809876"/>
              <a:ext cx="31115" cy="45720"/>
            </a:xfrm>
            <a:custGeom>
              <a:avLst/>
              <a:gdLst/>
              <a:ahLst/>
              <a:cxnLst/>
              <a:rect l="l" t="t" r="r" b="b"/>
              <a:pathLst>
                <a:path w="31115" h="45719">
                  <a:moveTo>
                    <a:pt x="6966" y="45468"/>
                  </a:moveTo>
                  <a:lnTo>
                    <a:pt x="0" y="0"/>
                  </a:lnTo>
                  <a:lnTo>
                    <a:pt x="30856" y="6159"/>
                  </a:lnTo>
                  <a:lnTo>
                    <a:pt x="6966" y="45468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852434" y="2809876"/>
              <a:ext cx="31115" cy="45720"/>
            </a:xfrm>
            <a:custGeom>
              <a:avLst/>
              <a:gdLst/>
              <a:ahLst/>
              <a:cxnLst/>
              <a:rect l="l" t="t" r="r" b="b"/>
              <a:pathLst>
                <a:path w="31115" h="45719">
                  <a:moveTo>
                    <a:pt x="0" y="0"/>
                  </a:moveTo>
                  <a:lnTo>
                    <a:pt x="6966" y="45468"/>
                  </a:lnTo>
                  <a:lnTo>
                    <a:pt x="30856" y="615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15" name="object 15" descr=""/>
          <p:cNvGraphicFramePr>
            <a:graphicFrameLocks noGrp="1"/>
          </p:cNvGraphicFramePr>
          <p:nvPr/>
        </p:nvGraphicFramePr>
        <p:xfrm>
          <a:off x="740037" y="2863637"/>
          <a:ext cx="8145780" cy="4235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3520"/>
                <a:gridCol w="683895"/>
                <a:gridCol w="309245"/>
                <a:gridCol w="498475"/>
                <a:gridCol w="498475"/>
                <a:gridCol w="825500"/>
                <a:gridCol w="5017770"/>
              </a:tblGrid>
              <a:tr h="4235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189230">
                        <a:lnSpc>
                          <a:spcPct val="100000"/>
                        </a:lnSpc>
                      </a:pPr>
                      <a:r>
                        <a:rPr dirty="0" sz="800">
                          <a:latin typeface="Arial MT"/>
                          <a:cs typeface="Arial MT"/>
                        </a:rPr>
                        <a:t>en</a:t>
                      </a:r>
                      <a:r>
                        <a:rPr dirty="0" sz="8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00" spc="-25">
                          <a:latin typeface="Arial MT"/>
                          <a:cs typeface="Arial MT"/>
                        </a:rPr>
                        <a:t>uso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B="0" marT="28575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E9ED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96520">
                        <a:lnSpc>
                          <a:spcPct val="100000"/>
                        </a:lnSpc>
                      </a:pPr>
                      <a:r>
                        <a:rPr dirty="0" sz="8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en</a:t>
                      </a:r>
                      <a:r>
                        <a:rPr dirty="0" sz="800" spc="-3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00" spc="-2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uso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B="0" marT="28575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E9ED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260350">
                        <a:lnSpc>
                          <a:spcPct val="100000"/>
                        </a:lnSpc>
                      </a:pPr>
                      <a:r>
                        <a:rPr dirty="0" sz="8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en</a:t>
                      </a:r>
                      <a:r>
                        <a:rPr dirty="0" sz="800" spc="-3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00" spc="-2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uso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B="0" marT="28575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E9ED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object 16" descr=""/>
          <p:cNvSpPr txBox="1"/>
          <p:nvPr/>
        </p:nvSpPr>
        <p:spPr>
          <a:xfrm>
            <a:off x="73025" y="63880"/>
            <a:ext cx="3962400" cy="86169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1A1A1A"/>
                </a:solidFill>
                <a:latin typeface="Arial MT"/>
                <a:cs typeface="Arial MT"/>
              </a:rPr>
              <a:t>Reservar</a:t>
            </a:r>
            <a:r>
              <a:rPr dirty="0" sz="1800" spc="-3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1A1A1A"/>
                </a:solidFill>
                <a:latin typeface="Arial MT"/>
                <a:cs typeface="Arial MT"/>
              </a:rPr>
              <a:t>memoria</a:t>
            </a:r>
            <a:r>
              <a:rPr dirty="0" sz="1800" spc="-2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1A1A1A"/>
                </a:solidFill>
                <a:latin typeface="Arial MT"/>
                <a:cs typeface="Arial MT"/>
              </a:rPr>
              <a:t>pidiendo</a:t>
            </a:r>
            <a:r>
              <a:rPr dirty="0" sz="1800" spc="-2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1A1A1A"/>
                </a:solidFill>
                <a:latin typeface="Arial MT"/>
                <a:cs typeface="Arial MT"/>
              </a:rPr>
              <a:t>mas</a:t>
            </a:r>
            <a:r>
              <a:rPr dirty="0" sz="1800" spc="-2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1A1A1A"/>
                </a:solidFill>
                <a:latin typeface="Arial MT"/>
                <a:cs typeface="Arial MT"/>
              </a:rPr>
              <a:t>al</a:t>
            </a:r>
            <a:r>
              <a:rPr dirty="0" sz="1800" spc="-1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800" spc="-25">
                <a:solidFill>
                  <a:srgbClr val="1A1A1A"/>
                </a:solidFill>
                <a:latin typeface="Arial MT"/>
                <a:cs typeface="Arial MT"/>
              </a:rPr>
              <a:t>OS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90"/>
              </a:spcBef>
            </a:pPr>
            <a:endParaRPr sz="1800">
              <a:latin typeface="Arial MT"/>
              <a:cs typeface="Arial MT"/>
            </a:endParaRPr>
          </a:p>
          <a:p>
            <a:pPr marL="558165">
              <a:lnSpc>
                <a:spcPct val="100000"/>
              </a:lnSpc>
            </a:pPr>
            <a:r>
              <a:rPr dirty="0" sz="1800" b="1">
                <a:solidFill>
                  <a:srgbClr val="1A1A1A"/>
                </a:solidFill>
                <a:latin typeface="Courier New"/>
                <a:cs typeface="Courier New"/>
              </a:rPr>
              <a:t>ap</a:t>
            </a:r>
            <a:r>
              <a:rPr dirty="0" sz="1800" spc="-10" b="1">
                <a:solidFill>
                  <a:srgbClr val="1A1A1A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1A1A1A"/>
                </a:solidFill>
                <a:latin typeface="Courier New"/>
                <a:cs typeface="Courier New"/>
              </a:rPr>
              <a:t>=</a:t>
            </a:r>
            <a:r>
              <a:rPr dirty="0" sz="1800" spc="-5" b="1">
                <a:solidFill>
                  <a:srgbClr val="1A1A1A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1A1A1A"/>
                </a:solidFill>
                <a:latin typeface="Courier New"/>
                <a:cs typeface="Courier New"/>
              </a:rPr>
              <a:t>malloc(n)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3969274" y="1215925"/>
            <a:ext cx="1510665" cy="424180"/>
          </a:xfrm>
          <a:prstGeom prst="rect">
            <a:avLst/>
          </a:prstGeom>
          <a:ln w="9524">
            <a:solidFill>
              <a:srgbClr val="1A1A1A"/>
            </a:solidFill>
          </a:ln>
        </p:spPr>
        <p:txBody>
          <a:bodyPr wrap="square" lIns="0" tIns="9969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785"/>
              </a:spcBef>
            </a:pPr>
            <a:r>
              <a:rPr dirty="0" sz="1400" spc="-50">
                <a:solidFill>
                  <a:srgbClr val="999999"/>
                </a:solidFill>
                <a:latin typeface="Arial MT"/>
                <a:cs typeface="Arial MT"/>
              </a:rPr>
              <a:t>n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18" name="object 18" descr=""/>
          <p:cNvGrpSpPr/>
          <p:nvPr/>
        </p:nvGrpSpPr>
        <p:grpSpPr>
          <a:xfrm>
            <a:off x="3781112" y="3343536"/>
            <a:ext cx="5045075" cy="533400"/>
            <a:chOff x="3781112" y="3343536"/>
            <a:chExt cx="5045075" cy="533400"/>
          </a:xfrm>
        </p:grpSpPr>
        <p:sp>
          <p:nvSpPr>
            <p:cNvPr id="19" name="object 19" descr=""/>
            <p:cNvSpPr/>
            <p:nvPr/>
          </p:nvSpPr>
          <p:spPr>
            <a:xfrm>
              <a:off x="8804175" y="3391524"/>
              <a:ext cx="0" cy="485775"/>
            </a:xfrm>
            <a:custGeom>
              <a:avLst/>
              <a:gdLst/>
              <a:ahLst/>
              <a:cxnLst/>
              <a:rect l="l" t="t" r="r" b="b"/>
              <a:pathLst>
                <a:path w="0" h="485775">
                  <a:moveTo>
                    <a:pt x="0" y="485249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8788442" y="3348299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4" y="43225"/>
                  </a:moveTo>
                  <a:lnTo>
                    <a:pt x="0" y="43225"/>
                  </a:lnTo>
                  <a:lnTo>
                    <a:pt x="15732" y="0"/>
                  </a:lnTo>
                  <a:lnTo>
                    <a:pt x="31464" y="43225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8788442" y="3348299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4" y="43225"/>
                  </a:moveTo>
                  <a:lnTo>
                    <a:pt x="15732" y="0"/>
                  </a:lnTo>
                  <a:lnTo>
                    <a:pt x="0" y="43225"/>
                  </a:lnTo>
                  <a:lnTo>
                    <a:pt x="31464" y="43225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3785875" y="3444399"/>
              <a:ext cx="5035550" cy="224154"/>
            </a:xfrm>
            <a:custGeom>
              <a:avLst/>
              <a:gdLst/>
              <a:ahLst/>
              <a:cxnLst/>
              <a:rect l="l" t="t" r="r" b="b"/>
              <a:pathLst>
                <a:path w="5035550" h="224154">
                  <a:moveTo>
                    <a:pt x="5035199" y="0"/>
                  </a:moveTo>
                  <a:lnTo>
                    <a:pt x="5026406" y="43556"/>
                  </a:lnTo>
                  <a:lnTo>
                    <a:pt x="5002425" y="79125"/>
                  </a:lnTo>
                  <a:lnTo>
                    <a:pt x="4966856" y="103106"/>
                  </a:lnTo>
                  <a:lnTo>
                    <a:pt x="4923299" y="111899"/>
                  </a:lnTo>
                  <a:lnTo>
                    <a:pt x="2629499" y="111899"/>
                  </a:lnTo>
                  <a:lnTo>
                    <a:pt x="2585943" y="120693"/>
                  </a:lnTo>
                  <a:lnTo>
                    <a:pt x="2550374" y="144674"/>
                  </a:lnTo>
                  <a:lnTo>
                    <a:pt x="2526393" y="180243"/>
                  </a:lnTo>
                  <a:lnTo>
                    <a:pt x="2517599" y="223799"/>
                  </a:lnTo>
                  <a:lnTo>
                    <a:pt x="2508806" y="180243"/>
                  </a:lnTo>
                  <a:lnTo>
                    <a:pt x="2484825" y="144674"/>
                  </a:lnTo>
                  <a:lnTo>
                    <a:pt x="2449256" y="120693"/>
                  </a:lnTo>
                  <a:lnTo>
                    <a:pt x="2405699" y="111899"/>
                  </a:lnTo>
                  <a:lnTo>
                    <a:pt x="111899" y="111899"/>
                  </a:lnTo>
                  <a:lnTo>
                    <a:pt x="68343" y="103106"/>
                  </a:lnTo>
                  <a:lnTo>
                    <a:pt x="32774" y="79125"/>
                  </a:lnTo>
                  <a:lnTo>
                    <a:pt x="8793" y="43556"/>
                  </a:lnTo>
                  <a:lnTo>
                    <a:pt x="0" y="0"/>
                  </a:lnTo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 descr=""/>
          <p:cNvSpPr txBox="1"/>
          <p:nvPr/>
        </p:nvSpPr>
        <p:spPr>
          <a:xfrm>
            <a:off x="8597600" y="3940655"/>
            <a:ext cx="3295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 i="1">
                <a:solidFill>
                  <a:srgbClr val="1A1A1A"/>
                </a:solidFill>
                <a:latin typeface="Times New Roman"/>
                <a:cs typeface="Times New Roman"/>
              </a:rPr>
              <a:t>brk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5399117" y="3732081"/>
            <a:ext cx="179197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1A1A1A"/>
                </a:solidFill>
                <a:latin typeface="Arial MT"/>
                <a:cs typeface="Arial MT"/>
              </a:rPr>
              <a:t>coalesce</a:t>
            </a:r>
            <a:r>
              <a:rPr dirty="0" sz="1800" spc="-4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1A1A1A"/>
                </a:solidFill>
                <a:latin typeface="Arial MT"/>
                <a:cs typeface="Arial MT"/>
              </a:rPr>
              <a:t>bloques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847672" y="2156012"/>
            <a:ext cx="5452745" cy="717550"/>
            <a:chOff x="847672" y="2156012"/>
            <a:chExt cx="5452745" cy="717550"/>
          </a:xfrm>
        </p:grpSpPr>
        <p:sp>
          <p:nvSpPr>
            <p:cNvPr id="3" name="object 3" descr=""/>
            <p:cNvSpPr/>
            <p:nvPr/>
          </p:nvSpPr>
          <p:spPr>
            <a:xfrm>
              <a:off x="856700" y="2630275"/>
              <a:ext cx="934719" cy="238125"/>
            </a:xfrm>
            <a:custGeom>
              <a:avLst/>
              <a:gdLst/>
              <a:ahLst/>
              <a:cxnLst/>
              <a:rect l="l" t="t" r="r" b="b"/>
              <a:pathLst>
                <a:path w="934719" h="238125">
                  <a:moveTo>
                    <a:pt x="0" y="238124"/>
                  </a:moveTo>
                  <a:lnTo>
                    <a:pt x="18699" y="179139"/>
                  </a:lnTo>
                  <a:lnTo>
                    <a:pt x="70399" y="123455"/>
                  </a:lnTo>
                  <a:lnTo>
                    <a:pt x="106562" y="97886"/>
                  </a:lnTo>
                  <a:lnTo>
                    <a:pt x="148499" y="74385"/>
                  </a:lnTo>
                  <a:lnTo>
                    <a:pt x="195387" y="53367"/>
                  </a:lnTo>
                  <a:lnTo>
                    <a:pt x="246399" y="35244"/>
                  </a:lnTo>
                  <a:lnTo>
                    <a:pt x="300712" y="20432"/>
                  </a:lnTo>
                  <a:lnTo>
                    <a:pt x="357499" y="9344"/>
                  </a:lnTo>
                  <a:lnTo>
                    <a:pt x="415937" y="2395"/>
                  </a:lnTo>
                  <a:lnTo>
                    <a:pt x="475199" y="0"/>
                  </a:lnTo>
                  <a:lnTo>
                    <a:pt x="526027" y="1797"/>
                  </a:lnTo>
                  <a:lnTo>
                    <a:pt x="576335" y="6983"/>
                  </a:lnTo>
                  <a:lnTo>
                    <a:pt x="625604" y="15298"/>
                  </a:lnTo>
                  <a:lnTo>
                    <a:pt x="673315" y="26480"/>
                  </a:lnTo>
                  <a:lnTo>
                    <a:pt x="718947" y="40270"/>
                  </a:lnTo>
                  <a:lnTo>
                    <a:pt x="761982" y="56406"/>
                  </a:lnTo>
                  <a:lnTo>
                    <a:pt x="801899" y="74629"/>
                  </a:lnTo>
                  <a:lnTo>
                    <a:pt x="862692" y="110756"/>
                  </a:lnTo>
                  <a:lnTo>
                    <a:pt x="909562" y="151078"/>
                  </a:lnTo>
                  <a:lnTo>
                    <a:pt x="933904" y="183233"/>
                  </a:lnTo>
                  <a:lnTo>
                    <a:pt x="934283" y="183894"/>
                  </a:lnTo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1775888" y="2809732"/>
              <a:ext cx="30480" cy="46355"/>
            </a:xfrm>
            <a:custGeom>
              <a:avLst/>
              <a:gdLst/>
              <a:ahLst/>
              <a:cxnLst/>
              <a:rect l="l" t="t" r="r" b="b"/>
              <a:pathLst>
                <a:path w="30480" h="46355">
                  <a:moveTo>
                    <a:pt x="27284" y="45907"/>
                  </a:moveTo>
                  <a:lnTo>
                    <a:pt x="0" y="8873"/>
                  </a:lnTo>
                  <a:lnTo>
                    <a:pt x="30188" y="0"/>
                  </a:lnTo>
                  <a:lnTo>
                    <a:pt x="27284" y="45907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775888" y="2809732"/>
              <a:ext cx="30480" cy="46355"/>
            </a:xfrm>
            <a:custGeom>
              <a:avLst/>
              <a:gdLst/>
              <a:ahLst/>
              <a:cxnLst/>
              <a:rect l="l" t="t" r="r" b="b"/>
              <a:pathLst>
                <a:path w="30480" h="46355">
                  <a:moveTo>
                    <a:pt x="0" y="8873"/>
                  </a:moveTo>
                  <a:lnTo>
                    <a:pt x="27284" y="45907"/>
                  </a:lnTo>
                  <a:lnTo>
                    <a:pt x="30188" y="0"/>
                  </a:lnTo>
                  <a:lnTo>
                    <a:pt x="0" y="8873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807172" y="2630275"/>
              <a:ext cx="888365" cy="238125"/>
            </a:xfrm>
            <a:custGeom>
              <a:avLst/>
              <a:gdLst/>
              <a:ahLst/>
              <a:cxnLst/>
              <a:rect l="l" t="t" r="r" b="b"/>
              <a:pathLst>
                <a:path w="888364" h="238125">
                  <a:moveTo>
                    <a:pt x="0" y="238124"/>
                  </a:moveTo>
                  <a:lnTo>
                    <a:pt x="17773" y="179139"/>
                  </a:lnTo>
                  <a:lnTo>
                    <a:pt x="66911" y="123455"/>
                  </a:lnTo>
                  <a:lnTo>
                    <a:pt x="101281" y="97886"/>
                  </a:lnTo>
                  <a:lnTo>
                    <a:pt x="141140" y="74385"/>
                  </a:lnTo>
                  <a:lnTo>
                    <a:pt x="185704" y="53367"/>
                  </a:lnTo>
                  <a:lnTo>
                    <a:pt x="234188" y="35244"/>
                  </a:lnTo>
                  <a:lnTo>
                    <a:pt x="285809" y="20432"/>
                  </a:lnTo>
                  <a:lnTo>
                    <a:pt x="339782" y="9344"/>
                  </a:lnTo>
                  <a:lnTo>
                    <a:pt x="395324" y="2395"/>
                  </a:lnTo>
                  <a:lnTo>
                    <a:pt x="451649" y="0"/>
                  </a:lnTo>
                  <a:lnTo>
                    <a:pt x="507975" y="2433"/>
                  </a:lnTo>
                  <a:lnTo>
                    <a:pt x="563517" y="9420"/>
                  </a:lnTo>
                  <a:lnTo>
                    <a:pt x="617490" y="20547"/>
                  </a:lnTo>
                  <a:lnTo>
                    <a:pt x="669111" y="35400"/>
                  </a:lnTo>
                  <a:lnTo>
                    <a:pt x="717595" y="53565"/>
                  </a:lnTo>
                  <a:lnTo>
                    <a:pt x="762159" y="74629"/>
                  </a:lnTo>
                  <a:lnTo>
                    <a:pt x="819938" y="110756"/>
                  </a:lnTo>
                  <a:lnTo>
                    <a:pt x="864486" y="151078"/>
                  </a:lnTo>
                  <a:lnTo>
                    <a:pt x="887621" y="183233"/>
                  </a:lnTo>
                  <a:lnTo>
                    <a:pt x="887873" y="183696"/>
                  </a:lnTo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2679897" y="2809724"/>
              <a:ext cx="30480" cy="46355"/>
            </a:xfrm>
            <a:custGeom>
              <a:avLst/>
              <a:gdLst/>
              <a:ahLst/>
              <a:cxnLst/>
              <a:rect l="l" t="t" r="r" b="b"/>
              <a:pathLst>
                <a:path w="30480" h="46355">
                  <a:moveTo>
                    <a:pt x="26816" y="45867"/>
                  </a:moveTo>
                  <a:lnTo>
                    <a:pt x="0" y="8493"/>
                  </a:lnTo>
                  <a:lnTo>
                    <a:pt x="30297" y="0"/>
                  </a:lnTo>
                  <a:lnTo>
                    <a:pt x="26816" y="45867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2679897" y="2809724"/>
              <a:ext cx="30480" cy="46355"/>
            </a:xfrm>
            <a:custGeom>
              <a:avLst/>
              <a:gdLst/>
              <a:ahLst/>
              <a:cxnLst/>
              <a:rect l="l" t="t" r="r" b="b"/>
              <a:pathLst>
                <a:path w="30480" h="46355">
                  <a:moveTo>
                    <a:pt x="0" y="8493"/>
                  </a:moveTo>
                  <a:lnTo>
                    <a:pt x="26816" y="45867"/>
                  </a:lnTo>
                  <a:lnTo>
                    <a:pt x="30297" y="0"/>
                  </a:lnTo>
                  <a:lnTo>
                    <a:pt x="0" y="8493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2710413" y="2630275"/>
              <a:ext cx="3547110" cy="238125"/>
            </a:xfrm>
            <a:custGeom>
              <a:avLst/>
              <a:gdLst/>
              <a:ahLst/>
              <a:cxnLst/>
              <a:rect l="l" t="t" r="r" b="b"/>
              <a:pathLst>
                <a:path w="3547110" h="238125">
                  <a:moveTo>
                    <a:pt x="0" y="238124"/>
                  </a:moveTo>
                  <a:lnTo>
                    <a:pt x="28744" y="200662"/>
                  </a:lnTo>
                  <a:lnTo>
                    <a:pt x="63499" y="182190"/>
                  </a:lnTo>
                  <a:lnTo>
                    <a:pt x="110796" y="164030"/>
                  </a:lnTo>
                  <a:lnTo>
                    <a:pt x="169853" y="146286"/>
                  </a:lnTo>
                  <a:lnTo>
                    <a:pt x="239885" y="129063"/>
                  </a:lnTo>
                  <a:lnTo>
                    <a:pt x="278772" y="120679"/>
                  </a:lnTo>
                  <a:lnTo>
                    <a:pt x="320109" y="112464"/>
                  </a:lnTo>
                  <a:lnTo>
                    <a:pt x="363797" y="104431"/>
                  </a:lnTo>
                  <a:lnTo>
                    <a:pt x="409739" y="96594"/>
                  </a:lnTo>
                  <a:lnTo>
                    <a:pt x="457837" y="88966"/>
                  </a:lnTo>
                  <a:lnTo>
                    <a:pt x="507993" y="81558"/>
                  </a:lnTo>
                  <a:lnTo>
                    <a:pt x="560109" y="74385"/>
                  </a:lnTo>
                  <a:lnTo>
                    <a:pt x="614087" y="67460"/>
                  </a:lnTo>
                  <a:lnTo>
                    <a:pt x="669828" y="60795"/>
                  </a:lnTo>
                  <a:lnTo>
                    <a:pt x="727235" y="54404"/>
                  </a:lnTo>
                  <a:lnTo>
                    <a:pt x="786211" y="48300"/>
                  </a:lnTo>
                  <a:lnTo>
                    <a:pt x="846656" y="42495"/>
                  </a:lnTo>
                  <a:lnTo>
                    <a:pt x="908473" y="37003"/>
                  </a:lnTo>
                  <a:lnTo>
                    <a:pt x="971564" y="31837"/>
                  </a:lnTo>
                  <a:lnTo>
                    <a:pt x="1035830" y="27009"/>
                  </a:lnTo>
                  <a:lnTo>
                    <a:pt x="1101175" y="22534"/>
                  </a:lnTo>
                  <a:lnTo>
                    <a:pt x="1167500" y="18423"/>
                  </a:lnTo>
                  <a:lnTo>
                    <a:pt x="1234706" y="14690"/>
                  </a:lnTo>
                  <a:lnTo>
                    <a:pt x="1302697" y="11348"/>
                  </a:lnTo>
                  <a:lnTo>
                    <a:pt x="1371373" y="8411"/>
                  </a:lnTo>
                  <a:lnTo>
                    <a:pt x="1440638" y="5890"/>
                  </a:lnTo>
                  <a:lnTo>
                    <a:pt x="1510392" y="3799"/>
                  </a:lnTo>
                  <a:lnTo>
                    <a:pt x="1580539" y="2152"/>
                  </a:lnTo>
                  <a:lnTo>
                    <a:pt x="1650979" y="961"/>
                  </a:lnTo>
                  <a:lnTo>
                    <a:pt x="1721615" y="239"/>
                  </a:lnTo>
                  <a:lnTo>
                    <a:pt x="1792350" y="0"/>
                  </a:lnTo>
                  <a:lnTo>
                    <a:pt x="1848352" y="158"/>
                  </a:lnTo>
                  <a:lnTo>
                    <a:pt x="1904307" y="621"/>
                  </a:lnTo>
                  <a:lnTo>
                    <a:pt x="1960164" y="1381"/>
                  </a:lnTo>
                  <a:lnTo>
                    <a:pt x="2015875" y="2433"/>
                  </a:lnTo>
                  <a:lnTo>
                    <a:pt x="2071391" y="3769"/>
                  </a:lnTo>
                  <a:lnTo>
                    <a:pt x="2126665" y="5383"/>
                  </a:lnTo>
                  <a:lnTo>
                    <a:pt x="2181647" y="7269"/>
                  </a:lnTo>
                  <a:lnTo>
                    <a:pt x="2236288" y="9420"/>
                  </a:lnTo>
                  <a:lnTo>
                    <a:pt x="2290541" y="11830"/>
                  </a:lnTo>
                  <a:lnTo>
                    <a:pt x="2344356" y="14492"/>
                  </a:lnTo>
                  <a:lnTo>
                    <a:pt x="2397684" y="17399"/>
                  </a:lnTo>
                  <a:lnTo>
                    <a:pt x="2450478" y="20547"/>
                  </a:lnTo>
                  <a:lnTo>
                    <a:pt x="2502689" y="23927"/>
                  </a:lnTo>
                  <a:lnTo>
                    <a:pt x="2554267" y="27533"/>
                  </a:lnTo>
                  <a:lnTo>
                    <a:pt x="2605165" y="31360"/>
                  </a:lnTo>
                  <a:lnTo>
                    <a:pt x="2655333" y="35400"/>
                  </a:lnTo>
                  <a:lnTo>
                    <a:pt x="2704723" y="39646"/>
                  </a:lnTo>
                  <a:lnTo>
                    <a:pt x="2753287" y="44094"/>
                  </a:lnTo>
                  <a:lnTo>
                    <a:pt x="2800976" y="48736"/>
                  </a:lnTo>
                  <a:lnTo>
                    <a:pt x="2847741" y="53565"/>
                  </a:lnTo>
                  <a:lnTo>
                    <a:pt x="2893533" y="58575"/>
                  </a:lnTo>
                  <a:lnTo>
                    <a:pt x="2938305" y="63761"/>
                  </a:lnTo>
                  <a:lnTo>
                    <a:pt x="2982007" y="69114"/>
                  </a:lnTo>
                  <a:lnTo>
                    <a:pt x="3024590" y="74629"/>
                  </a:lnTo>
                  <a:lnTo>
                    <a:pt x="3086263" y="83191"/>
                  </a:lnTo>
                  <a:lnTo>
                    <a:pt x="3145145" y="92081"/>
                  </a:lnTo>
                  <a:lnTo>
                    <a:pt x="3201074" y="101276"/>
                  </a:lnTo>
                  <a:lnTo>
                    <a:pt x="3253885" y="110756"/>
                  </a:lnTo>
                  <a:lnTo>
                    <a:pt x="3303414" y="120498"/>
                  </a:lnTo>
                  <a:lnTo>
                    <a:pt x="3349498" y="130480"/>
                  </a:lnTo>
                  <a:lnTo>
                    <a:pt x="3391971" y="140681"/>
                  </a:lnTo>
                  <a:lnTo>
                    <a:pt x="3430670" y="151078"/>
                  </a:lnTo>
                  <a:lnTo>
                    <a:pt x="3496089" y="172376"/>
                  </a:lnTo>
                  <a:lnTo>
                    <a:pt x="3544442" y="194200"/>
                  </a:lnTo>
                  <a:lnTo>
                    <a:pt x="3547067" y="195714"/>
                  </a:lnTo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6245641" y="2815629"/>
              <a:ext cx="40640" cy="43180"/>
            </a:xfrm>
            <a:custGeom>
              <a:avLst/>
              <a:gdLst/>
              <a:ahLst/>
              <a:cxnLst/>
              <a:rect l="l" t="t" r="r" b="b"/>
              <a:pathLst>
                <a:path w="40639" h="43180">
                  <a:moveTo>
                    <a:pt x="40303" y="42890"/>
                  </a:moveTo>
                  <a:lnTo>
                    <a:pt x="0" y="20719"/>
                  </a:lnTo>
                  <a:lnTo>
                    <a:pt x="23680" y="0"/>
                  </a:lnTo>
                  <a:lnTo>
                    <a:pt x="40303" y="42890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6245641" y="2815629"/>
              <a:ext cx="40640" cy="43180"/>
            </a:xfrm>
            <a:custGeom>
              <a:avLst/>
              <a:gdLst/>
              <a:ahLst/>
              <a:cxnLst/>
              <a:rect l="l" t="t" r="r" b="b"/>
              <a:pathLst>
                <a:path w="40639" h="43180">
                  <a:moveTo>
                    <a:pt x="0" y="20719"/>
                  </a:moveTo>
                  <a:lnTo>
                    <a:pt x="40303" y="42890"/>
                  </a:lnTo>
                  <a:lnTo>
                    <a:pt x="23680" y="0"/>
                  </a:lnTo>
                  <a:lnTo>
                    <a:pt x="0" y="20719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867862" y="2160775"/>
              <a:ext cx="5427345" cy="708025"/>
            </a:xfrm>
            <a:custGeom>
              <a:avLst/>
              <a:gdLst/>
              <a:ahLst/>
              <a:cxnLst/>
              <a:rect l="l" t="t" r="r" b="b"/>
              <a:pathLst>
                <a:path w="5427345" h="708025">
                  <a:moveTo>
                    <a:pt x="5427212" y="707624"/>
                  </a:moveTo>
                  <a:lnTo>
                    <a:pt x="5417508" y="655464"/>
                  </a:lnTo>
                  <a:lnTo>
                    <a:pt x="5400556" y="620815"/>
                  </a:lnTo>
                  <a:lnTo>
                    <a:pt x="5375554" y="586352"/>
                  </a:lnTo>
                  <a:lnTo>
                    <a:pt x="5342790" y="552151"/>
                  </a:lnTo>
                  <a:lnTo>
                    <a:pt x="5302549" y="518286"/>
                  </a:lnTo>
                  <a:lnTo>
                    <a:pt x="5255121" y="484833"/>
                  </a:lnTo>
                  <a:lnTo>
                    <a:pt x="5200792" y="451866"/>
                  </a:lnTo>
                  <a:lnTo>
                    <a:pt x="5139851" y="419460"/>
                  </a:lnTo>
                  <a:lnTo>
                    <a:pt x="5072584" y="387689"/>
                  </a:lnTo>
                  <a:lnTo>
                    <a:pt x="5036668" y="372066"/>
                  </a:lnTo>
                  <a:lnTo>
                    <a:pt x="4999279" y="356630"/>
                  </a:lnTo>
                  <a:lnTo>
                    <a:pt x="4960452" y="341390"/>
                  </a:lnTo>
                  <a:lnTo>
                    <a:pt x="4920224" y="326356"/>
                  </a:lnTo>
                  <a:lnTo>
                    <a:pt x="4878630" y="311537"/>
                  </a:lnTo>
                  <a:lnTo>
                    <a:pt x="4835706" y="296943"/>
                  </a:lnTo>
                  <a:lnTo>
                    <a:pt x="4791488" y="282582"/>
                  </a:lnTo>
                  <a:lnTo>
                    <a:pt x="4746013" y="268465"/>
                  </a:lnTo>
                  <a:lnTo>
                    <a:pt x="4699315" y="254600"/>
                  </a:lnTo>
                  <a:lnTo>
                    <a:pt x="4651432" y="240997"/>
                  </a:lnTo>
                  <a:lnTo>
                    <a:pt x="4602398" y="227665"/>
                  </a:lnTo>
                  <a:lnTo>
                    <a:pt x="4552251" y="214614"/>
                  </a:lnTo>
                  <a:lnTo>
                    <a:pt x="4501025" y="201853"/>
                  </a:lnTo>
                  <a:lnTo>
                    <a:pt x="4448757" y="189392"/>
                  </a:lnTo>
                  <a:lnTo>
                    <a:pt x="4395482" y="177239"/>
                  </a:lnTo>
                  <a:lnTo>
                    <a:pt x="4341238" y="165404"/>
                  </a:lnTo>
                  <a:lnTo>
                    <a:pt x="4286058" y="153896"/>
                  </a:lnTo>
                  <a:lnTo>
                    <a:pt x="4229981" y="142726"/>
                  </a:lnTo>
                  <a:lnTo>
                    <a:pt x="4173040" y="131901"/>
                  </a:lnTo>
                  <a:lnTo>
                    <a:pt x="4115273" y="121432"/>
                  </a:lnTo>
                  <a:lnTo>
                    <a:pt x="4056716" y="111328"/>
                  </a:lnTo>
                  <a:lnTo>
                    <a:pt x="3997404" y="101598"/>
                  </a:lnTo>
                  <a:lnTo>
                    <a:pt x="3937373" y="92252"/>
                  </a:lnTo>
                  <a:lnTo>
                    <a:pt x="3876659" y="83299"/>
                  </a:lnTo>
                  <a:lnTo>
                    <a:pt x="3815298" y="74748"/>
                  </a:lnTo>
                  <a:lnTo>
                    <a:pt x="3753326" y="66608"/>
                  </a:lnTo>
                  <a:lnTo>
                    <a:pt x="3690779" y="58890"/>
                  </a:lnTo>
                  <a:lnTo>
                    <a:pt x="3627693" y="51602"/>
                  </a:lnTo>
                  <a:lnTo>
                    <a:pt x="3564104" y="44753"/>
                  </a:lnTo>
                  <a:lnTo>
                    <a:pt x="3500048" y="38354"/>
                  </a:lnTo>
                  <a:lnTo>
                    <a:pt x="3435560" y="32413"/>
                  </a:lnTo>
                  <a:lnTo>
                    <a:pt x="3370677" y="26941"/>
                  </a:lnTo>
                  <a:lnTo>
                    <a:pt x="3305435" y="21945"/>
                  </a:lnTo>
                  <a:lnTo>
                    <a:pt x="3239869" y="17436"/>
                  </a:lnTo>
                  <a:lnTo>
                    <a:pt x="3174016" y="13422"/>
                  </a:lnTo>
                  <a:lnTo>
                    <a:pt x="3107911" y="9914"/>
                  </a:lnTo>
                  <a:lnTo>
                    <a:pt x="3041591" y="6921"/>
                  </a:lnTo>
                  <a:lnTo>
                    <a:pt x="2975091" y="4451"/>
                  </a:lnTo>
                  <a:lnTo>
                    <a:pt x="2908447" y="2515"/>
                  </a:lnTo>
                  <a:lnTo>
                    <a:pt x="2841695" y="1121"/>
                  </a:lnTo>
                  <a:lnTo>
                    <a:pt x="2774871" y="280"/>
                  </a:lnTo>
                  <a:lnTo>
                    <a:pt x="2708012" y="0"/>
                  </a:lnTo>
                  <a:lnTo>
                    <a:pt x="2652896" y="196"/>
                  </a:lnTo>
                  <a:lnTo>
                    <a:pt x="2597801" y="774"/>
                  </a:lnTo>
                  <a:lnTo>
                    <a:pt x="2542745" y="1730"/>
                  </a:lnTo>
                  <a:lnTo>
                    <a:pt x="2487751" y="3058"/>
                  </a:lnTo>
                  <a:lnTo>
                    <a:pt x="2432836" y="4753"/>
                  </a:lnTo>
                  <a:lnTo>
                    <a:pt x="2378023" y="6810"/>
                  </a:lnTo>
                  <a:lnTo>
                    <a:pt x="2323330" y="9223"/>
                  </a:lnTo>
                  <a:lnTo>
                    <a:pt x="2268778" y="11987"/>
                  </a:lnTo>
                  <a:lnTo>
                    <a:pt x="2214387" y="15097"/>
                  </a:lnTo>
                  <a:lnTo>
                    <a:pt x="2160178" y="18548"/>
                  </a:lnTo>
                  <a:lnTo>
                    <a:pt x="2106169" y="22334"/>
                  </a:lnTo>
                  <a:lnTo>
                    <a:pt x="2052382" y="26451"/>
                  </a:lnTo>
                  <a:lnTo>
                    <a:pt x="1998837" y="30892"/>
                  </a:lnTo>
                  <a:lnTo>
                    <a:pt x="1945553" y="35653"/>
                  </a:lnTo>
                  <a:lnTo>
                    <a:pt x="1892552" y="40729"/>
                  </a:lnTo>
                  <a:lnTo>
                    <a:pt x="1839852" y="46114"/>
                  </a:lnTo>
                  <a:lnTo>
                    <a:pt x="1787474" y="51803"/>
                  </a:lnTo>
                  <a:lnTo>
                    <a:pt x="1735438" y="57790"/>
                  </a:lnTo>
                  <a:lnTo>
                    <a:pt x="1683765" y="64071"/>
                  </a:lnTo>
                  <a:lnTo>
                    <a:pt x="1632475" y="70640"/>
                  </a:lnTo>
                  <a:lnTo>
                    <a:pt x="1581587" y="77493"/>
                  </a:lnTo>
                  <a:lnTo>
                    <a:pt x="1531121" y="84623"/>
                  </a:lnTo>
                  <a:lnTo>
                    <a:pt x="1481099" y="92026"/>
                  </a:lnTo>
                  <a:lnTo>
                    <a:pt x="1431540" y="99696"/>
                  </a:lnTo>
                  <a:lnTo>
                    <a:pt x="1382463" y="107628"/>
                  </a:lnTo>
                  <a:lnTo>
                    <a:pt x="1333890" y="115817"/>
                  </a:lnTo>
                  <a:lnTo>
                    <a:pt x="1285841" y="124257"/>
                  </a:lnTo>
                  <a:lnTo>
                    <a:pt x="1238335" y="132944"/>
                  </a:lnTo>
                  <a:lnTo>
                    <a:pt x="1191392" y="141872"/>
                  </a:lnTo>
                  <a:lnTo>
                    <a:pt x="1145034" y="151036"/>
                  </a:lnTo>
                  <a:lnTo>
                    <a:pt x="1099279" y="160431"/>
                  </a:lnTo>
                  <a:lnTo>
                    <a:pt x="1054149" y="170051"/>
                  </a:lnTo>
                  <a:lnTo>
                    <a:pt x="1009662" y="179891"/>
                  </a:lnTo>
                  <a:lnTo>
                    <a:pt x="965840" y="189946"/>
                  </a:lnTo>
                  <a:lnTo>
                    <a:pt x="922703" y="200211"/>
                  </a:lnTo>
                  <a:lnTo>
                    <a:pt x="880270" y="210680"/>
                  </a:lnTo>
                  <a:lnTo>
                    <a:pt x="838562" y="221348"/>
                  </a:lnTo>
                  <a:lnTo>
                    <a:pt x="780497" y="236863"/>
                  </a:lnTo>
                  <a:lnTo>
                    <a:pt x="723998" y="252756"/>
                  </a:lnTo>
                  <a:lnTo>
                    <a:pt x="669124" y="269011"/>
                  </a:lnTo>
                  <a:lnTo>
                    <a:pt x="615933" y="285614"/>
                  </a:lnTo>
                  <a:lnTo>
                    <a:pt x="564481" y="302549"/>
                  </a:lnTo>
                  <a:lnTo>
                    <a:pt x="514829" y="319801"/>
                  </a:lnTo>
                  <a:lnTo>
                    <a:pt x="467033" y="337356"/>
                  </a:lnTo>
                  <a:lnTo>
                    <a:pt x="421151" y="355197"/>
                  </a:lnTo>
                  <a:lnTo>
                    <a:pt x="377242" y="373311"/>
                  </a:lnTo>
                  <a:lnTo>
                    <a:pt x="335364" y="391682"/>
                  </a:lnTo>
                  <a:lnTo>
                    <a:pt x="295574" y="410294"/>
                  </a:lnTo>
                  <a:lnTo>
                    <a:pt x="257931" y="429133"/>
                  </a:lnTo>
                  <a:lnTo>
                    <a:pt x="222493" y="448184"/>
                  </a:lnTo>
                  <a:lnTo>
                    <a:pt x="169757" y="479553"/>
                  </a:lnTo>
                  <a:lnTo>
                    <a:pt x="123245" y="511377"/>
                  </a:lnTo>
                  <a:lnTo>
                    <a:pt x="83205" y="543590"/>
                  </a:lnTo>
                  <a:lnTo>
                    <a:pt x="49887" y="576127"/>
                  </a:lnTo>
                  <a:lnTo>
                    <a:pt x="23540" y="608924"/>
                  </a:lnTo>
                  <a:lnTo>
                    <a:pt x="4412" y="641916"/>
                  </a:lnTo>
                  <a:lnTo>
                    <a:pt x="788" y="650186"/>
                  </a:lnTo>
                  <a:lnTo>
                    <a:pt x="0" y="652180"/>
                  </a:lnTo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852434" y="2809876"/>
              <a:ext cx="31115" cy="45720"/>
            </a:xfrm>
            <a:custGeom>
              <a:avLst/>
              <a:gdLst/>
              <a:ahLst/>
              <a:cxnLst/>
              <a:rect l="l" t="t" r="r" b="b"/>
              <a:pathLst>
                <a:path w="31115" h="45719">
                  <a:moveTo>
                    <a:pt x="6966" y="45468"/>
                  </a:moveTo>
                  <a:lnTo>
                    <a:pt x="0" y="0"/>
                  </a:lnTo>
                  <a:lnTo>
                    <a:pt x="30856" y="6159"/>
                  </a:lnTo>
                  <a:lnTo>
                    <a:pt x="6966" y="45468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852434" y="2809876"/>
              <a:ext cx="31115" cy="45720"/>
            </a:xfrm>
            <a:custGeom>
              <a:avLst/>
              <a:gdLst/>
              <a:ahLst/>
              <a:cxnLst/>
              <a:rect l="l" t="t" r="r" b="b"/>
              <a:pathLst>
                <a:path w="31115" h="45719">
                  <a:moveTo>
                    <a:pt x="0" y="0"/>
                  </a:moveTo>
                  <a:lnTo>
                    <a:pt x="6966" y="45468"/>
                  </a:lnTo>
                  <a:lnTo>
                    <a:pt x="30856" y="615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15" name="object 15" descr=""/>
          <p:cNvGraphicFramePr>
            <a:graphicFrameLocks noGrp="1"/>
          </p:cNvGraphicFramePr>
          <p:nvPr/>
        </p:nvGraphicFramePr>
        <p:xfrm>
          <a:off x="739987" y="2863637"/>
          <a:ext cx="8145780" cy="4235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3520"/>
                <a:gridCol w="683895"/>
                <a:gridCol w="309245"/>
                <a:gridCol w="498475"/>
                <a:gridCol w="498475"/>
                <a:gridCol w="825500"/>
                <a:gridCol w="3507105"/>
                <a:gridCol w="1510029"/>
              </a:tblGrid>
              <a:tr h="4235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189230">
                        <a:lnSpc>
                          <a:spcPct val="100000"/>
                        </a:lnSpc>
                      </a:pPr>
                      <a:r>
                        <a:rPr dirty="0" sz="800">
                          <a:latin typeface="Arial MT"/>
                          <a:cs typeface="Arial MT"/>
                        </a:rPr>
                        <a:t>en</a:t>
                      </a:r>
                      <a:r>
                        <a:rPr dirty="0" sz="8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00" spc="-25">
                          <a:latin typeface="Arial MT"/>
                          <a:cs typeface="Arial MT"/>
                        </a:rPr>
                        <a:t>uso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B="0" marT="28575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E9ED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96520">
                        <a:lnSpc>
                          <a:spcPct val="100000"/>
                        </a:lnSpc>
                      </a:pPr>
                      <a:r>
                        <a:rPr dirty="0" sz="8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en</a:t>
                      </a:r>
                      <a:r>
                        <a:rPr dirty="0" sz="800" spc="-3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00" spc="-2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uso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B="0" marT="28575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E9ED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260350">
                        <a:lnSpc>
                          <a:spcPct val="100000"/>
                        </a:lnSpc>
                      </a:pPr>
                      <a:r>
                        <a:rPr dirty="0" sz="8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en</a:t>
                      </a:r>
                      <a:r>
                        <a:rPr dirty="0" sz="800" spc="-3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00" spc="-2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uso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B="0" marT="28575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E9ED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ysDash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1400" spc="-50">
                          <a:solidFill>
                            <a:srgbClr val="999999"/>
                          </a:solidFill>
                          <a:latin typeface="Arial MT"/>
                          <a:cs typeface="Arial MT"/>
                        </a:rPr>
                        <a:t>n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99695">
                    <a:lnL w="9525">
                      <a:solidFill>
                        <a:srgbClr val="1A1A1A"/>
                      </a:solidFill>
                      <a:prstDash val="sysDash"/>
                    </a:lnL>
                    <a:lnR w="9525">
                      <a:solidFill>
                        <a:srgbClr val="1A1A1A"/>
                      </a:solidFill>
                      <a:prstDash val="sysDash"/>
                    </a:lnR>
                    <a:lnT w="9525">
                      <a:solidFill>
                        <a:srgbClr val="1A1A1A"/>
                      </a:solidFill>
                      <a:prstDash val="sysDash"/>
                    </a:lnT>
                    <a:lnB w="9525">
                      <a:solidFill>
                        <a:srgbClr val="1A1A1A"/>
                      </a:solidFill>
                      <a:prstDash val="sysDash"/>
                    </a:lnB>
                  </a:tcPr>
                </a:tc>
              </a:tr>
            </a:tbl>
          </a:graphicData>
        </a:graphic>
      </p:graphicFrame>
      <p:sp>
        <p:nvSpPr>
          <p:cNvPr id="16" name="object 16" descr=""/>
          <p:cNvSpPr txBox="1"/>
          <p:nvPr/>
        </p:nvSpPr>
        <p:spPr>
          <a:xfrm>
            <a:off x="73025" y="63880"/>
            <a:ext cx="3962400" cy="86169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1A1A1A"/>
                </a:solidFill>
                <a:latin typeface="Arial MT"/>
                <a:cs typeface="Arial MT"/>
              </a:rPr>
              <a:t>Reservar</a:t>
            </a:r>
            <a:r>
              <a:rPr dirty="0" sz="1800" spc="-3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1A1A1A"/>
                </a:solidFill>
                <a:latin typeface="Arial MT"/>
                <a:cs typeface="Arial MT"/>
              </a:rPr>
              <a:t>memoria</a:t>
            </a:r>
            <a:r>
              <a:rPr dirty="0" sz="1800" spc="-2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1A1A1A"/>
                </a:solidFill>
                <a:latin typeface="Arial MT"/>
                <a:cs typeface="Arial MT"/>
              </a:rPr>
              <a:t>pidiendo</a:t>
            </a:r>
            <a:r>
              <a:rPr dirty="0" sz="1800" spc="-2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1A1A1A"/>
                </a:solidFill>
                <a:latin typeface="Arial MT"/>
                <a:cs typeface="Arial MT"/>
              </a:rPr>
              <a:t>mas</a:t>
            </a:r>
            <a:r>
              <a:rPr dirty="0" sz="1800" spc="-2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1A1A1A"/>
                </a:solidFill>
                <a:latin typeface="Arial MT"/>
                <a:cs typeface="Arial MT"/>
              </a:rPr>
              <a:t>al</a:t>
            </a:r>
            <a:r>
              <a:rPr dirty="0" sz="1800" spc="-1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800" spc="-25">
                <a:solidFill>
                  <a:srgbClr val="1A1A1A"/>
                </a:solidFill>
                <a:latin typeface="Arial MT"/>
                <a:cs typeface="Arial MT"/>
              </a:rPr>
              <a:t>OS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90"/>
              </a:spcBef>
            </a:pPr>
            <a:endParaRPr sz="1800">
              <a:latin typeface="Arial MT"/>
              <a:cs typeface="Arial MT"/>
            </a:endParaRPr>
          </a:p>
          <a:p>
            <a:pPr marL="558165">
              <a:lnSpc>
                <a:spcPct val="100000"/>
              </a:lnSpc>
            </a:pPr>
            <a:r>
              <a:rPr dirty="0" sz="1800" b="1">
                <a:solidFill>
                  <a:srgbClr val="1A1A1A"/>
                </a:solidFill>
                <a:latin typeface="Courier New"/>
                <a:cs typeface="Courier New"/>
              </a:rPr>
              <a:t>ap</a:t>
            </a:r>
            <a:r>
              <a:rPr dirty="0" sz="1800" spc="-10" b="1">
                <a:solidFill>
                  <a:srgbClr val="1A1A1A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1A1A1A"/>
                </a:solidFill>
                <a:latin typeface="Courier New"/>
                <a:cs typeface="Courier New"/>
              </a:rPr>
              <a:t>=</a:t>
            </a:r>
            <a:r>
              <a:rPr dirty="0" sz="1800" spc="-5" b="1">
                <a:solidFill>
                  <a:srgbClr val="1A1A1A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1A1A1A"/>
                </a:solidFill>
                <a:latin typeface="Courier New"/>
                <a:cs typeface="Courier New"/>
              </a:rPr>
              <a:t>malloc(n)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3969274" y="1215925"/>
            <a:ext cx="1510665" cy="424180"/>
          </a:xfrm>
          <a:prstGeom prst="rect">
            <a:avLst/>
          </a:prstGeom>
          <a:ln w="9524">
            <a:solidFill>
              <a:srgbClr val="1A1A1A"/>
            </a:solidFill>
          </a:ln>
        </p:spPr>
        <p:txBody>
          <a:bodyPr wrap="square" lIns="0" tIns="9969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785"/>
              </a:spcBef>
            </a:pPr>
            <a:r>
              <a:rPr dirty="0" sz="1400" spc="-50">
                <a:solidFill>
                  <a:srgbClr val="999999"/>
                </a:solidFill>
                <a:latin typeface="Arial MT"/>
                <a:cs typeface="Arial MT"/>
              </a:rPr>
              <a:t>n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18" name="object 18" descr=""/>
          <p:cNvGrpSpPr/>
          <p:nvPr/>
        </p:nvGrpSpPr>
        <p:grpSpPr>
          <a:xfrm>
            <a:off x="8783680" y="3343536"/>
            <a:ext cx="41275" cy="533400"/>
            <a:chOff x="8783680" y="3343536"/>
            <a:chExt cx="41275" cy="533400"/>
          </a:xfrm>
        </p:grpSpPr>
        <p:sp>
          <p:nvSpPr>
            <p:cNvPr id="19" name="object 19" descr=""/>
            <p:cNvSpPr/>
            <p:nvPr/>
          </p:nvSpPr>
          <p:spPr>
            <a:xfrm>
              <a:off x="8804175" y="3391524"/>
              <a:ext cx="0" cy="485775"/>
            </a:xfrm>
            <a:custGeom>
              <a:avLst/>
              <a:gdLst/>
              <a:ahLst/>
              <a:cxnLst/>
              <a:rect l="l" t="t" r="r" b="b"/>
              <a:pathLst>
                <a:path w="0" h="485775">
                  <a:moveTo>
                    <a:pt x="0" y="485249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8788442" y="3348299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4" y="43225"/>
                  </a:moveTo>
                  <a:lnTo>
                    <a:pt x="0" y="43225"/>
                  </a:lnTo>
                  <a:lnTo>
                    <a:pt x="15732" y="0"/>
                  </a:lnTo>
                  <a:lnTo>
                    <a:pt x="31464" y="43225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8788442" y="3348299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4" y="43225"/>
                  </a:moveTo>
                  <a:lnTo>
                    <a:pt x="15732" y="0"/>
                  </a:lnTo>
                  <a:lnTo>
                    <a:pt x="0" y="43225"/>
                  </a:lnTo>
                  <a:lnTo>
                    <a:pt x="31464" y="43225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 descr=""/>
          <p:cNvSpPr txBox="1"/>
          <p:nvPr/>
        </p:nvSpPr>
        <p:spPr>
          <a:xfrm>
            <a:off x="8597600" y="3940655"/>
            <a:ext cx="3295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 i="1">
                <a:solidFill>
                  <a:srgbClr val="1A1A1A"/>
                </a:solidFill>
                <a:latin typeface="Times New Roman"/>
                <a:cs typeface="Times New Roman"/>
              </a:rPr>
              <a:t>brk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847672" y="2156012"/>
            <a:ext cx="5452745" cy="717550"/>
            <a:chOff x="847672" y="2156012"/>
            <a:chExt cx="5452745" cy="717550"/>
          </a:xfrm>
        </p:grpSpPr>
        <p:sp>
          <p:nvSpPr>
            <p:cNvPr id="3" name="object 3" descr=""/>
            <p:cNvSpPr/>
            <p:nvPr/>
          </p:nvSpPr>
          <p:spPr>
            <a:xfrm>
              <a:off x="856700" y="2630275"/>
              <a:ext cx="934719" cy="238125"/>
            </a:xfrm>
            <a:custGeom>
              <a:avLst/>
              <a:gdLst/>
              <a:ahLst/>
              <a:cxnLst/>
              <a:rect l="l" t="t" r="r" b="b"/>
              <a:pathLst>
                <a:path w="934719" h="238125">
                  <a:moveTo>
                    <a:pt x="0" y="238124"/>
                  </a:moveTo>
                  <a:lnTo>
                    <a:pt x="18699" y="179139"/>
                  </a:lnTo>
                  <a:lnTo>
                    <a:pt x="70399" y="123455"/>
                  </a:lnTo>
                  <a:lnTo>
                    <a:pt x="106562" y="97886"/>
                  </a:lnTo>
                  <a:lnTo>
                    <a:pt x="148499" y="74385"/>
                  </a:lnTo>
                  <a:lnTo>
                    <a:pt x="195387" y="53367"/>
                  </a:lnTo>
                  <a:lnTo>
                    <a:pt x="246399" y="35244"/>
                  </a:lnTo>
                  <a:lnTo>
                    <a:pt x="300712" y="20432"/>
                  </a:lnTo>
                  <a:lnTo>
                    <a:pt x="357499" y="9344"/>
                  </a:lnTo>
                  <a:lnTo>
                    <a:pt x="415937" y="2395"/>
                  </a:lnTo>
                  <a:lnTo>
                    <a:pt x="475199" y="0"/>
                  </a:lnTo>
                  <a:lnTo>
                    <a:pt x="526027" y="1797"/>
                  </a:lnTo>
                  <a:lnTo>
                    <a:pt x="576335" y="6983"/>
                  </a:lnTo>
                  <a:lnTo>
                    <a:pt x="625604" y="15298"/>
                  </a:lnTo>
                  <a:lnTo>
                    <a:pt x="673315" y="26480"/>
                  </a:lnTo>
                  <a:lnTo>
                    <a:pt x="718947" y="40270"/>
                  </a:lnTo>
                  <a:lnTo>
                    <a:pt x="761982" y="56406"/>
                  </a:lnTo>
                  <a:lnTo>
                    <a:pt x="801899" y="74629"/>
                  </a:lnTo>
                  <a:lnTo>
                    <a:pt x="862692" y="110756"/>
                  </a:lnTo>
                  <a:lnTo>
                    <a:pt x="909562" y="151078"/>
                  </a:lnTo>
                  <a:lnTo>
                    <a:pt x="933904" y="183233"/>
                  </a:lnTo>
                  <a:lnTo>
                    <a:pt x="934283" y="183894"/>
                  </a:lnTo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1775888" y="2809732"/>
              <a:ext cx="30480" cy="46355"/>
            </a:xfrm>
            <a:custGeom>
              <a:avLst/>
              <a:gdLst/>
              <a:ahLst/>
              <a:cxnLst/>
              <a:rect l="l" t="t" r="r" b="b"/>
              <a:pathLst>
                <a:path w="30480" h="46355">
                  <a:moveTo>
                    <a:pt x="27284" y="45907"/>
                  </a:moveTo>
                  <a:lnTo>
                    <a:pt x="0" y="8873"/>
                  </a:lnTo>
                  <a:lnTo>
                    <a:pt x="30188" y="0"/>
                  </a:lnTo>
                  <a:lnTo>
                    <a:pt x="27284" y="45907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775888" y="2809732"/>
              <a:ext cx="30480" cy="46355"/>
            </a:xfrm>
            <a:custGeom>
              <a:avLst/>
              <a:gdLst/>
              <a:ahLst/>
              <a:cxnLst/>
              <a:rect l="l" t="t" r="r" b="b"/>
              <a:pathLst>
                <a:path w="30480" h="46355">
                  <a:moveTo>
                    <a:pt x="0" y="8873"/>
                  </a:moveTo>
                  <a:lnTo>
                    <a:pt x="27284" y="45907"/>
                  </a:lnTo>
                  <a:lnTo>
                    <a:pt x="30188" y="0"/>
                  </a:lnTo>
                  <a:lnTo>
                    <a:pt x="0" y="8873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807172" y="2630275"/>
              <a:ext cx="888365" cy="238125"/>
            </a:xfrm>
            <a:custGeom>
              <a:avLst/>
              <a:gdLst/>
              <a:ahLst/>
              <a:cxnLst/>
              <a:rect l="l" t="t" r="r" b="b"/>
              <a:pathLst>
                <a:path w="888364" h="238125">
                  <a:moveTo>
                    <a:pt x="0" y="238124"/>
                  </a:moveTo>
                  <a:lnTo>
                    <a:pt x="17773" y="179139"/>
                  </a:lnTo>
                  <a:lnTo>
                    <a:pt x="66911" y="123455"/>
                  </a:lnTo>
                  <a:lnTo>
                    <a:pt x="101281" y="97886"/>
                  </a:lnTo>
                  <a:lnTo>
                    <a:pt x="141140" y="74385"/>
                  </a:lnTo>
                  <a:lnTo>
                    <a:pt x="185704" y="53367"/>
                  </a:lnTo>
                  <a:lnTo>
                    <a:pt x="234188" y="35244"/>
                  </a:lnTo>
                  <a:lnTo>
                    <a:pt x="285809" y="20432"/>
                  </a:lnTo>
                  <a:lnTo>
                    <a:pt x="339782" y="9344"/>
                  </a:lnTo>
                  <a:lnTo>
                    <a:pt x="395324" y="2395"/>
                  </a:lnTo>
                  <a:lnTo>
                    <a:pt x="451649" y="0"/>
                  </a:lnTo>
                  <a:lnTo>
                    <a:pt x="507975" y="2433"/>
                  </a:lnTo>
                  <a:lnTo>
                    <a:pt x="563517" y="9420"/>
                  </a:lnTo>
                  <a:lnTo>
                    <a:pt x="617490" y="20547"/>
                  </a:lnTo>
                  <a:lnTo>
                    <a:pt x="669111" y="35400"/>
                  </a:lnTo>
                  <a:lnTo>
                    <a:pt x="717595" y="53565"/>
                  </a:lnTo>
                  <a:lnTo>
                    <a:pt x="762159" y="74629"/>
                  </a:lnTo>
                  <a:lnTo>
                    <a:pt x="819938" y="110756"/>
                  </a:lnTo>
                  <a:lnTo>
                    <a:pt x="864486" y="151078"/>
                  </a:lnTo>
                  <a:lnTo>
                    <a:pt x="887621" y="183233"/>
                  </a:lnTo>
                  <a:lnTo>
                    <a:pt x="887873" y="183696"/>
                  </a:lnTo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2679897" y="2809724"/>
              <a:ext cx="30480" cy="46355"/>
            </a:xfrm>
            <a:custGeom>
              <a:avLst/>
              <a:gdLst/>
              <a:ahLst/>
              <a:cxnLst/>
              <a:rect l="l" t="t" r="r" b="b"/>
              <a:pathLst>
                <a:path w="30480" h="46355">
                  <a:moveTo>
                    <a:pt x="26816" y="45867"/>
                  </a:moveTo>
                  <a:lnTo>
                    <a:pt x="0" y="8493"/>
                  </a:lnTo>
                  <a:lnTo>
                    <a:pt x="30297" y="0"/>
                  </a:lnTo>
                  <a:lnTo>
                    <a:pt x="26816" y="45867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2679897" y="2809724"/>
              <a:ext cx="30480" cy="46355"/>
            </a:xfrm>
            <a:custGeom>
              <a:avLst/>
              <a:gdLst/>
              <a:ahLst/>
              <a:cxnLst/>
              <a:rect l="l" t="t" r="r" b="b"/>
              <a:pathLst>
                <a:path w="30480" h="46355">
                  <a:moveTo>
                    <a:pt x="0" y="8493"/>
                  </a:moveTo>
                  <a:lnTo>
                    <a:pt x="26816" y="45867"/>
                  </a:lnTo>
                  <a:lnTo>
                    <a:pt x="30297" y="0"/>
                  </a:lnTo>
                  <a:lnTo>
                    <a:pt x="0" y="8493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2710413" y="2630275"/>
              <a:ext cx="3547110" cy="238125"/>
            </a:xfrm>
            <a:custGeom>
              <a:avLst/>
              <a:gdLst/>
              <a:ahLst/>
              <a:cxnLst/>
              <a:rect l="l" t="t" r="r" b="b"/>
              <a:pathLst>
                <a:path w="3547110" h="238125">
                  <a:moveTo>
                    <a:pt x="0" y="238124"/>
                  </a:moveTo>
                  <a:lnTo>
                    <a:pt x="28744" y="200662"/>
                  </a:lnTo>
                  <a:lnTo>
                    <a:pt x="63499" y="182190"/>
                  </a:lnTo>
                  <a:lnTo>
                    <a:pt x="110796" y="164030"/>
                  </a:lnTo>
                  <a:lnTo>
                    <a:pt x="169853" y="146286"/>
                  </a:lnTo>
                  <a:lnTo>
                    <a:pt x="239885" y="129063"/>
                  </a:lnTo>
                  <a:lnTo>
                    <a:pt x="278772" y="120679"/>
                  </a:lnTo>
                  <a:lnTo>
                    <a:pt x="320109" y="112464"/>
                  </a:lnTo>
                  <a:lnTo>
                    <a:pt x="363797" y="104431"/>
                  </a:lnTo>
                  <a:lnTo>
                    <a:pt x="409739" y="96594"/>
                  </a:lnTo>
                  <a:lnTo>
                    <a:pt x="457837" y="88966"/>
                  </a:lnTo>
                  <a:lnTo>
                    <a:pt x="507993" y="81558"/>
                  </a:lnTo>
                  <a:lnTo>
                    <a:pt x="560109" y="74385"/>
                  </a:lnTo>
                  <a:lnTo>
                    <a:pt x="614087" y="67460"/>
                  </a:lnTo>
                  <a:lnTo>
                    <a:pt x="669828" y="60795"/>
                  </a:lnTo>
                  <a:lnTo>
                    <a:pt x="727235" y="54404"/>
                  </a:lnTo>
                  <a:lnTo>
                    <a:pt x="786211" y="48300"/>
                  </a:lnTo>
                  <a:lnTo>
                    <a:pt x="846656" y="42495"/>
                  </a:lnTo>
                  <a:lnTo>
                    <a:pt x="908473" y="37003"/>
                  </a:lnTo>
                  <a:lnTo>
                    <a:pt x="971564" y="31837"/>
                  </a:lnTo>
                  <a:lnTo>
                    <a:pt x="1035830" y="27009"/>
                  </a:lnTo>
                  <a:lnTo>
                    <a:pt x="1101175" y="22534"/>
                  </a:lnTo>
                  <a:lnTo>
                    <a:pt x="1167500" y="18423"/>
                  </a:lnTo>
                  <a:lnTo>
                    <a:pt x="1234706" y="14690"/>
                  </a:lnTo>
                  <a:lnTo>
                    <a:pt x="1302697" y="11348"/>
                  </a:lnTo>
                  <a:lnTo>
                    <a:pt x="1371373" y="8411"/>
                  </a:lnTo>
                  <a:lnTo>
                    <a:pt x="1440638" y="5890"/>
                  </a:lnTo>
                  <a:lnTo>
                    <a:pt x="1510392" y="3799"/>
                  </a:lnTo>
                  <a:lnTo>
                    <a:pt x="1580539" y="2152"/>
                  </a:lnTo>
                  <a:lnTo>
                    <a:pt x="1650979" y="961"/>
                  </a:lnTo>
                  <a:lnTo>
                    <a:pt x="1721615" y="239"/>
                  </a:lnTo>
                  <a:lnTo>
                    <a:pt x="1792350" y="0"/>
                  </a:lnTo>
                  <a:lnTo>
                    <a:pt x="1848352" y="158"/>
                  </a:lnTo>
                  <a:lnTo>
                    <a:pt x="1904307" y="621"/>
                  </a:lnTo>
                  <a:lnTo>
                    <a:pt x="1960164" y="1381"/>
                  </a:lnTo>
                  <a:lnTo>
                    <a:pt x="2015875" y="2433"/>
                  </a:lnTo>
                  <a:lnTo>
                    <a:pt x="2071391" y="3769"/>
                  </a:lnTo>
                  <a:lnTo>
                    <a:pt x="2126665" y="5383"/>
                  </a:lnTo>
                  <a:lnTo>
                    <a:pt x="2181647" y="7269"/>
                  </a:lnTo>
                  <a:lnTo>
                    <a:pt x="2236288" y="9420"/>
                  </a:lnTo>
                  <a:lnTo>
                    <a:pt x="2290541" y="11830"/>
                  </a:lnTo>
                  <a:lnTo>
                    <a:pt x="2344356" y="14492"/>
                  </a:lnTo>
                  <a:lnTo>
                    <a:pt x="2397684" y="17399"/>
                  </a:lnTo>
                  <a:lnTo>
                    <a:pt x="2450478" y="20547"/>
                  </a:lnTo>
                  <a:lnTo>
                    <a:pt x="2502689" y="23927"/>
                  </a:lnTo>
                  <a:lnTo>
                    <a:pt x="2554267" y="27533"/>
                  </a:lnTo>
                  <a:lnTo>
                    <a:pt x="2605165" y="31360"/>
                  </a:lnTo>
                  <a:lnTo>
                    <a:pt x="2655333" y="35400"/>
                  </a:lnTo>
                  <a:lnTo>
                    <a:pt x="2704723" y="39646"/>
                  </a:lnTo>
                  <a:lnTo>
                    <a:pt x="2753287" y="44094"/>
                  </a:lnTo>
                  <a:lnTo>
                    <a:pt x="2800976" y="48736"/>
                  </a:lnTo>
                  <a:lnTo>
                    <a:pt x="2847741" y="53565"/>
                  </a:lnTo>
                  <a:lnTo>
                    <a:pt x="2893533" y="58575"/>
                  </a:lnTo>
                  <a:lnTo>
                    <a:pt x="2938305" y="63761"/>
                  </a:lnTo>
                  <a:lnTo>
                    <a:pt x="2982007" y="69114"/>
                  </a:lnTo>
                  <a:lnTo>
                    <a:pt x="3024590" y="74629"/>
                  </a:lnTo>
                  <a:lnTo>
                    <a:pt x="3086263" y="83191"/>
                  </a:lnTo>
                  <a:lnTo>
                    <a:pt x="3145145" y="92081"/>
                  </a:lnTo>
                  <a:lnTo>
                    <a:pt x="3201074" y="101276"/>
                  </a:lnTo>
                  <a:lnTo>
                    <a:pt x="3253885" y="110756"/>
                  </a:lnTo>
                  <a:lnTo>
                    <a:pt x="3303414" y="120498"/>
                  </a:lnTo>
                  <a:lnTo>
                    <a:pt x="3349498" y="130480"/>
                  </a:lnTo>
                  <a:lnTo>
                    <a:pt x="3391971" y="140681"/>
                  </a:lnTo>
                  <a:lnTo>
                    <a:pt x="3430670" y="151078"/>
                  </a:lnTo>
                  <a:lnTo>
                    <a:pt x="3496089" y="172376"/>
                  </a:lnTo>
                  <a:lnTo>
                    <a:pt x="3544442" y="194200"/>
                  </a:lnTo>
                  <a:lnTo>
                    <a:pt x="3547067" y="195714"/>
                  </a:lnTo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6245641" y="2815629"/>
              <a:ext cx="40640" cy="43180"/>
            </a:xfrm>
            <a:custGeom>
              <a:avLst/>
              <a:gdLst/>
              <a:ahLst/>
              <a:cxnLst/>
              <a:rect l="l" t="t" r="r" b="b"/>
              <a:pathLst>
                <a:path w="40639" h="43180">
                  <a:moveTo>
                    <a:pt x="40303" y="42890"/>
                  </a:moveTo>
                  <a:lnTo>
                    <a:pt x="0" y="20719"/>
                  </a:lnTo>
                  <a:lnTo>
                    <a:pt x="23680" y="0"/>
                  </a:lnTo>
                  <a:lnTo>
                    <a:pt x="40303" y="42890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6245641" y="2815629"/>
              <a:ext cx="40640" cy="43180"/>
            </a:xfrm>
            <a:custGeom>
              <a:avLst/>
              <a:gdLst/>
              <a:ahLst/>
              <a:cxnLst/>
              <a:rect l="l" t="t" r="r" b="b"/>
              <a:pathLst>
                <a:path w="40639" h="43180">
                  <a:moveTo>
                    <a:pt x="0" y="20719"/>
                  </a:moveTo>
                  <a:lnTo>
                    <a:pt x="40303" y="42890"/>
                  </a:lnTo>
                  <a:lnTo>
                    <a:pt x="23680" y="0"/>
                  </a:lnTo>
                  <a:lnTo>
                    <a:pt x="0" y="20719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867862" y="2160775"/>
              <a:ext cx="5427345" cy="708025"/>
            </a:xfrm>
            <a:custGeom>
              <a:avLst/>
              <a:gdLst/>
              <a:ahLst/>
              <a:cxnLst/>
              <a:rect l="l" t="t" r="r" b="b"/>
              <a:pathLst>
                <a:path w="5427345" h="708025">
                  <a:moveTo>
                    <a:pt x="5427212" y="707624"/>
                  </a:moveTo>
                  <a:lnTo>
                    <a:pt x="5417508" y="655464"/>
                  </a:lnTo>
                  <a:lnTo>
                    <a:pt x="5400556" y="620815"/>
                  </a:lnTo>
                  <a:lnTo>
                    <a:pt x="5375554" y="586352"/>
                  </a:lnTo>
                  <a:lnTo>
                    <a:pt x="5342790" y="552151"/>
                  </a:lnTo>
                  <a:lnTo>
                    <a:pt x="5302549" y="518286"/>
                  </a:lnTo>
                  <a:lnTo>
                    <a:pt x="5255121" y="484833"/>
                  </a:lnTo>
                  <a:lnTo>
                    <a:pt x="5200792" y="451866"/>
                  </a:lnTo>
                  <a:lnTo>
                    <a:pt x="5139851" y="419460"/>
                  </a:lnTo>
                  <a:lnTo>
                    <a:pt x="5072584" y="387689"/>
                  </a:lnTo>
                  <a:lnTo>
                    <a:pt x="5036668" y="372066"/>
                  </a:lnTo>
                  <a:lnTo>
                    <a:pt x="4999279" y="356630"/>
                  </a:lnTo>
                  <a:lnTo>
                    <a:pt x="4960452" y="341390"/>
                  </a:lnTo>
                  <a:lnTo>
                    <a:pt x="4920224" y="326356"/>
                  </a:lnTo>
                  <a:lnTo>
                    <a:pt x="4878630" y="311537"/>
                  </a:lnTo>
                  <a:lnTo>
                    <a:pt x="4835706" y="296943"/>
                  </a:lnTo>
                  <a:lnTo>
                    <a:pt x="4791488" y="282582"/>
                  </a:lnTo>
                  <a:lnTo>
                    <a:pt x="4746013" y="268465"/>
                  </a:lnTo>
                  <a:lnTo>
                    <a:pt x="4699315" y="254600"/>
                  </a:lnTo>
                  <a:lnTo>
                    <a:pt x="4651432" y="240997"/>
                  </a:lnTo>
                  <a:lnTo>
                    <a:pt x="4602398" y="227665"/>
                  </a:lnTo>
                  <a:lnTo>
                    <a:pt x="4552251" y="214614"/>
                  </a:lnTo>
                  <a:lnTo>
                    <a:pt x="4501025" y="201853"/>
                  </a:lnTo>
                  <a:lnTo>
                    <a:pt x="4448757" y="189392"/>
                  </a:lnTo>
                  <a:lnTo>
                    <a:pt x="4395482" y="177239"/>
                  </a:lnTo>
                  <a:lnTo>
                    <a:pt x="4341238" y="165404"/>
                  </a:lnTo>
                  <a:lnTo>
                    <a:pt x="4286058" y="153896"/>
                  </a:lnTo>
                  <a:lnTo>
                    <a:pt x="4229981" y="142726"/>
                  </a:lnTo>
                  <a:lnTo>
                    <a:pt x="4173040" y="131901"/>
                  </a:lnTo>
                  <a:lnTo>
                    <a:pt x="4115273" y="121432"/>
                  </a:lnTo>
                  <a:lnTo>
                    <a:pt x="4056716" y="111328"/>
                  </a:lnTo>
                  <a:lnTo>
                    <a:pt x="3997404" y="101598"/>
                  </a:lnTo>
                  <a:lnTo>
                    <a:pt x="3937373" y="92252"/>
                  </a:lnTo>
                  <a:lnTo>
                    <a:pt x="3876659" y="83299"/>
                  </a:lnTo>
                  <a:lnTo>
                    <a:pt x="3815298" y="74748"/>
                  </a:lnTo>
                  <a:lnTo>
                    <a:pt x="3753326" y="66608"/>
                  </a:lnTo>
                  <a:lnTo>
                    <a:pt x="3690779" y="58890"/>
                  </a:lnTo>
                  <a:lnTo>
                    <a:pt x="3627693" y="51602"/>
                  </a:lnTo>
                  <a:lnTo>
                    <a:pt x="3564104" y="44753"/>
                  </a:lnTo>
                  <a:lnTo>
                    <a:pt x="3500048" y="38354"/>
                  </a:lnTo>
                  <a:lnTo>
                    <a:pt x="3435560" y="32413"/>
                  </a:lnTo>
                  <a:lnTo>
                    <a:pt x="3370677" y="26941"/>
                  </a:lnTo>
                  <a:lnTo>
                    <a:pt x="3305435" y="21945"/>
                  </a:lnTo>
                  <a:lnTo>
                    <a:pt x="3239869" y="17436"/>
                  </a:lnTo>
                  <a:lnTo>
                    <a:pt x="3174016" y="13422"/>
                  </a:lnTo>
                  <a:lnTo>
                    <a:pt x="3107911" y="9914"/>
                  </a:lnTo>
                  <a:lnTo>
                    <a:pt x="3041591" y="6921"/>
                  </a:lnTo>
                  <a:lnTo>
                    <a:pt x="2975091" y="4451"/>
                  </a:lnTo>
                  <a:lnTo>
                    <a:pt x="2908447" y="2515"/>
                  </a:lnTo>
                  <a:lnTo>
                    <a:pt x="2841695" y="1121"/>
                  </a:lnTo>
                  <a:lnTo>
                    <a:pt x="2774871" y="280"/>
                  </a:lnTo>
                  <a:lnTo>
                    <a:pt x="2708012" y="0"/>
                  </a:lnTo>
                  <a:lnTo>
                    <a:pt x="2652896" y="196"/>
                  </a:lnTo>
                  <a:lnTo>
                    <a:pt x="2597801" y="774"/>
                  </a:lnTo>
                  <a:lnTo>
                    <a:pt x="2542745" y="1730"/>
                  </a:lnTo>
                  <a:lnTo>
                    <a:pt x="2487751" y="3058"/>
                  </a:lnTo>
                  <a:lnTo>
                    <a:pt x="2432836" y="4753"/>
                  </a:lnTo>
                  <a:lnTo>
                    <a:pt x="2378023" y="6810"/>
                  </a:lnTo>
                  <a:lnTo>
                    <a:pt x="2323330" y="9223"/>
                  </a:lnTo>
                  <a:lnTo>
                    <a:pt x="2268778" y="11987"/>
                  </a:lnTo>
                  <a:lnTo>
                    <a:pt x="2214387" y="15097"/>
                  </a:lnTo>
                  <a:lnTo>
                    <a:pt x="2160178" y="18548"/>
                  </a:lnTo>
                  <a:lnTo>
                    <a:pt x="2106169" y="22334"/>
                  </a:lnTo>
                  <a:lnTo>
                    <a:pt x="2052382" y="26451"/>
                  </a:lnTo>
                  <a:lnTo>
                    <a:pt x="1998837" y="30892"/>
                  </a:lnTo>
                  <a:lnTo>
                    <a:pt x="1945553" y="35653"/>
                  </a:lnTo>
                  <a:lnTo>
                    <a:pt x="1892552" y="40729"/>
                  </a:lnTo>
                  <a:lnTo>
                    <a:pt x="1839852" y="46114"/>
                  </a:lnTo>
                  <a:lnTo>
                    <a:pt x="1787474" y="51803"/>
                  </a:lnTo>
                  <a:lnTo>
                    <a:pt x="1735438" y="57790"/>
                  </a:lnTo>
                  <a:lnTo>
                    <a:pt x="1683765" y="64071"/>
                  </a:lnTo>
                  <a:lnTo>
                    <a:pt x="1632475" y="70640"/>
                  </a:lnTo>
                  <a:lnTo>
                    <a:pt x="1581587" y="77493"/>
                  </a:lnTo>
                  <a:lnTo>
                    <a:pt x="1531121" y="84623"/>
                  </a:lnTo>
                  <a:lnTo>
                    <a:pt x="1481099" y="92026"/>
                  </a:lnTo>
                  <a:lnTo>
                    <a:pt x="1431540" y="99696"/>
                  </a:lnTo>
                  <a:lnTo>
                    <a:pt x="1382463" y="107628"/>
                  </a:lnTo>
                  <a:lnTo>
                    <a:pt x="1333890" y="115817"/>
                  </a:lnTo>
                  <a:lnTo>
                    <a:pt x="1285841" y="124257"/>
                  </a:lnTo>
                  <a:lnTo>
                    <a:pt x="1238335" y="132944"/>
                  </a:lnTo>
                  <a:lnTo>
                    <a:pt x="1191392" y="141872"/>
                  </a:lnTo>
                  <a:lnTo>
                    <a:pt x="1145034" y="151036"/>
                  </a:lnTo>
                  <a:lnTo>
                    <a:pt x="1099279" y="160431"/>
                  </a:lnTo>
                  <a:lnTo>
                    <a:pt x="1054149" y="170051"/>
                  </a:lnTo>
                  <a:lnTo>
                    <a:pt x="1009662" y="179891"/>
                  </a:lnTo>
                  <a:lnTo>
                    <a:pt x="965840" y="189946"/>
                  </a:lnTo>
                  <a:lnTo>
                    <a:pt x="922703" y="200211"/>
                  </a:lnTo>
                  <a:lnTo>
                    <a:pt x="880270" y="210680"/>
                  </a:lnTo>
                  <a:lnTo>
                    <a:pt x="838562" y="221348"/>
                  </a:lnTo>
                  <a:lnTo>
                    <a:pt x="780497" y="236863"/>
                  </a:lnTo>
                  <a:lnTo>
                    <a:pt x="723998" y="252756"/>
                  </a:lnTo>
                  <a:lnTo>
                    <a:pt x="669124" y="269011"/>
                  </a:lnTo>
                  <a:lnTo>
                    <a:pt x="615933" y="285614"/>
                  </a:lnTo>
                  <a:lnTo>
                    <a:pt x="564481" y="302549"/>
                  </a:lnTo>
                  <a:lnTo>
                    <a:pt x="514829" y="319801"/>
                  </a:lnTo>
                  <a:lnTo>
                    <a:pt x="467033" y="337356"/>
                  </a:lnTo>
                  <a:lnTo>
                    <a:pt x="421151" y="355197"/>
                  </a:lnTo>
                  <a:lnTo>
                    <a:pt x="377242" y="373311"/>
                  </a:lnTo>
                  <a:lnTo>
                    <a:pt x="335364" y="391682"/>
                  </a:lnTo>
                  <a:lnTo>
                    <a:pt x="295574" y="410294"/>
                  </a:lnTo>
                  <a:lnTo>
                    <a:pt x="257931" y="429133"/>
                  </a:lnTo>
                  <a:lnTo>
                    <a:pt x="222493" y="448184"/>
                  </a:lnTo>
                  <a:lnTo>
                    <a:pt x="169757" y="479553"/>
                  </a:lnTo>
                  <a:lnTo>
                    <a:pt x="123245" y="511377"/>
                  </a:lnTo>
                  <a:lnTo>
                    <a:pt x="83205" y="543590"/>
                  </a:lnTo>
                  <a:lnTo>
                    <a:pt x="49887" y="576127"/>
                  </a:lnTo>
                  <a:lnTo>
                    <a:pt x="23540" y="608924"/>
                  </a:lnTo>
                  <a:lnTo>
                    <a:pt x="4412" y="641916"/>
                  </a:lnTo>
                  <a:lnTo>
                    <a:pt x="788" y="650186"/>
                  </a:lnTo>
                  <a:lnTo>
                    <a:pt x="0" y="652180"/>
                  </a:lnTo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852434" y="2809876"/>
              <a:ext cx="31115" cy="45720"/>
            </a:xfrm>
            <a:custGeom>
              <a:avLst/>
              <a:gdLst/>
              <a:ahLst/>
              <a:cxnLst/>
              <a:rect l="l" t="t" r="r" b="b"/>
              <a:pathLst>
                <a:path w="31115" h="45719">
                  <a:moveTo>
                    <a:pt x="6966" y="45468"/>
                  </a:moveTo>
                  <a:lnTo>
                    <a:pt x="0" y="0"/>
                  </a:lnTo>
                  <a:lnTo>
                    <a:pt x="30856" y="6159"/>
                  </a:lnTo>
                  <a:lnTo>
                    <a:pt x="6966" y="45468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852434" y="2809876"/>
              <a:ext cx="31115" cy="45720"/>
            </a:xfrm>
            <a:custGeom>
              <a:avLst/>
              <a:gdLst/>
              <a:ahLst/>
              <a:cxnLst/>
              <a:rect l="l" t="t" r="r" b="b"/>
              <a:pathLst>
                <a:path w="31115" h="45719">
                  <a:moveTo>
                    <a:pt x="0" y="0"/>
                  </a:moveTo>
                  <a:lnTo>
                    <a:pt x="6966" y="45468"/>
                  </a:lnTo>
                  <a:lnTo>
                    <a:pt x="30856" y="615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15" name="object 15" descr=""/>
          <p:cNvGraphicFramePr>
            <a:graphicFrameLocks noGrp="1"/>
          </p:cNvGraphicFramePr>
          <p:nvPr/>
        </p:nvGraphicFramePr>
        <p:xfrm>
          <a:off x="739987" y="2863637"/>
          <a:ext cx="8145780" cy="4235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3520"/>
                <a:gridCol w="683895"/>
                <a:gridCol w="309245"/>
                <a:gridCol w="498475"/>
                <a:gridCol w="498475"/>
                <a:gridCol w="825500"/>
                <a:gridCol w="3507105"/>
                <a:gridCol w="1510029"/>
              </a:tblGrid>
              <a:tr h="4235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189230">
                        <a:lnSpc>
                          <a:spcPct val="100000"/>
                        </a:lnSpc>
                      </a:pPr>
                      <a:r>
                        <a:rPr dirty="0" sz="800">
                          <a:latin typeface="Arial MT"/>
                          <a:cs typeface="Arial MT"/>
                        </a:rPr>
                        <a:t>en</a:t>
                      </a:r>
                      <a:r>
                        <a:rPr dirty="0" sz="8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00" spc="-25">
                          <a:latin typeface="Arial MT"/>
                          <a:cs typeface="Arial MT"/>
                        </a:rPr>
                        <a:t>uso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B="0" marT="28575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E9ED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96520">
                        <a:lnSpc>
                          <a:spcPct val="100000"/>
                        </a:lnSpc>
                      </a:pPr>
                      <a:r>
                        <a:rPr dirty="0" sz="8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en</a:t>
                      </a:r>
                      <a:r>
                        <a:rPr dirty="0" sz="800" spc="-3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00" spc="-2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uso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B="0" marT="28575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E9ED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260350">
                        <a:lnSpc>
                          <a:spcPct val="100000"/>
                        </a:lnSpc>
                      </a:pPr>
                      <a:r>
                        <a:rPr dirty="0" sz="8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en</a:t>
                      </a:r>
                      <a:r>
                        <a:rPr dirty="0" sz="800" spc="-3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00" spc="-2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uso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B="0" marT="28575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E9ED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sp>
        <p:nvSpPr>
          <p:cNvPr id="16" name="object 16" descr=""/>
          <p:cNvSpPr txBox="1"/>
          <p:nvPr/>
        </p:nvSpPr>
        <p:spPr>
          <a:xfrm>
            <a:off x="73025" y="63880"/>
            <a:ext cx="3962400" cy="86169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1A1A1A"/>
                </a:solidFill>
                <a:latin typeface="Arial MT"/>
                <a:cs typeface="Arial MT"/>
              </a:rPr>
              <a:t>Reservar</a:t>
            </a:r>
            <a:r>
              <a:rPr dirty="0" sz="1800" spc="-3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1A1A1A"/>
                </a:solidFill>
                <a:latin typeface="Arial MT"/>
                <a:cs typeface="Arial MT"/>
              </a:rPr>
              <a:t>memoria</a:t>
            </a:r>
            <a:r>
              <a:rPr dirty="0" sz="1800" spc="-2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1A1A1A"/>
                </a:solidFill>
                <a:latin typeface="Arial MT"/>
                <a:cs typeface="Arial MT"/>
              </a:rPr>
              <a:t>pidiendo</a:t>
            </a:r>
            <a:r>
              <a:rPr dirty="0" sz="1800" spc="-2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1A1A1A"/>
                </a:solidFill>
                <a:latin typeface="Arial MT"/>
                <a:cs typeface="Arial MT"/>
              </a:rPr>
              <a:t>mas</a:t>
            </a:r>
            <a:r>
              <a:rPr dirty="0" sz="1800" spc="-2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1A1A1A"/>
                </a:solidFill>
                <a:latin typeface="Arial MT"/>
                <a:cs typeface="Arial MT"/>
              </a:rPr>
              <a:t>al</a:t>
            </a:r>
            <a:r>
              <a:rPr dirty="0" sz="1800" spc="-1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800" spc="-25">
                <a:solidFill>
                  <a:srgbClr val="1A1A1A"/>
                </a:solidFill>
                <a:latin typeface="Arial MT"/>
                <a:cs typeface="Arial MT"/>
              </a:rPr>
              <a:t>OS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90"/>
              </a:spcBef>
            </a:pPr>
            <a:endParaRPr sz="1800">
              <a:latin typeface="Arial MT"/>
              <a:cs typeface="Arial MT"/>
            </a:endParaRPr>
          </a:p>
          <a:p>
            <a:pPr marL="558165">
              <a:lnSpc>
                <a:spcPct val="100000"/>
              </a:lnSpc>
            </a:pPr>
            <a:r>
              <a:rPr dirty="0" sz="1800" b="1">
                <a:solidFill>
                  <a:srgbClr val="1A1A1A"/>
                </a:solidFill>
                <a:latin typeface="Courier New"/>
                <a:cs typeface="Courier New"/>
              </a:rPr>
              <a:t>ap</a:t>
            </a:r>
            <a:r>
              <a:rPr dirty="0" sz="1800" spc="-10" b="1">
                <a:solidFill>
                  <a:srgbClr val="1A1A1A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1A1A1A"/>
                </a:solidFill>
                <a:latin typeface="Courier New"/>
                <a:cs typeface="Courier New"/>
              </a:rPr>
              <a:t>=</a:t>
            </a:r>
            <a:r>
              <a:rPr dirty="0" sz="1800" spc="-5" b="1">
                <a:solidFill>
                  <a:srgbClr val="1A1A1A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1A1A1A"/>
                </a:solidFill>
                <a:latin typeface="Courier New"/>
                <a:cs typeface="Courier New"/>
              </a:rPr>
              <a:t>malloc(n)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3969274" y="1215925"/>
            <a:ext cx="1510665" cy="424180"/>
          </a:xfrm>
          <a:prstGeom prst="rect">
            <a:avLst/>
          </a:prstGeom>
          <a:ln w="9524">
            <a:solidFill>
              <a:srgbClr val="1A1A1A"/>
            </a:solidFill>
          </a:ln>
        </p:spPr>
        <p:txBody>
          <a:bodyPr wrap="square" lIns="0" tIns="9969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785"/>
              </a:spcBef>
            </a:pPr>
            <a:r>
              <a:rPr dirty="0" sz="1400" spc="-50">
                <a:solidFill>
                  <a:srgbClr val="999999"/>
                </a:solidFill>
                <a:latin typeface="Arial MT"/>
                <a:cs typeface="Arial MT"/>
              </a:rPr>
              <a:t>n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18" name="object 18" descr=""/>
          <p:cNvGrpSpPr/>
          <p:nvPr/>
        </p:nvGrpSpPr>
        <p:grpSpPr>
          <a:xfrm>
            <a:off x="8783680" y="3343536"/>
            <a:ext cx="41275" cy="533400"/>
            <a:chOff x="8783680" y="3343536"/>
            <a:chExt cx="41275" cy="533400"/>
          </a:xfrm>
        </p:grpSpPr>
        <p:sp>
          <p:nvSpPr>
            <p:cNvPr id="19" name="object 19" descr=""/>
            <p:cNvSpPr/>
            <p:nvPr/>
          </p:nvSpPr>
          <p:spPr>
            <a:xfrm>
              <a:off x="8804175" y="3391524"/>
              <a:ext cx="0" cy="485775"/>
            </a:xfrm>
            <a:custGeom>
              <a:avLst/>
              <a:gdLst/>
              <a:ahLst/>
              <a:cxnLst/>
              <a:rect l="l" t="t" r="r" b="b"/>
              <a:pathLst>
                <a:path w="0" h="485775">
                  <a:moveTo>
                    <a:pt x="0" y="485249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8788442" y="3348299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4" y="43225"/>
                  </a:moveTo>
                  <a:lnTo>
                    <a:pt x="0" y="43225"/>
                  </a:lnTo>
                  <a:lnTo>
                    <a:pt x="15732" y="0"/>
                  </a:lnTo>
                  <a:lnTo>
                    <a:pt x="31464" y="43225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8788442" y="3348299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4" y="43225"/>
                  </a:moveTo>
                  <a:lnTo>
                    <a:pt x="15732" y="0"/>
                  </a:lnTo>
                  <a:lnTo>
                    <a:pt x="0" y="43225"/>
                  </a:lnTo>
                  <a:lnTo>
                    <a:pt x="31464" y="43225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 descr=""/>
          <p:cNvSpPr txBox="1"/>
          <p:nvPr/>
        </p:nvSpPr>
        <p:spPr>
          <a:xfrm>
            <a:off x="8597600" y="3940655"/>
            <a:ext cx="3295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 i="1">
                <a:solidFill>
                  <a:srgbClr val="1A1A1A"/>
                </a:solidFill>
                <a:latin typeface="Times New Roman"/>
                <a:cs typeface="Times New Roman"/>
              </a:rPr>
              <a:t>brk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0650">
              <a:lnSpc>
                <a:spcPct val="100000"/>
              </a:lnSpc>
              <a:spcBef>
                <a:spcPts val="140"/>
              </a:spcBef>
            </a:pPr>
            <a:r>
              <a:rPr dirty="0" spc="140"/>
              <a:t>mmap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311699" y="1840100"/>
            <a:ext cx="8521065" cy="1770380"/>
          </a:xfrm>
          <a:prstGeom prst="rect">
            <a:avLst/>
          </a:prstGeom>
          <a:solidFill>
            <a:srgbClr val="1A1A1A"/>
          </a:solidFill>
        </p:spPr>
        <p:txBody>
          <a:bodyPr wrap="square" lIns="0" tIns="76835" rIns="0" bIns="0" rtlCol="0" vert="horz">
            <a:spAutoFit/>
          </a:bodyPr>
          <a:lstStyle/>
          <a:p>
            <a:pPr marL="85725">
              <a:lnSpc>
                <a:spcPct val="100000"/>
              </a:lnSpc>
              <a:spcBef>
                <a:spcPts val="605"/>
              </a:spcBef>
            </a:pPr>
            <a:r>
              <a:rPr dirty="0" sz="1700" b="1">
                <a:solidFill>
                  <a:srgbClr val="FFFFFF"/>
                </a:solidFill>
                <a:latin typeface="Courier New"/>
                <a:cs typeface="Courier New"/>
              </a:rPr>
              <a:t>#include</a:t>
            </a:r>
            <a:r>
              <a:rPr dirty="0" sz="1700" spc="-125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700" spc="-10" b="1">
                <a:solidFill>
                  <a:srgbClr val="FFFFFF"/>
                </a:solidFill>
                <a:latin typeface="Courier New"/>
                <a:cs typeface="Courier New"/>
              </a:rPr>
              <a:t>&lt;sys/mman.h&gt;</a:t>
            </a:r>
            <a:endParaRPr sz="17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14"/>
              </a:spcBef>
            </a:pPr>
            <a:endParaRPr sz="1700">
              <a:latin typeface="Courier New"/>
              <a:cs typeface="Courier New"/>
            </a:endParaRPr>
          </a:p>
          <a:p>
            <a:pPr marL="1510665" marR="913765" indent="-1424940">
              <a:lnSpc>
                <a:spcPct val="100000"/>
              </a:lnSpc>
            </a:pPr>
            <a:r>
              <a:rPr dirty="0" sz="1700" b="1">
                <a:solidFill>
                  <a:srgbClr val="FFFFFF"/>
                </a:solidFill>
                <a:latin typeface="Courier New"/>
                <a:cs typeface="Courier New"/>
              </a:rPr>
              <a:t>void</a:t>
            </a:r>
            <a:r>
              <a:rPr dirty="0" sz="1700" spc="-85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700" b="1">
                <a:solidFill>
                  <a:srgbClr val="FFFFFF"/>
                </a:solidFill>
                <a:latin typeface="Courier New"/>
                <a:cs typeface="Courier New"/>
              </a:rPr>
              <a:t>*mmap(void</a:t>
            </a:r>
            <a:r>
              <a:rPr dirty="0" sz="1700" spc="-85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700" b="1">
                <a:solidFill>
                  <a:srgbClr val="FFFFFF"/>
                </a:solidFill>
                <a:latin typeface="Courier New"/>
                <a:cs typeface="Courier New"/>
              </a:rPr>
              <a:t>*addr,</a:t>
            </a:r>
            <a:r>
              <a:rPr dirty="0" sz="1700" spc="-85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700" b="1">
                <a:solidFill>
                  <a:srgbClr val="FFFFFF"/>
                </a:solidFill>
                <a:latin typeface="Courier New"/>
                <a:cs typeface="Courier New"/>
              </a:rPr>
              <a:t>size_t</a:t>
            </a:r>
            <a:r>
              <a:rPr dirty="0" sz="1700" spc="-85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700" b="1">
                <a:solidFill>
                  <a:srgbClr val="FFFFFF"/>
                </a:solidFill>
                <a:latin typeface="Courier New"/>
                <a:cs typeface="Courier New"/>
              </a:rPr>
              <a:t>length,</a:t>
            </a:r>
            <a:r>
              <a:rPr dirty="0" sz="1700" spc="-80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700" b="1">
                <a:solidFill>
                  <a:srgbClr val="FFFFFF"/>
                </a:solidFill>
                <a:latin typeface="Courier New"/>
                <a:cs typeface="Courier New"/>
              </a:rPr>
              <a:t>int</a:t>
            </a:r>
            <a:r>
              <a:rPr dirty="0" sz="1700" spc="-85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700" b="1">
                <a:solidFill>
                  <a:srgbClr val="FFFFFF"/>
                </a:solidFill>
                <a:latin typeface="Courier New"/>
                <a:cs typeface="Courier New"/>
              </a:rPr>
              <a:t>prot,</a:t>
            </a:r>
            <a:r>
              <a:rPr dirty="0" sz="1700" spc="-85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700" b="1">
                <a:solidFill>
                  <a:srgbClr val="FFFFFF"/>
                </a:solidFill>
                <a:latin typeface="Courier New"/>
                <a:cs typeface="Courier New"/>
              </a:rPr>
              <a:t>int</a:t>
            </a:r>
            <a:r>
              <a:rPr dirty="0" sz="1700" spc="-85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700" spc="-10" b="1">
                <a:solidFill>
                  <a:srgbClr val="FFFFFF"/>
                </a:solidFill>
                <a:latin typeface="Courier New"/>
                <a:cs typeface="Courier New"/>
              </a:rPr>
              <a:t>flags, </a:t>
            </a:r>
            <a:r>
              <a:rPr dirty="0" sz="1700" b="1">
                <a:solidFill>
                  <a:srgbClr val="FFFFFF"/>
                </a:solidFill>
                <a:latin typeface="Courier New"/>
                <a:cs typeface="Courier New"/>
              </a:rPr>
              <a:t>int</a:t>
            </a:r>
            <a:r>
              <a:rPr dirty="0" sz="1700" spc="-60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700" b="1">
                <a:solidFill>
                  <a:srgbClr val="FFFFFF"/>
                </a:solidFill>
                <a:latin typeface="Courier New"/>
                <a:cs typeface="Courier New"/>
              </a:rPr>
              <a:t>fd,</a:t>
            </a:r>
            <a:r>
              <a:rPr dirty="0" sz="1700" spc="-55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700" b="1">
                <a:solidFill>
                  <a:srgbClr val="FFFFFF"/>
                </a:solidFill>
                <a:latin typeface="Courier New"/>
                <a:cs typeface="Courier New"/>
              </a:rPr>
              <a:t>off_t</a:t>
            </a:r>
            <a:r>
              <a:rPr dirty="0" sz="1700" spc="-55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700" spc="-10" b="1">
                <a:solidFill>
                  <a:srgbClr val="FFFFFF"/>
                </a:solidFill>
                <a:latin typeface="Courier New"/>
                <a:cs typeface="Courier New"/>
              </a:rPr>
              <a:t>offset);</a:t>
            </a:r>
            <a:endParaRPr sz="1700">
              <a:latin typeface="Courier New"/>
              <a:cs typeface="Courier New"/>
            </a:endParaRPr>
          </a:p>
          <a:p>
            <a:pPr marL="85725">
              <a:lnSpc>
                <a:spcPct val="100000"/>
              </a:lnSpc>
            </a:pPr>
            <a:r>
              <a:rPr dirty="0" sz="1700" b="1">
                <a:solidFill>
                  <a:srgbClr val="FFFFFF"/>
                </a:solidFill>
                <a:latin typeface="Courier New"/>
                <a:cs typeface="Courier New"/>
              </a:rPr>
              <a:t>int</a:t>
            </a:r>
            <a:r>
              <a:rPr dirty="0" sz="1700" spc="-100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700" b="1">
                <a:solidFill>
                  <a:srgbClr val="FFFFFF"/>
                </a:solidFill>
                <a:latin typeface="Courier New"/>
                <a:cs typeface="Courier New"/>
              </a:rPr>
              <a:t>munmap(void</a:t>
            </a:r>
            <a:r>
              <a:rPr dirty="0" sz="1700" spc="-100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700" b="1">
                <a:solidFill>
                  <a:srgbClr val="FFFFFF"/>
                </a:solidFill>
                <a:latin typeface="Courier New"/>
                <a:cs typeface="Courier New"/>
              </a:rPr>
              <a:t>*addr,</a:t>
            </a:r>
            <a:r>
              <a:rPr dirty="0" sz="1700" spc="-100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700" b="1">
                <a:solidFill>
                  <a:srgbClr val="FFFFFF"/>
                </a:solidFill>
                <a:latin typeface="Courier New"/>
                <a:cs typeface="Courier New"/>
              </a:rPr>
              <a:t>size_t</a:t>
            </a:r>
            <a:r>
              <a:rPr dirty="0" sz="1700" spc="-100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700" spc="-10" b="1">
                <a:solidFill>
                  <a:srgbClr val="FFFFFF"/>
                </a:solidFill>
                <a:latin typeface="Courier New"/>
                <a:cs typeface="Courier New"/>
              </a:rPr>
              <a:t>length);</a:t>
            </a:r>
            <a:endParaRPr sz="1700">
              <a:latin typeface="Courier New"/>
              <a:cs typeface="Courier New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384725" y="4143206"/>
            <a:ext cx="283337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heavy" sz="1800" spc="-10">
                <a:solidFill>
                  <a:srgbClr val="1B3678"/>
                </a:solidFill>
                <a:uFill>
                  <a:solidFill>
                    <a:srgbClr val="1B3678"/>
                  </a:solidFill>
                </a:uFill>
                <a:latin typeface="Arial MT"/>
                <a:cs typeface="Arial MT"/>
                <a:hlinkClick r:id="rId2"/>
              </a:rPr>
              <a:t>https://dashdash.io/2/mmap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0650">
              <a:lnSpc>
                <a:spcPct val="100000"/>
              </a:lnSpc>
              <a:spcBef>
                <a:spcPts val="140"/>
              </a:spcBef>
            </a:pPr>
            <a:r>
              <a:rPr dirty="0"/>
              <a:t>Reservar</a:t>
            </a:r>
            <a:r>
              <a:rPr dirty="0" spc="-90"/>
              <a:t> </a:t>
            </a:r>
            <a:r>
              <a:rPr dirty="0" spc="50"/>
              <a:t>un</a:t>
            </a:r>
            <a:r>
              <a:rPr dirty="0" spc="-25"/>
              <a:t> </a:t>
            </a:r>
            <a:r>
              <a:rPr dirty="0" spc="95"/>
              <a:t>bloque</a:t>
            </a:r>
            <a:r>
              <a:rPr dirty="0" spc="-30"/>
              <a:t> </a:t>
            </a:r>
            <a:r>
              <a:rPr dirty="0" spc="95"/>
              <a:t>con</a:t>
            </a:r>
            <a:r>
              <a:rPr dirty="0" spc="-30"/>
              <a:t> </a:t>
            </a:r>
            <a:r>
              <a:rPr dirty="0" spc="140"/>
              <a:t>mmap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311699" y="1795399"/>
            <a:ext cx="8521065" cy="2395220"/>
          </a:xfrm>
          <a:prstGeom prst="rect">
            <a:avLst/>
          </a:prstGeom>
          <a:solidFill>
            <a:srgbClr val="1A1A1A"/>
          </a:solidFill>
        </p:spPr>
        <p:txBody>
          <a:bodyPr wrap="square" lIns="0" tIns="78740" rIns="0" bIns="0" rtlCol="0" vert="horz">
            <a:spAutoFit/>
          </a:bodyPr>
          <a:lstStyle/>
          <a:p>
            <a:pPr marL="85725">
              <a:lnSpc>
                <a:spcPct val="100000"/>
              </a:lnSpc>
              <a:spcBef>
                <a:spcPts val="620"/>
              </a:spcBef>
            </a:pP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//</a:t>
            </a:r>
            <a:r>
              <a:rPr dirty="0" sz="1300" spc="-30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mmap()</a:t>
            </a:r>
            <a:r>
              <a:rPr dirty="0" sz="1300" spc="-20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returns</a:t>
            </a:r>
            <a:r>
              <a:rPr dirty="0" sz="1300" spc="-20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a</a:t>
            </a:r>
            <a:r>
              <a:rPr dirty="0" sz="1300" spc="-15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pointer</a:t>
            </a:r>
            <a:r>
              <a:rPr dirty="0" sz="1300" spc="-20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to</a:t>
            </a:r>
            <a:r>
              <a:rPr dirty="0" sz="1300" spc="-20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a</a:t>
            </a:r>
            <a:r>
              <a:rPr dirty="0" sz="1300" spc="-15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chunk</a:t>
            </a:r>
            <a:r>
              <a:rPr dirty="0" sz="1300" spc="-20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of</a:t>
            </a:r>
            <a:r>
              <a:rPr dirty="0" sz="1300" spc="-20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free</a:t>
            </a:r>
            <a:r>
              <a:rPr dirty="0" sz="1300" spc="-15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spc="-10" b="1">
                <a:solidFill>
                  <a:srgbClr val="FFFFFF"/>
                </a:solidFill>
                <a:latin typeface="Courier New"/>
                <a:cs typeface="Courier New"/>
              </a:rPr>
              <a:t>space</a:t>
            </a:r>
            <a:endParaRPr sz="1300">
              <a:latin typeface="Courier New"/>
              <a:cs typeface="Courier New"/>
            </a:endParaRPr>
          </a:p>
          <a:p>
            <a:pPr marL="85725" marR="106680">
              <a:lnSpc>
                <a:spcPct val="114999"/>
              </a:lnSpc>
              <a:spcBef>
                <a:spcPts val="1200"/>
              </a:spcBef>
            </a:pP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node_t</a:t>
            </a:r>
            <a:r>
              <a:rPr dirty="0" sz="1300" spc="-55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*head</a:t>
            </a:r>
            <a:r>
              <a:rPr dirty="0" sz="1300" spc="-50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=</a:t>
            </a:r>
            <a:r>
              <a:rPr dirty="0" sz="1300" spc="-55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mmap(NULL,</a:t>
            </a:r>
            <a:r>
              <a:rPr dirty="0" sz="1300" spc="-50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4096,</a:t>
            </a:r>
            <a:r>
              <a:rPr dirty="0" sz="1300" spc="-55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PROT_READ|PROT_WRITE,</a:t>
            </a:r>
            <a:r>
              <a:rPr dirty="0" sz="1300" spc="-55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  <a:hlinkClick r:id="rId2"/>
              </a:rPr>
              <a:t>MAP_ANONYMOUS</a:t>
            </a: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|MAP_PRIVATE,</a:t>
            </a:r>
            <a:r>
              <a:rPr dirty="0" sz="1300" spc="-50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spc="-10" b="1">
                <a:solidFill>
                  <a:srgbClr val="FFFFFF"/>
                </a:solidFill>
                <a:latin typeface="Courier New"/>
                <a:cs typeface="Courier New"/>
              </a:rPr>
              <a:t>-</a:t>
            </a:r>
            <a:r>
              <a:rPr dirty="0" sz="1300" spc="-25" b="1">
                <a:solidFill>
                  <a:srgbClr val="FFFFFF"/>
                </a:solidFill>
                <a:latin typeface="Courier New"/>
                <a:cs typeface="Courier New"/>
              </a:rPr>
              <a:t>1, 0);</a:t>
            </a:r>
            <a:endParaRPr sz="1300">
              <a:latin typeface="Courier New"/>
              <a:cs typeface="Courier New"/>
            </a:endParaRPr>
          </a:p>
          <a:p>
            <a:pPr marL="85725" marR="4959985">
              <a:lnSpc>
                <a:spcPct val="191900"/>
              </a:lnSpc>
            </a:pPr>
            <a:r>
              <a:rPr dirty="0" sz="1300" spc="-10" b="1">
                <a:solidFill>
                  <a:srgbClr val="FFFFFF"/>
                </a:solidFill>
                <a:latin typeface="Courier New"/>
                <a:cs typeface="Courier New"/>
              </a:rPr>
              <a:t>head-</a:t>
            </a: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&gt;size</a:t>
            </a:r>
            <a:r>
              <a:rPr dirty="0" sz="1300" spc="-20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=</a:t>
            </a:r>
            <a:r>
              <a:rPr dirty="0" sz="1300" spc="-5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4096</a:t>
            </a:r>
            <a:r>
              <a:rPr dirty="0" sz="1300" spc="-10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-</a:t>
            </a:r>
            <a:r>
              <a:rPr dirty="0" sz="1300" spc="-5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spc="-10" b="1">
                <a:solidFill>
                  <a:srgbClr val="FFFFFF"/>
                </a:solidFill>
                <a:latin typeface="Courier New"/>
                <a:cs typeface="Courier New"/>
              </a:rPr>
              <a:t>sizeof(node_t); head-</a:t>
            </a: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&gt;next</a:t>
            </a:r>
            <a:r>
              <a:rPr dirty="0" sz="1300" spc="-5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FFFFFF"/>
                </a:solidFill>
                <a:latin typeface="Courier New"/>
                <a:cs typeface="Courier New"/>
              </a:rPr>
              <a:t>= </a:t>
            </a:r>
            <a:r>
              <a:rPr dirty="0" sz="1300" spc="-10" b="1">
                <a:solidFill>
                  <a:srgbClr val="FFFFFF"/>
                </a:solidFill>
                <a:latin typeface="Courier New"/>
                <a:cs typeface="Courier New"/>
              </a:rPr>
              <a:t>NULL;</a:t>
            </a:r>
            <a:endParaRPr sz="13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384725" y="1757325"/>
            <a:ext cx="8161655" cy="1290320"/>
          </a:xfrm>
          <a:prstGeom prst="rect">
            <a:avLst/>
          </a:prstGeom>
        </p:spPr>
        <p:txBody>
          <a:bodyPr wrap="square" lIns="0" tIns="1803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dirty="0" sz="2000" spc="-10" b="1">
                <a:solidFill>
                  <a:srgbClr val="777777"/>
                </a:solidFill>
                <a:latin typeface="Roboto"/>
                <a:cs typeface="Roboto"/>
                <a:hlinkClick r:id="rId2"/>
              </a:rPr>
              <a:t>MAP_ANONYMOUS</a:t>
            </a:r>
            <a:endParaRPr sz="2000">
              <a:latin typeface="Roboto"/>
              <a:cs typeface="Roboto"/>
            </a:endParaRPr>
          </a:p>
          <a:p>
            <a:pPr marL="12700" marR="5080">
              <a:lnSpc>
                <a:spcPct val="105000"/>
              </a:lnSpc>
              <a:spcBef>
                <a:spcPts val="1200"/>
              </a:spcBef>
            </a:pPr>
            <a:r>
              <a:rPr dirty="0" sz="2000">
                <a:solidFill>
                  <a:srgbClr val="1A9988"/>
                </a:solidFill>
                <a:latin typeface="Roboto"/>
                <a:cs typeface="Roboto"/>
              </a:rPr>
              <a:t>The</a:t>
            </a:r>
            <a:r>
              <a:rPr dirty="0" sz="2000" spc="-70">
                <a:solidFill>
                  <a:srgbClr val="1A9988"/>
                </a:solidFill>
                <a:latin typeface="Roboto"/>
                <a:cs typeface="Roboto"/>
              </a:rPr>
              <a:t> </a:t>
            </a:r>
            <a:r>
              <a:rPr dirty="0" sz="2000" spc="-20">
                <a:solidFill>
                  <a:srgbClr val="1A9988"/>
                </a:solidFill>
                <a:latin typeface="Roboto"/>
                <a:cs typeface="Roboto"/>
              </a:rPr>
              <a:t>mapping</a:t>
            </a:r>
            <a:r>
              <a:rPr dirty="0" sz="2000" spc="-70">
                <a:solidFill>
                  <a:srgbClr val="1A9988"/>
                </a:solidFill>
                <a:latin typeface="Roboto"/>
                <a:cs typeface="Roboto"/>
              </a:rPr>
              <a:t> </a:t>
            </a:r>
            <a:r>
              <a:rPr dirty="0" sz="2000">
                <a:solidFill>
                  <a:srgbClr val="1A9988"/>
                </a:solidFill>
                <a:latin typeface="Roboto"/>
                <a:cs typeface="Roboto"/>
              </a:rPr>
              <a:t>is</a:t>
            </a:r>
            <a:r>
              <a:rPr dirty="0" sz="2000" spc="-70">
                <a:solidFill>
                  <a:srgbClr val="1A9988"/>
                </a:solidFill>
                <a:latin typeface="Roboto"/>
                <a:cs typeface="Roboto"/>
              </a:rPr>
              <a:t> </a:t>
            </a:r>
            <a:r>
              <a:rPr dirty="0" sz="2000">
                <a:solidFill>
                  <a:srgbClr val="1A9988"/>
                </a:solidFill>
                <a:latin typeface="Roboto"/>
                <a:cs typeface="Roboto"/>
              </a:rPr>
              <a:t>not</a:t>
            </a:r>
            <a:r>
              <a:rPr dirty="0" sz="2000" spc="-70">
                <a:solidFill>
                  <a:srgbClr val="1A9988"/>
                </a:solidFill>
                <a:latin typeface="Roboto"/>
                <a:cs typeface="Roboto"/>
              </a:rPr>
              <a:t> </a:t>
            </a:r>
            <a:r>
              <a:rPr dirty="0" sz="2000">
                <a:solidFill>
                  <a:srgbClr val="1A9988"/>
                </a:solidFill>
                <a:latin typeface="Roboto"/>
                <a:cs typeface="Roboto"/>
              </a:rPr>
              <a:t>backed</a:t>
            </a:r>
            <a:r>
              <a:rPr dirty="0" sz="2000" spc="-70">
                <a:solidFill>
                  <a:srgbClr val="1A9988"/>
                </a:solidFill>
                <a:latin typeface="Roboto"/>
                <a:cs typeface="Roboto"/>
              </a:rPr>
              <a:t> </a:t>
            </a:r>
            <a:r>
              <a:rPr dirty="0" sz="2000">
                <a:solidFill>
                  <a:srgbClr val="1A9988"/>
                </a:solidFill>
                <a:latin typeface="Roboto"/>
                <a:cs typeface="Roboto"/>
              </a:rPr>
              <a:t>by</a:t>
            </a:r>
            <a:r>
              <a:rPr dirty="0" sz="2000" spc="-70">
                <a:solidFill>
                  <a:srgbClr val="1A9988"/>
                </a:solidFill>
                <a:latin typeface="Roboto"/>
                <a:cs typeface="Roboto"/>
              </a:rPr>
              <a:t> </a:t>
            </a:r>
            <a:r>
              <a:rPr dirty="0" sz="2000" spc="-10">
                <a:solidFill>
                  <a:srgbClr val="1A9988"/>
                </a:solidFill>
                <a:latin typeface="Roboto"/>
                <a:cs typeface="Roboto"/>
              </a:rPr>
              <a:t>any</a:t>
            </a:r>
            <a:r>
              <a:rPr dirty="0" sz="2000" spc="-70">
                <a:solidFill>
                  <a:srgbClr val="1A9988"/>
                </a:solidFill>
                <a:latin typeface="Roboto"/>
                <a:cs typeface="Roboto"/>
              </a:rPr>
              <a:t> </a:t>
            </a:r>
            <a:r>
              <a:rPr dirty="0" sz="2000" spc="-10">
                <a:solidFill>
                  <a:srgbClr val="1A9988"/>
                </a:solidFill>
                <a:latin typeface="Roboto"/>
                <a:cs typeface="Roboto"/>
              </a:rPr>
              <a:t>ﬁle;</a:t>
            </a:r>
            <a:r>
              <a:rPr dirty="0" sz="2000" spc="-70">
                <a:solidFill>
                  <a:srgbClr val="1A9988"/>
                </a:solidFill>
                <a:latin typeface="Roboto"/>
                <a:cs typeface="Roboto"/>
              </a:rPr>
              <a:t> </a:t>
            </a:r>
            <a:r>
              <a:rPr dirty="0" sz="2000">
                <a:solidFill>
                  <a:srgbClr val="1A9988"/>
                </a:solidFill>
                <a:latin typeface="Roboto"/>
                <a:cs typeface="Roboto"/>
              </a:rPr>
              <a:t>its</a:t>
            </a:r>
            <a:r>
              <a:rPr dirty="0" sz="2000" spc="-70">
                <a:solidFill>
                  <a:srgbClr val="1A9988"/>
                </a:solidFill>
                <a:latin typeface="Roboto"/>
                <a:cs typeface="Roboto"/>
              </a:rPr>
              <a:t> </a:t>
            </a:r>
            <a:r>
              <a:rPr dirty="0" sz="2000" spc="-20">
                <a:solidFill>
                  <a:srgbClr val="1A9988"/>
                </a:solidFill>
                <a:latin typeface="Roboto"/>
                <a:cs typeface="Roboto"/>
              </a:rPr>
              <a:t>contents</a:t>
            </a:r>
            <a:r>
              <a:rPr dirty="0" sz="2000" spc="-70">
                <a:solidFill>
                  <a:srgbClr val="1A9988"/>
                </a:solidFill>
                <a:latin typeface="Roboto"/>
                <a:cs typeface="Roboto"/>
              </a:rPr>
              <a:t> </a:t>
            </a:r>
            <a:r>
              <a:rPr dirty="0" sz="2000">
                <a:solidFill>
                  <a:srgbClr val="1A9988"/>
                </a:solidFill>
                <a:latin typeface="Roboto"/>
                <a:cs typeface="Roboto"/>
              </a:rPr>
              <a:t>are</a:t>
            </a:r>
            <a:r>
              <a:rPr dirty="0" sz="2000" spc="-70">
                <a:solidFill>
                  <a:srgbClr val="1A9988"/>
                </a:solidFill>
                <a:latin typeface="Roboto"/>
                <a:cs typeface="Roboto"/>
              </a:rPr>
              <a:t> </a:t>
            </a:r>
            <a:r>
              <a:rPr dirty="0" sz="2000" spc="-20">
                <a:solidFill>
                  <a:srgbClr val="1A9988"/>
                </a:solidFill>
                <a:latin typeface="Roboto"/>
                <a:cs typeface="Roboto"/>
              </a:rPr>
              <a:t>initialized</a:t>
            </a:r>
            <a:r>
              <a:rPr dirty="0" sz="2000" spc="-70">
                <a:solidFill>
                  <a:srgbClr val="1A9988"/>
                </a:solidFill>
                <a:latin typeface="Roboto"/>
                <a:cs typeface="Roboto"/>
              </a:rPr>
              <a:t> </a:t>
            </a:r>
            <a:r>
              <a:rPr dirty="0" sz="2000">
                <a:solidFill>
                  <a:srgbClr val="1A9988"/>
                </a:solidFill>
                <a:latin typeface="Roboto"/>
                <a:cs typeface="Roboto"/>
              </a:rPr>
              <a:t>to</a:t>
            </a:r>
            <a:r>
              <a:rPr dirty="0" sz="2000" spc="-70">
                <a:solidFill>
                  <a:srgbClr val="1A9988"/>
                </a:solidFill>
                <a:latin typeface="Roboto"/>
                <a:cs typeface="Roboto"/>
              </a:rPr>
              <a:t> </a:t>
            </a:r>
            <a:r>
              <a:rPr dirty="0" sz="2000" spc="-10">
                <a:solidFill>
                  <a:srgbClr val="1A9988"/>
                </a:solidFill>
                <a:latin typeface="Roboto"/>
                <a:cs typeface="Roboto"/>
              </a:rPr>
              <a:t>zero. </a:t>
            </a:r>
            <a:r>
              <a:rPr dirty="0" sz="2000">
                <a:solidFill>
                  <a:srgbClr val="1A9988"/>
                </a:solidFill>
                <a:latin typeface="Roboto"/>
                <a:cs typeface="Roboto"/>
              </a:rPr>
              <a:t>The</a:t>
            </a:r>
            <a:r>
              <a:rPr dirty="0" sz="2000" spc="-65">
                <a:solidFill>
                  <a:srgbClr val="1A9988"/>
                </a:solidFill>
                <a:latin typeface="Roboto"/>
                <a:cs typeface="Roboto"/>
              </a:rPr>
              <a:t> </a:t>
            </a:r>
            <a:r>
              <a:rPr dirty="0" sz="2000" i="1">
                <a:solidFill>
                  <a:srgbClr val="1A9988"/>
                </a:solidFill>
                <a:latin typeface="Roboto"/>
                <a:cs typeface="Roboto"/>
              </a:rPr>
              <a:t>fd</a:t>
            </a:r>
            <a:r>
              <a:rPr dirty="0" sz="2000" spc="-65" i="1">
                <a:solidFill>
                  <a:srgbClr val="1A9988"/>
                </a:solidFill>
                <a:latin typeface="Roboto"/>
                <a:cs typeface="Roboto"/>
              </a:rPr>
              <a:t> </a:t>
            </a:r>
            <a:r>
              <a:rPr dirty="0" sz="2000" spc="-20">
                <a:solidFill>
                  <a:srgbClr val="1A9988"/>
                </a:solidFill>
                <a:latin typeface="Roboto"/>
                <a:cs typeface="Roboto"/>
              </a:rPr>
              <a:t>argument</a:t>
            </a:r>
            <a:r>
              <a:rPr dirty="0" sz="2000" spc="-65">
                <a:solidFill>
                  <a:srgbClr val="1A9988"/>
                </a:solidFill>
                <a:latin typeface="Roboto"/>
                <a:cs typeface="Roboto"/>
              </a:rPr>
              <a:t> </a:t>
            </a:r>
            <a:r>
              <a:rPr dirty="0" sz="2000">
                <a:solidFill>
                  <a:srgbClr val="1A9988"/>
                </a:solidFill>
                <a:latin typeface="Roboto"/>
                <a:cs typeface="Roboto"/>
              </a:rPr>
              <a:t>is</a:t>
            </a:r>
            <a:r>
              <a:rPr dirty="0" sz="2000" spc="-65">
                <a:solidFill>
                  <a:srgbClr val="1A9988"/>
                </a:solidFill>
                <a:latin typeface="Roboto"/>
                <a:cs typeface="Roboto"/>
              </a:rPr>
              <a:t> </a:t>
            </a:r>
            <a:r>
              <a:rPr dirty="0" sz="2000" spc="-10">
                <a:solidFill>
                  <a:srgbClr val="1A9988"/>
                </a:solidFill>
                <a:latin typeface="Roboto"/>
                <a:cs typeface="Roboto"/>
              </a:rPr>
              <a:t>ignored</a:t>
            </a:r>
            <a:r>
              <a:rPr dirty="0" sz="2000" spc="-65">
                <a:solidFill>
                  <a:srgbClr val="1A9988"/>
                </a:solidFill>
                <a:latin typeface="Roboto"/>
                <a:cs typeface="Roboto"/>
              </a:rPr>
              <a:t> </a:t>
            </a:r>
            <a:r>
              <a:rPr dirty="0" sz="2000">
                <a:solidFill>
                  <a:srgbClr val="1A9988"/>
                </a:solidFill>
                <a:latin typeface="Roboto"/>
                <a:cs typeface="Roboto"/>
              </a:rPr>
              <a:t>[...]</a:t>
            </a:r>
            <a:r>
              <a:rPr dirty="0" sz="2000" spc="-95">
                <a:solidFill>
                  <a:srgbClr val="1A9988"/>
                </a:solidFill>
                <a:latin typeface="Roboto"/>
                <a:cs typeface="Roboto"/>
              </a:rPr>
              <a:t> </a:t>
            </a:r>
            <a:r>
              <a:rPr dirty="0" sz="2000">
                <a:solidFill>
                  <a:srgbClr val="1A9988"/>
                </a:solidFill>
                <a:latin typeface="Roboto"/>
                <a:cs typeface="Roboto"/>
              </a:rPr>
              <a:t>The</a:t>
            </a:r>
            <a:r>
              <a:rPr dirty="0" sz="2000" spc="-55">
                <a:solidFill>
                  <a:srgbClr val="1A9988"/>
                </a:solidFill>
                <a:latin typeface="Roboto"/>
                <a:cs typeface="Roboto"/>
              </a:rPr>
              <a:t> </a:t>
            </a:r>
            <a:r>
              <a:rPr dirty="0" sz="2000" spc="-20" i="1">
                <a:solidFill>
                  <a:srgbClr val="1A9988"/>
                </a:solidFill>
                <a:latin typeface="Roboto"/>
                <a:cs typeface="Roboto"/>
              </a:rPr>
              <a:t>offset</a:t>
            </a:r>
            <a:r>
              <a:rPr dirty="0" sz="2000" spc="-60" i="1">
                <a:solidFill>
                  <a:srgbClr val="1A9988"/>
                </a:solidFill>
                <a:latin typeface="Roboto"/>
                <a:cs typeface="Roboto"/>
              </a:rPr>
              <a:t> </a:t>
            </a:r>
            <a:r>
              <a:rPr dirty="0" sz="2000" spc="-20">
                <a:solidFill>
                  <a:srgbClr val="1A9988"/>
                </a:solidFill>
                <a:latin typeface="Roboto"/>
                <a:cs typeface="Roboto"/>
              </a:rPr>
              <a:t>argument</a:t>
            </a:r>
            <a:r>
              <a:rPr dirty="0" sz="2000" spc="-60">
                <a:solidFill>
                  <a:srgbClr val="1A9988"/>
                </a:solidFill>
                <a:latin typeface="Roboto"/>
                <a:cs typeface="Roboto"/>
              </a:rPr>
              <a:t> </a:t>
            </a:r>
            <a:r>
              <a:rPr dirty="0" sz="2000" spc="-10">
                <a:solidFill>
                  <a:srgbClr val="1A9988"/>
                </a:solidFill>
                <a:latin typeface="Roboto"/>
                <a:cs typeface="Roboto"/>
              </a:rPr>
              <a:t>should</a:t>
            </a:r>
            <a:r>
              <a:rPr dirty="0" sz="2000" spc="-65">
                <a:solidFill>
                  <a:srgbClr val="1A9988"/>
                </a:solidFill>
                <a:latin typeface="Roboto"/>
                <a:cs typeface="Roboto"/>
              </a:rPr>
              <a:t> </a:t>
            </a:r>
            <a:r>
              <a:rPr dirty="0" sz="2000">
                <a:solidFill>
                  <a:srgbClr val="1A9988"/>
                </a:solidFill>
                <a:latin typeface="Roboto"/>
                <a:cs typeface="Roboto"/>
              </a:rPr>
              <a:t>be</a:t>
            </a:r>
            <a:r>
              <a:rPr dirty="0" sz="2000" spc="-65">
                <a:solidFill>
                  <a:srgbClr val="1A9988"/>
                </a:solidFill>
                <a:latin typeface="Roboto"/>
                <a:cs typeface="Roboto"/>
              </a:rPr>
              <a:t> </a:t>
            </a:r>
            <a:r>
              <a:rPr dirty="0" sz="2000" spc="-10">
                <a:solidFill>
                  <a:srgbClr val="1A9988"/>
                </a:solidFill>
                <a:latin typeface="Roboto"/>
                <a:cs typeface="Roboto"/>
              </a:rPr>
              <a:t>zero.</a:t>
            </a:r>
            <a:endParaRPr sz="20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02475" y="1374138"/>
            <a:ext cx="5246370" cy="13055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4200" spc="145"/>
              <a:t>Sistemas</a:t>
            </a:r>
            <a:r>
              <a:rPr dirty="0" sz="4200" spc="-235"/>
              <a:t> </a:t>
            </a:r>
            <a:r>
              <a:rPr dirty="0" sz="4200" spc="50"/>
              <a:t>Operativos </a:t>
            </a:r>
            <a:r>
              <a:rPr dirty="0" sz="4200" spc="45"/>
              <a:t>Concurrencia</a:t>
            </a:r>
            <a:endParaRPr sz="420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1A998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830389" y="1191259"/>
            <a:ext cx="746125" cy="46355"/>
          </a:xfrm>
          <a:custGeom>
            <a:avLst/>
            <a:gdLst/>
            <a:ahLst/>
            <a:cxnLst/>
            <a:rect l="l" t="t" r="r" b="b"/>
            <a:pathLst>
              <a:path w="746125" h="46355">
                <a:moveTo>
                  <a:pt x="745756" y="0"/>
                </a:moveTo>
                <a:lnTo>
                  <a:pt x="376008" y="0"/>
                </a:lnTo>
                <a:lnTo>
                  <a:pt x="372897" y="0"/>
                </a:lnTo>
                <a:lnTo>
                  <a:pt x="0" y="0"/>
                </a:lnTo>
                <a:lnTo>
                  <a:pt x="0" y="45834"/>
                </a:lnTo>
                <a:lnTo>
                  <a:pt x="372897" y="45834"/>
                </a:lnTo>
                <a:lnTo>
                  <a:pt x="376008" y="45834"/>
                </a:lnTo>
                <a:lnTo>
                  <a:pt x="745756" y="45834"/>
                </a:lnTo>
                <a:lnTo>
                  <a:pt x="74575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02475" y="1377186"/>
            <a:ext cx="321627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-10">
                <a:solidFill>
                  <a:srgbClr val="FFFFFF"/>
                </a:solidFill>
              </a:rPr>
              <a:t>Sincronización</a:t>
            </a:r>
            <a:endParaRPr sz="3600"/>
          </a:p>
        </p:txBody>
      </p:sp>
      <p:sp>
        <p:nvSpPr>
          <p:cNvPr id="5" name="object 5" descr=""/>
          <p:cNvSpPr txBox="1"/>
          <p:nvPr/>
        </p:nvSpPr>
        <p:spPr>
          <a:xfrm>
            <a:off x="913550" y="3201581"/>
            <a:ext cx="2164080" cy="848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60" b="1">
                <a:solidFill>
                  <a:srgbClr val="FFFFFF"/>
                </a:solidFill>
                <a:latin typeface="Trebuchet MS"/>
                <a:cs typeface="Trebuchet MS"/>
              </a:rPr>
              <a:t>Conceptos</a:t>
            </a:r>
            <a:r>
              <a:rPr dirty="0" sz="1800" spc="-11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10" b="1">
                <a:solidFill>
                  <a:srgbClr val="FFFFFF"/>
                </a:solidFill>
                <a:latin typeface="Trebuchet MS"/>
                <a:cs typeface="Trebuchet MS"/>
              </a:rPr>
              <a:t>clave:</a:t>
            </a:r>
            <a:endParaRPr sz="1800">
              <a:latin typeface="Trebuchet MS"/>
              <a:cs typeface="Trebuchet MS"/>
            </a:endParaRPr>
          </a:p>
          <a:p>
            <a:pPr marL="469265" indent="-366395">
              <a:lnSpc>
                <a:spcPct val="100000"/>
              </a:lnSpc>
              <a:buFont typeface="Arial"/>
              <a:buChar char="●"/>
              <a:tabLst>
                <a:tab pos="469265" algn="l"/>
              </a:tabLst>
            </a:pPr>
            <a:r>
              <a:rPr dirty="0" sz="1800" spc="65">
                <a:solidFill>
                  <a:srgbClr val="FFFFFF"/>
                </a:solidFill>
                <a:latin typeface="Trebuchet MS"/>
                <a:cs typeface="Trebuchet MS"/>
              </a:rPr>
              <a:t>Race</a:t>
            </a:r>
            <a:r>
              <a:rPr dirty="0" sz="1800" spc="-7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Trebuchet MS"/>
                <a:cs typeface="Trebuchet MS"/>
              </a:rPr>
              <a:t>conditions</a:t>
            </a:r>
            <a:endParaRPr sz="1800">
              <a:latin typeface="Trebuchet MS"/>
              <a:cs typeface="Trebuchet MS"/>
            </a:endParaRPr>
          </a:p>
          <a:p>
            <a:pPr marL="469265" indent="-366395">
              <a:lnSpc>
                <a:spcPct val="100000"/>
              </a:lnSpc>
              <a:buFont typeface="Arial MT"/>
              <a:buChar char="●"/>
              <a:tabLst>
                <a:tab pos="469265" algn="l"/>
              </a:tabLst>
            </a:pPr>
            <a:r>
              <a:rPr dirty="0" sz="1800" spc="70">
                <a:solidFill>
                  <a:srgbClr val="FFFFFF"/>
                </a:solidFill>
                <a:latin typeface="Trebuchet MS"/>
                <a:cs typeface="Trebuchet MS"/>
              </a:rPr>
              <a:t>Sección</a:t>
            </a:r>
            <a:r>
              <a:rPr dirty="0" sz="1800" spc="-7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Trebuchet MS"/>
                <a:cs typeface="Trebuchet MS"/>
              </a:rPr>
              <a:t>crítica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00675" y="673562"/>
            <a:ext cx="2099310" cy="382270"/>
          </a:xfrm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-10"/>
              <a:t>Sincronización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802475" y="1374289"/>
            <a:ext cx="7422515" cy="27705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69215">
              <a:lnSpc>
                <a:spcPct val="105000"/>
              </a:lnSpc>
              <a:spcBef>
                <a:spcPts val="100"/>
              </a:spcBef>
            </a:pP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8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programación</a:t>
            </a:r>
            <a:r>
              <a:rPr dirty="0" sz="18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multihilo</a:t>
            </a:r>
            <a:r>
              <a:rPr dirty="0" sz="18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extiende</a:t>
            </a:r>
            <a:r>
              <a:rPr dirty="0" sz="18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8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modelo</a:t>
            </a:r>
            <a:r>
              <a:rPr dirty="0" sz="18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secuencial</a:t>
            </a:r>
            <a:r>
              <a:rPr dirty="0" sz="18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8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programación de</a:t>
            </a:r>
            <a:r>
              <a:rPr dirty="0" sz="18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8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único</a:t>
            </a:r>
            <a:r>
              <a:rPr dirty="0" sz="18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hilo</a:t>
            </a:r>
            <a:r>
              <a:rPr dirty="0" sz="18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8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25">
                <a:solidFill>
                  <a:srgbClr val="595959"/>
                </a:solidFill>
                <a:latin typeface="Tahoma"/>
                <a:cs typeface="Tahoma"/>
              </a:rPr>
              <a:t>ejecución.</a:t>
            </a:r>
            <a:r>
              <a:rPr dirty="0" sz="18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8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este</a:t>
            </a:r>
            <a:r>
              <a:rPr dirty="0" sz="18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modelo</a:t>
            </a:r>
            <a:r>
              <a:rPr dirty="0" sz="18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25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8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pueden</a:t>
            </a:r>
            <a:r>
              <a:rPr dirty="0" sz="18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encontrar</a:t>
            </a:r>
            <a:r>
              <a:rPr dirty="0" sz="18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25">
                <a:solidFill>
                  <a:srgbClr val="595959"/>
                </a:solidFill>
                <a:latin typeface="Tahoma"/>
                <a:cs typeface="Tahoma"/>
              </a:rPr>
              <a:t>dos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escenarios</a:t>
            </a:r>
            <a:r>
              <a:rPr dirty="0" sz="1800" spc="-2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posibles:</a:t>
            </a:r>
            <a:endParaRPr sz="1800">
              <a:latin typeface="Tahoma"/>
              <a:cs typeface="Tahoma"/>
            </a:endParaRPr>
          </a:p>
          <a:p>
            <a:pPr marL="469900" marR="494665" indent="-367030">
              <a:lnSpc>
                <a:spcPct val="105000"/>
              </a:lnSpc>
              <a:spcBef>
                <a:spcPts val="1200"/>
              </a:spcBef>
              <a:buFont typeface="Arial MT"/>
              <a:buChar char="●"/>
              <a:tabLst>
                <a:tab pos="469900" algn="l"/>
              </a:tabLst>
            </a:pPr>
            <a:r>
              <a:rPr dirty="0" sz="1800" spc="65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8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20">
                <a:solidFill>
                  <a:srgbClr val="595959"/>
                </a:solidFill>
                <a:latin typeface="Tahoma"/>
                <a:cs typeface="Tahoma"/>
              </a:rPr>
              <a:t>programa</a:t>
            </a:r>
            <a:r>
              <a:rPr dirty="0" sz="18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está</a:t>
            </a:r>
            <a:r>
              <a:rPr dirty="0" sz="18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compuesto</a:t>
            </a:r>
            <a:r>
              <a:rPr dirty="0" sz="18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por</a:t>
            </a:r>
            <a:r>
              <a:rPr dirty="0" sz="18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8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conjunto</a:t>
            </a:r>
            <a:r>
              <a:rPr dirty="0" sz="18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8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threads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independientes</a:t>
            </a:r>
            <a:r>
              <a:rPr dirty="0" sz="18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8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operan</a:t>
            </a:r>
            <a:r>
              <a:rPr dirty="0" sz="18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sobre</a:t>
            </a:r>
            <a:r>
              <a:rPr dirty="0" sz="18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8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conjunto</a:t>
            </a:r>
            <a:r>
              <a:rPr dirty="0" sz="18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8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datos</a:t>
            </a:r>
            <a:r>
              <a:rPr dirty="0" sz="18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8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están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completamente</a:t>
            </a:r>
            <a:r>
              <a:rPr dirty="0" sz="18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separados</a:t>
            </a:r>
            <a:r>
              <a:rPr dirty="0" sz="18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entre</a:t>
            </a:r>
            <a:r>
              <a:rPr dirty="0" sz="18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sí</a:t>
            </a:r>
            <a:r>
              <a:rPr dirty="0" sz="18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y</a:t>
            </a:r>
            <a:r>
              <a:rPr dirty="0" sz="18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son</a:t>
            </a:r>
            <a:r>
              <a:rPr dirty="0" sz="18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independientes.</a:t>
            </a:r>
            <a:endParaRPr sz="1800">
              <a:latin typeface="Tahoma"/>
              <a:cs typeface="Tahoma"/>
            </a:endParaRPr>
          </a:p>
          <a:p>
            <a:pPr marL="469900" marR="5080" indent="-367030">
              <a:lnSpc>
                <a:spcPct val="105000"/>
              </a:lnSpc>
              <a:buFont typeface="Arial MT"/>
              <a:buChar char="●"/>
              <a:tabLst>
                <a:tab pos="469900" algn="l"/>
              </a:tabLst>
            </a:pPr>
            <a:r>
              <a:rPr dirty="0" sz="1800" spc="65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8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20">
                <a:solidFill>
                  <a:srgbClr val="595959"/>
                </a:solidFill>
                <a:latin typeface="Tahoma"/>
                <a:cs typeface="Tahoma"/>
              </a:rPr>
              <a:t>programa</a:t>
            </a:r>
            <a:r>
              <a:rPr dirty="0" sz="18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está</a:t>
            </a:r>
            <a:r>
              <a:rPr dirty="0" sz="18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compuesto</a:t>
            </a:r>
            <a:r>
              <a:rPr dirty="0" sz="18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por</a:t>
            </a:r>
            <a:r>
              <a:rPr dirty="0" sz="18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8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conjunto</a:t>
            </a:r>
            <a:r>
              <a:rPr dirty="0" sz="18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8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threads</a:t>
            </a:r>
            <a:r>
              <a:rPr dirty="0" sz="18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8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trabajan en</a:t>
            </a:r>
            <a:r>
              <a:rPr dirty="0" sz="18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forma</a:t>
            </a:r>
            <a:r>
              <a:rPr dirty="0" sz="18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cooperativa</a:t>
            </a:r>
            <a:r>
              <a:rPr dirty="0" sz="18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sobre</a:t>
            </a:r>
            <a:r>
              <a:rPr dirty="0" sz="18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8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set</a:t>
            </a:r>
            <a:r>
              <a:rPr dirty="0" sz="18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8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memoria</a:t>
            </a:r>
            <a:r>
              <a:rPr dirty="0" sz="18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y</a:t>
            </a:r>
            <a:r>
              <a:rPr dirty="0" sz="18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datos</a:t>
            </a:r>
            <a:r>
              <a:rPr dirty="0" sz="18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8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25">
                <a:solidFill>
                  <a:srgbClr val="595959"/>
                </a:solidFill>
                <a:latin typeface="Tahoma"/>
                <a:cs typeface="Tahoma"/>
              </a:rPr>
              <a:t>son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compartidos.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02475" y="638287"/>
            <a:ext cx="2099310" cy="382270"/>
          </a:xfrm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-10"/>
              <a:t>Sincronización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802475" y="1332137"/>
            <a:ext cx="7475855" cy="2978785"/>
          </a:xfrm>
          <a:prstGeom prst="rect">
            <a:avLst/>
          </a:prstGeom>
        </p:spPr>
        <p:txBody>
          <a:bodyPr wrap="square" lIns="0" tIns="30480" rIns="0" bIns="0" rtlCol="0" vert="horz">
            <a:spAutoFit/>
          </a:bodyPr>
          <a:lstStyle/>
          <a:p>
            <a:pPr marL="12700" marR="259715">
              <a:lnSpc>
                <a:spcPts val="1830"/>
              </a:lnSpc>
              <a:spcBef>
                <a:spcPts val="240"/>
              </a:spcBef>
            </a:pP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programa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utiliza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modelo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programación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threads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cooperativo,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la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forma</a:t>
            </a:r>
            <a:r>
              <a:rPr dirty="0" sz="16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pensar</a:t>
            </a:r>
            <a:r>
              <a:rPr dirty="0" sz="16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secuencial</a:t>
            </a:r>
            <a:r>
              <a:rPr dirty="0" sz="16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no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sirve:</a:t>
            </a:r>
            <a:endParaRPr sz="1600">
              <a:latin typeface="Tahoma"/>
              <a:cs typeface="Tahoma"/>
            </a:endParaRPr>
          </a:p>
          <a:p>
            <a:pPr marL="469900" marR="22225" indent="-390525">
              <a:lnSpc>
                <a:spcPts val="1830"/>
              </a:lnSpc>
              <a:spcBef>
                <a:spcPts val="1200"/>
              </a:spcBef>
              <a:buAutoNum type="arabicPeriod"/>
              <a:tabLst>
                <a:tab pos="469900" algn="l"/>
              </a:tabLst>
            </a:pP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6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ejecución</a:t>
            </a:r>
            <a:r>
              <a:rPr dirty="0" sz="16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del</a:t>
            </a:r>
            <a:r>
              <a:rPr dirty="0" sz="16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programa</a:t>
            </a:r>
            <a:r>
              <a:rPr dirty="0" sz="16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depende</a:t>
            </a:r>
            <a:r>
              <a:rPr dirty="0" sz="16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6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forma</a:t>
            </a:r>
            <a:r>
              <a:rPr dirty="0" sz="16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6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6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los</a:t>
            </a:r>
            <a:r>
              <a:rPr dirty="0" sz="16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threads</a:t>
            </a:r>
            <a:r>
              <a:rPr dirty="0" sz="16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6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intercalan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6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su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0">
                <a:solidFill>
                  <a:srgbClr val="595959"/>
                </a:solidFill>
                <a:latin typeface="Tahoma"/>
                <a:cs typeface="Tahoma"/>
              </a:rPr>
              <a:t>ejecución,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esto</a:t>
            </a:r>
            <a:r>
              <a:rPr dirty="0" sz="16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influye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los</a:t>
            </a:r>
            <a:r>
              <a:rPr dirty="0" sz="16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accesos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35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memoria</a:t>
            </a:r>
            <a:r>
              <a:rPr dirty="0" sz="16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recursos compartidos.</a:t>
            </a:r>
            <a:endParaRPr sz="1600">
              <a:latin typeface="Tahoma"/>
              <a:cs typeface="Tahoma"/>
            </a:endParaRPr>
          </a:p>
          <a:p>
            <a:pPr marL="469900" marR="132715" indent="-390525">
              <a:lnSpc>
                <a:spcPts val="1830"/>
              </a:lnSpc>
              <a:buAutoNum type="arabicPeriod"/>
              <a:tabLst>
                <a:tab pos="469900" algn="l"/>
              </a:tabLst>
            </a:pP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6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ejecución</a:t>
            </a:r>
            <a:r>
              <a:rPr dirty="0" sz="16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6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programa</a:t>
            </a:r>
            <a:r>
              <a:rPr dirty="0" sz="16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es</a:t>
            </a:r>
            <a:r>
              <a:rPr dirty="0" sz="16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no</a:t>
            </a:r>
            <a:r>
              <a:rPr dirty="0" sz="16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determinística.</a:t>
            </a:r>
            <a:r>
              <a:rPr dirty="0" sz="16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Diferentes</a:t>
            </a:r>
            <a:r>
              <a:rPr dirty="0" sz="16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corridas</a:t>
            </a:r>
            <a:r>
              <a:rPr dirty="0" sz="16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pueden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producir</a:t>
            </a:r>
            <a:r>
              <a:rPr dirty="0" sz="16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distintos</a:t>
            </a:r>
            <a:r>
              <a:rPr dirty="0" sz="16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resultados,</a:t>
            </a:r>
            <a:r>
              <a:rPr dirty="0" sz="16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por</a:t>
            </a:r>
            <a:r>
              <a:rPr dirty="0" sz="16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ejemplo</a:t>
            </a:r>
            <a:r>
              <a:rPr dirty="0" sz="16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debido</a:t>
            </a:r>
            <a:r>
              <a:rPr dirty="0" sz="16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35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6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decisiones</a:t>
            </a:r>
            <a:r>
              <a:rPr dirty="0" sz="16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del</a:t>
            </a:r>
            <a:r>
              <a:rPr dirty="0" sz="16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scheduler.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Qué</a:t>
            </a:r>
            <a:r>
              <a:rPr dirty="0" sz="16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pasa</a:t>
            </a:r>
            <a:r>
              <a:rPr dirty="0" sz="16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con</a:t>
            </a:r>
            <a:r>
              <a:rPr dirty="0" sz="16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6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debugging?</a:t>
            </a:r>
            <a:endParaRPr sz="1600">
              <a:latin typeface="Tahoma"/>
              <a:cs typeface="Tahoma"/>
            </a:endParaRPr>
          </a:p>
          <a:p>
            <a:pPr marL="469900" marR="5080" indent="-390525">
              <a:lnSpc>
                <a:spcPts val="1830"/>
              </a:lnSpc>
              <a:buAutoNum type="arabicPeriod"/>
              <a:tabLst>
                <a:tab pos="469900" algn="l"/>
              </a:tabLst>
            </a:pP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Los</a:t>
            </a:r>
            <a:r>
              <a:rPr dirty="0" sz="16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compiladores</a:t>
            </a:r>
            <a:r>
              <a:rPr dirty="0" sz="16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y</a:t>
            </a:r>
            <a:r>
              <a:rPr dirty="0" sz="16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6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procesador</a:t>
            </a:r>
            <a:r>
              <a:rPr dirty="0" sz="16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físico</a:t>
            </a:r>
            <a:r>
              <a:rPr dirty="0" sz="16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pueden</a:t>
            </a:r>
            <a:r>
              <a:rPr dirty="0" sz="16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reordenar</a:t>
            </a:r>
            <a:r>
              <a:rPr dirty="0" sz="16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las</a:t>
            </a:r>
            <a:r>
              <a:rPr dirty="0" sz="16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instrucciones.</a:t>
            </a:r>
            <a:r>
              <a:rPr dirty="0" sz="16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Los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compiladores</a:t>
            </a:r>
            <a:r>
              <a:rPr dirty="0" sz="16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modernos</a:t>
            </a:r>
            <a:r>
              <a:rPr dirty="0" sz="16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pueden</a:t>
            </a:r>
            <a:r>
              <a:rPr dirty="0" sz="16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reordenar</a:t>
            </a:r>
            <a:r>
              <a:rPr dirty="0" sz="16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las</a:t>
            </a:r>
            <a:r>
              <a:rPr dirty="0" sz="16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instrucciones</a:t>
            </a:r>
            <a:r>
              <a:rPr dirty="0" sz="16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para</a:t>
            </a:r>
            <a:r>
              <a:rPr dirty="0" sz="16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mejorar</a:t>
            </a:r>
            <a:r>
              <a:rPr dirty="0" sz="16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la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performance</a:t>
            </a:r>
            <a:r>
              <a:rPr dirty="0" sz="16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del</a:t>
            </a:r>
            <a:r>
              <a:rPr dirty="0" sz="16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programa</a:t>
            </a:r>
            <a:r>
              <a:rPr dirty="0" sz="16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6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6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está</a:t>
            </a:r>
            <a:r>
              <a:rPr dirty="0" sz="16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ejecutando,</a:t>
            </a:r>
            <a:r>
              <a:rPr dirty="0" sz="16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este</a:t>
            </a:r>
            <a:r>
              <a:rPr dirty="0" sz="16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reordenamiento</a:t>
            </a:r>
            <a:r>
              <a:rPr dirty="0" sz="16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35">
                <a:solidFill>
                  <a:srgbClr val="595959"/>
                </a:solidFill>
                <a:latin typeface="Tahoma"/>
                <a:cs typeface="Tahoma"/>
              </a:rPr>
              <a:t>es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generalmente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invisible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35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los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ojos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solo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thread</a:t>
            </a:r>
            <a:endParaRPr sz="16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00675" y="650037"/>
            <a:ext cx="2099310" cy="382270"/>
          </a:xfrm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-10"/>
              <a:t>Sincronización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802475" y="1376977"/>
            <a:ext cx="7520305" cy="2173605"/>
          </a:xfrm>
          <a:prstGeom prst="rect">
            <a:avLst/>
          </a:prstGeom>
        </p:spPr>
        <p:txBody>
          <a:bodyPr wrap="square" lIns="0" tIns="32384" rIns="0" bIns="0" rtlCol="0" vert="horz">
            <a:spAutoFit/>
          </a:bodyPr>
          <a:lstStyle/>
          <a:p>
            <a:pPr marL="12700" marR="571500">
              <a:lnSpc>
                <a:spcPts val="2060"/>
              </a:lnSpc>
              <a:spcBef>
                <a:spcPts val="254"/>
              </a:spcBef>
            </a:pPr>
            <a:r>
              <a:rPr dirty="0" sz="1800" spc="-25">
                <a:solidFill>
                  <a:srgbClr val="595959"/>
                </a:solidFill>
                <a:latin typeface="Tahoma"/>
                <a:cs typeface="Tahoma"/>
              </a:rPr>
              <a:t>Teniendo</a:t>
            </a:r>
            <a:r>
              <a:rPr dirty="0" sz="18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8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cuenta</a:t>
            </a:r>
            <a:r>
              <a:rPr dirty="0" sz="18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lo</a:t>
            </a:r>
            <a:r>
              <a:rPr dirty="0" sz="18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anterior,</a:t>
            </a:r>
            <a:r>
              <a:rPr dirty="0" sz="18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8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programación</a:t>
            </a:r>
            <a:r>
              <a:rPr dirty="0" sz="18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multithreading</a:t>
            </a:r>
            <a:r>
              <a:rPr dirty="0" sz="18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puede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incorporar</a:t>
            </a:r>
            <a:r>
              <a:rPr dirty="0" sz="18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35">
                <a:solidFill>
                  <a:srgbClr val="595959"/>
                </a:solidFill>
                <a:latin typeface="Tahoma"/>
                <a:cs typeface="Tahoma"/>
              </a:rPr>
              <a:t>bugs</a:t>
            </a:r>
            <a:r>
              <a:rPr dirty="0" sz="18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8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25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8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caracterizan</a:t>
            </a:r>
            <a:r>
              <a:rPr dirty="0" sz="18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por</a:t>
            </a:r>
            <a:r>
              <a:rPr dirty="0" sz="18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20">
                <a:solidFill>
                  <a:srgbClr val="595959"/>
                </a:solidFill>
                <a:latin typeface="Tahoma"/>
                <a:cs typeface="Tahoma"/>
              </a:rPr>
              <a:t>ser:</a:t>
            </a:r>
            <a:endParaRPr sz="1800">
              <a:latin typeface="Tahoma"/>
              <a:cs typeface="Tahoma"/>
            </a:endParaRPr>
          </a:p>
          <a:p>
            <a:pPr marL="926465" indent="-367030">
              <a:lnSpc>
                <a:spcPts val="2110"/>
              </a:lnSpc>
              <a:spcBef>
                <a:spcPts val="1045"/>
              </a:spcBef>
              <a:buFont typeface="Arial MT"/>
              <a:buChar char="○"/>
              <a:tabLst>
                <a:tab pos="926465" algn="l"/>
              </a:tabLst>
            </a:pP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no</a:t>
            </a:r>
            <a:r>
              <a:rPr dirty="0" sz="1800" spc="-2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determinísticos</a:t>
            </a:r>
            <a:endParaRPr sz="1800">
              <a:latin typeface="Tahoma"/>
              <a:cs typeface="Tahoma"/>
            </a:endParaRPr>
          </a:p>
          <a:p>
            <a:pPr marL="926465" indent="-367030">
              <a:lnSpc>
                <a:spcPts val="2110"/>
              </a:lnSpc>
              <a:buFont typeface="Arial MT"/>
              <a:buChar char="○"/>
              <a:tabLst>
                <a:tab pos="926465" algn="l"/>
              </a:tabLst>
            </a:pP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no</a:t>
            </a:r>
            <a:r>
              <a:rPr dirty="0" sz="1800" spc="-2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reproducibles</a:t>
            </a:r>
            <a:endParaRPr sz="1800">
              <a:latin typeface="Tahoma"/>
              <a:cs typeface="Tahoma"/>
            </a:endParaRPr>
          </a:p>
          <a:p>
            <a:pPr marL="12700" marR="5080">
              <a:lnSpc>
                <a:spcPts val="2060"/>
              </a:lnSpc>
              <a:spcBef>
                <a:spcPts val="1250"/>
              </a:spcBef>
            </a:pP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8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approach</a:t>
            </a:r>
            <a:r>
              <a:rPr dirty="0" sz="18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45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8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seguir</a:t>
            </a:r>
            <a:r>
              <a:rPr dirty="0" sz="18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8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estos</a:t>
            </a:r>
            <a:r>
              <a:rPr dirty="0" sz="18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casos</a:t>
            </a:r>
            <a:r>
              <a:rPr dirty="0" sz="18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80">
                <a:solidFill>
                  <a:srgbClr val="595959"/>
                </a:solidFill>
                <a:latin typeface="Tahoma"/>
                <a:cs typeface="Tahoma"/>
              </a:rPr>
              <a:t>es:</a:t>
            </a:r>
            <a:r>
              <a:rPr dirty="0" sz="18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85">
                <a:solidFill>
                  <a:srgbClr val="595959"/>
                </a:solidFill>
                <a:latin typeface="Tahoma"/>
                <a:cs typeface="Tahoma"/>
              </a:rPr>
              <a:t>(1)</a:t>
            </a:r>
            <a:r>
              <a:rPr dirty="0" sz="18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estructurar</a:t>
            </a:r>
            <a:r>
              <a:rPr dirty="0" sz="18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8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programa</a:t>
            </a:r>
            <a:r>
              <a:rPr dirty="0" sz="18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20">
                <a:solidFill>
                  <a:srgbClr val="595959"/>
                </a:solidFill>
                <a:latin typeface="Tahoma"/>
                <a:cs typeface="Tahoma"/>
              </a:rPr>
              <a:t>para</a:t>
            </a:r>
            <a:r>
              <a:rPr dirty="0" sz="18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25">
                <a:solidFill>
                  <a:srgbClr val="595959"/>
                </a:solidFill>
                <a:latin typeface="Tahoma"/>
                <a:cs typeface="Tahoma"/>
              </a:rPr>
              <a:t>que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resulte</a:t>
            </a:r>
            <a:r>
              <a:rPr dirty="0" sz="18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fácil</a:t>
            </a:r>
            <a:r>
              <a:rPr dirty="0" sz="1800" spc="-10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800" spc="-10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razonamiento</a:t>
            </a:r>
            <a:r>
              <a:rPr dirty="0" sz="18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concurrente</a:t>
            </a:r>
            <a:r>
              <a:rPr dirty="0" sz="1800" spc="-10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y</a:t>
            </a:r>
            <a:r>
              <a:rPr dirty="0" sz="1800" spc="-10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85">
                <a:solidFill>
                  <a:srgbClr val="595959"/>
                </a:solidFill>
                <a:latin typeface="Tahoma"/>
                <a:cs typeface="Tahoma"/>
              </a:rPr>
              <a:t>(2)</a:t>
            </a:r>
            <a:r>
              <a:rPr dirty="0" sz="18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utilizar</a:t>
            </a:r>
            <a:r>
              <a:rPr dirty="0" sz="1800" spc="-10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800" spc="-10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conjunto</a:t>
            </a:r>
            <a:r>
              <a:rPr dirty="0" sz="1800" spc="-10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25">
                <a:solidFill>
                  <a:srgbClr val="595959"/>
                </a:solidFill>
                <a:latin typeface="Tahoma"/>
                <a:cs typeface="Tahoma"/>
              </a:rPr>
              <a:t>de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primitivas</a:t>
            </a:r>
            <a:r>
              <a:rPr dirty="0" sz="18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estándares</a:t>
            </a:r>
            <a:r>
              <a:rPr dirty="0" sz="18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20">
                <a:solidFill>
                  <a:srgbClr val="595959"/>
                </a:solidFill>
                <a:latin typeface="Tahoma"/>
                <a:cs typeface="Tahoma"/>
              </a:rPr>
              <a:t>para</a:t>
            </a:r>
            <a:r>
              <a:rPr dirty="0" sz="18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sincronizar</a:t>
            </a:r>
            <a:r>
              <a:rPr dirty="0" sz="18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8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acceso</a:t>
            </a:r>
            <a:r>
              <a:rPr dirty="0" sz="18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45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8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los</a:t>
            </a:r>
            <a:r>
              <a:rPr dirty="0" sz="18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recursos</a:t>
            </a:r>
            <a:r>
              <a:rPr dirty="0" sz="18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compartidos.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00675" y="673587"/>
            <a:ext cx="2333625" cy="382270"/>
          </a:xfrm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105"/>
              <a:t>Race</a:t>
            </a:r>
            <a:r>
              <a:rPr dirty="0" spc="-135"/>
              <a:t> </a:t>
            </a:r>
            <a:r>
              <a:rPr dirty="0" spc="45"/>
              <a:t>Conditions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802475" y="1455576"/>
            <a:ext cx="7411084" cy="1217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Una</a:t>
            </a:r>
            <a:r>
              <a:rPr dirty="0" sz="17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race</a:t>
            </a:r>
            <a:r>
              <a:rPr dirty="0" sz="17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condition</a:t>
            </a:r>
            <a:r>
              <a:rPr dirty="0" sz="17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30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7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da</a:t>
            </a:r>
            <a:r>
              <a:rPr dirty="0" sz="17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cuando</a:t>
            </a:r>
            <a:r>
              <a:rPr dirty="0" sz="17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7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resultado</a:t>
            </a:r>
            <a:r>
              <a:rPr dirty="0" sz="17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7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7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programa</a:t>
            </a:r>
            <a:r>
              <a:rPr dirty="0" sz="17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depende</a:t>
            </a:r>
            <a:r>
              <a:rPr dirty="0" sz="17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7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20">
                <a:solidFill>
                  <a:srgbClr val="595959"/>
                </a:solidFill>
                <a:latin typeface="Tahoma"/>
                <a:cs typeface="Tahoma"/>
              </a:rPr>
              <a:t>como </a:t>
            </a:r>
            <a:r>
              <a:rPr dirty="0" sz="1700" spc="-30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7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intercalaron</a:t>
            </a:r>
            <a:r>
              <a:rPr dirty="0" sz="17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las</a:t>
            </a:r>
            <a:r>
              <a:rPr dirty="0" sz="17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operaciones</a:t>
            </a:r>
            <a:r>
              <a:rPr dirty="0" sz="17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7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los</a:t>
            </a:r>
            <a:r>
              <a:rPr dirty="0" sz="17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threads</a:t>
            </a:r>
            <a:r>
              <a:rPr dirty="0" sz="17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7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30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7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ejecutan</a:t>
            </a:r>
            <a:r>
              <a:rPr dirty="0" sz="17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dentro</a:t>
            </a:r>
            <a:r>
              <a:rPr dirty="0" sz="17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7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25">
                <a:solidFill>
                  <a:srgbClr val="595959"/>
                </a:solidFill>
                <a:latin typeface="Tahoma"/>
                <a:cs typeface="Tahoma"/>
              </a:rPr>
              <a:t>ese proceso.</a:t>
            </a:r>
            <a:r>
              <a:rPr dirty="0" sz="17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5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7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hecho</a:t>
            </a:r>
            <a:r>
              <a:rPr dirty="0" sz="17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los</a:t>
            </a:r>
            <a:r>
              <a:rPr dirty="0" sz="17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threads</a:t>
            </a:r>
            <a:r>
              <a:rPr dirty="0" sz="17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40">
                <a:solidFill>
                  <a:srgbClr val="595959"/>
                </a:solidFill>
                <a:latin typeface="Tahoma"/>
                <a:cs typeface="Tahoma"/>
              </a:rPr>
              <a:t>juegan</a:t>
            </a:r>
            <a:r>
              <a:rPr dirty="0" sz="17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25">
                <a:solidFill>
                  <a:srgbClr val="595959"/>
                </a:solidFill>
                <a:latin typeface="Tahoma"/>
                <a:cs typeface="Tahoma"/>
              </a:rPr>
              <a:t>una</a:t>
            </a:r>
            <a:r>
              <a:rPr dirty="0" sz="17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carrera</a:t>
            </a:r>
            <a:r>
              <a:rPr dirty="0" sz="17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entre</a:t>
            </a:r>
            <a:r>
              <a:rPr dirty="0" sz="17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30">
                <a:solidFill>
                  <a:srgbClr val="595959"/>
                </a:solidFill>
                <a:latin typeface="Tahoma"/>
                <a:cs typeface="Tahoma"/>
              </a:rPr>
              <a:t>sus</a:t>
            </a:r>
            <a:r>
              <a:rPr dirty="0" sz="17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20">
                <a:solidFill>
                  <a:srgbClr val="595959"/>
                </a:solidFill>
                <a:latin typeface="Tahoma"/>
                <a:cs typeface="Tahoma"/>
              </a:rPr>
              <a:t>operaciones,</a:t>
            </a:r>
            <a:r>
              <a:rPr dirty="0" sz="17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y</a:t>
            </a:r>
            <a:r>
              <a:rPr dirty="0" sz="17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25">
                <a:solidFill>
                  <a:srgbClr val="595959"/>
                </a:solidFill>
                <a:latin typeface="Tahoma"/>
                <a:cs typeface="Tahoma"/>
              </a:rPr>
              <a:t>el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resultado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del</a:t>
            </a:r>
            <a:r>
              <a:rPr dirty="0" sz="17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programa</a:t>
            </a:r>
            <a:r>
              <a:rPr dirty="0" sz="17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depende</a:t>
            </a:r>
            <a:r>
              <a:rPr dirty="0" sz="17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7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quién</a:t>
            </a:r>
            <a:r>
              <a:rPr dirty="0" sz="17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35">
                <a:solidFill>
                  <a:srgbClr val="595959"/>
                </a:solidFill>
                <a:latin typeface="Tahoma"/>
                <a:cs typeface="Tahoma"/>
              </a:rPr>
              <a:t>gane</a:t>
            </a:r>
            <a:r>
              <a:rPr dirty="0" sz="17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35">
                <a:solidFill>
                  <a:srgbClr val="595959"/>
                </a:solidFill>
                <a:latin typeface="Tahoma"/>
                <a:cs typeface="Tahoma"/>
              </a:rPr>
              <a:t>esa</a:t>
            </a:r>
            <a:r>
              <a:rPr dirty="0" sz="17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carrera.</a:t>
            </a:r>
            <a:endParaRPr sz="17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0650">
              <a:lnSpc>
                <a:spcPct val="100000"/>
              </a:lnSpc>
              <a:spcBef>
                <a:spcPts val="140"/>
              </a:spcBef>
            </a:pPr>
            <a:r>
              <a:rPr dirty="0" spc="50"/>
              <a:t>Ejemplo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2303975" y="2527125"/>
            <a:ext cx="4385310" cy="1083945"/>
            <a:chOff x="2303975" y="2527125"/>
            <a:chExt cx="4385310" cy="1083945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29075" y="2527125"/>
              <a:ext cx="1083448" cy="1083448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2303975" y="3068849"/>
              <a:ext cx="1568450" cy="0"/>
            </a:xfrm>
            <a:custGeom>
              <a:avLst/>
              <a:gdLst/>
              <a:ahLst/>
              <a:cxnLst/>
              <a:rect l="l" t="t" r="r" b="b"/>
              <a:pathLst>
                <a:path w="1568450" h="0">
                  <a:moveTo>
                    <a:pt x="0" y="0"/>
                  </a:moveTo>
                  <a:lnTo>
                    <a:pt x="1567949" y="0"/>
                  </a:lnTo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3871925" y="3053116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3871925" y="3053116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5069718" y="3068849"/>
              <a:ext cx="1619250" cy="0"/>
            </a:xfrm>
            <a:custGeom>
              <a:avLst/>
              <a:gdLst/>
              <a:ahLst/>
              <a:cxnLst/>
              <a:rect l="l" t="t" r="r" b="b"/>
              <a:pathLst>
                <a:path w="1619250" h="0">
                  <a:moveTo>
                    <a:pt x="0" y="0"/>
                  </a:moveTo>
                  <a:lnTo>
                    <a:pt x="1619249" y="0"/>
                  </a:lnTo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5026492" y="3053117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43225" y="31465"/>
                  </a:moveTo>
                  <a:lnTo>
                    <a:pt x="0" y="15732"/>
                  </a:lnTo>
                  <a:lnTo>
                    <a:pt x="43225" y="0"/>
                  </a:lnTo>
                  <a:lnTo>
                    <a:pt x="43225" y="31465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5026492" y="3053117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43225" y="0"/>
                  </a:moveTo>
                  <a:lnTo>
                    <a:pt x="0" y="15732"/>
                  </a:lnTo>
                  <a:lnTo>
                    <a:pt x="43225" y="31465"/>
                  </a:lnTo>
                  <a:lnTo>
                    <a:pt x="43225" y="0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1" name="object 11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21814" y="2677797"/>
            <a:ext cx="565589" cy="777685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901064" y="2677797"/>
            <a:ext cx="565589" cy="777685"/>
          </a:xfrm>
          <a:prstGeom prst="rect">
            <a:avLst/>
          </a:prstGeom>
        </p:spPr>
      </p:pic>
      <p:sp>
        <p:nvSpPr>
          <p:cNvPr id="13" name="object 13" descr=""/>
          <p:cNvSpPr txBox="1"/>
          <p:nvPr/>
        </p:nvSpPr>
        <p:spPr>
          <a:xfrm>
            <a:off x="2552475" y="3134762"/>
            <a:ext cx="107251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latin typeface="Tahoma"/>
                <a:cs typeface="Tahoma"/>
              </a:rPr>
              <a:t>Deposita</a:t>
            </a:r>
            <a:r>
              <a:rPr dirty="0" sz="1400" spc="-10">
                <a:latin typeface="Tahoma"/>
                <a:cs typeface="Tahoma"/>
              </a:rPr>
              <a:t> </a:t>
            </a:r>
            <a:r>
              <a:rPr dirty="0" sz="1400" spc="-25">
                <a:latin typeface="Tahoma"/>
                <a:cs typeface="Tahoma"/>
              </a:rPr>
              <a:t>$10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5286724" y="3134762"/>
            <a:ext cx="107251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latin typeface="Tahoma"/>
                <a:cs typeface="Tahoma"/>
              </a:rPr>
              <a:t>Deposita</a:t>
            </a:r>
            <a:r>
              <a:rPr dirty="0" sz="1400" spc="-10">
                <a:latin typeface="Tahoma"/>
                <a:cs typeface="Tahoma"/>
              </a:rPr>
              <a:t> </a:t>
            </a:r>
            <a:r>
              <a:rPr dirty="0" sz="1400" spc="-25">
                <a:latin typeface="Tahoma"/>
                <a:cs typeface="Tahoma"/>
              </a:rPr>
              <a:t>$20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1605726" y="3534962"/>
            <a:ext cx="39243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0">
                <a:latin typeface="Tahoma"/>
                <a:cs typeface="Tahoma"/>
              </a:rPr>
              <a:t>Juan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6978260" y="3534962"/>
            <a:ext cx="416559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0">
                <a:latin typeface="Tahoma"/>
                <a:cs typeface="Tahoma"/>
              </a:rPr>
              <a:t>Pepe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4149494" y="3631863"/>
            <a:ext cx="69469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4953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latin typeface="Tahoma"/>
                <a:cs typeface="Tahoma"/>
              </a:rPr>
              <a:t>Cuenta bancaria</a:t>
            </a:r>
            <a:endParaRPr sz="1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0650">
              <a:lnSpc>
                <a:spcPct val="100000"/>
              </a:lnSpc>
              <a:spcBef>
                <a:spcPts val="140"/>
              </a:spcBef>
            </a:pPr>
            <a:r>
              <a:rPr dirty="0" spc="50"/>
              <a:t>Ejemplo</a:t>
            </a:r>
          </a:p>
        </p:txBody>
      </p:sp>
      <p:graphicFrame>
        <p:nvGraphicFramePr>
          <p:cNvPr id="3" name="object 3" descr=""/>
          <p:cNvGraphicFramePr>
            <a:graphicFrameLocks noGrp="1"/>
          </p:cNvGraphicFramePr>
          <p:nvPr/>
        </p:nvGraphicFramePr>
        <p:xfrm>
          <a:off x="947737" y="2376487"/>
          <a:ext cx="7324725" cy="15824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19500"/>
                <a:gridCol w="3619500"/>
              </a:tblGrid>
              <a:tr h="395605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dirty="0" sz="1400" spc="-75" b="1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Thread</a:t>
                      </a:r>
                      <a:r>
                        <a:rPr dirty="0" sz="1400" spc="-120" b="1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400" spc="-105" b="1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1:</a:t>
                      </a:r>
                      <a:r>
                        <a:rPr dirty="0" sz="1400" spc="-114" b="1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400" spc="-75" b="1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saldo</a:t>
                      </a:r>
                      <a:r>
                        <a:rPr dirty="0" sz="1400" spc="-120" b="1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400" spc="-345" b="1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=</a:t>
                      </a:r>
                      <a:r>
                        <a:rPr dirty="0" sz="1400" spc="-114" b="1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400" spc="-75" b="1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saldo</a:t>
                      </a:r>
                      <a:r>
                        <a:rPr dirty="0" sz="1400" spc="-120" b="1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400" spc="-345" b="1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+</a:t>
                      </a:r>
                      <a:r>
                        <a:rPr dirty="0" sz="1400" spc="-114" b="1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400" spc="-25" b="1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10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B="0" marT="7874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dirty="0" sz="1400">
                          <a:latin typeface="Arial MT"/>
                          <a:cs typeface="Arial MT"/>
                        </a:rPr>
                        <a:t>(saldo</a:t>
                      </a:r>
                      <a:r>
                        <a:rPr dirty="0" sz="1400" spc="-4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>
                          <a:latin typeface="Arial MT"/>
                          <a:cs typeface="Arial MT"/>
                        </a:rPr>
                        <a:t>inicialmente</a:t>
                      </a:r>
                      <a:r>
                        <a:rPr dirty="0" sz="1400" spc="-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>
                          <a:latin typeface="Arial MT"/>
                          <a:cs typeface="Arial MT"/>
                        </a:rPr>
                        <a:t>vale</a:t>
                      </a:r>
                      <a:r>
                        <a:rPr dirty="0" sz="1400" spc="-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 spc="-20">
                          <a:latin typeface="Arial MT"/>
                          <a:cs typeface="Arial MT"/>
                        </a:rPr>
                        <a:t>100)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7874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  <a:tr h="395605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  <a:tabLst>
                          <a:tab pos="999490" algn="l"/>
                        </a:tabLst>
                      </a:pPr>
                      <a:r>
                        <a:rPr dirty="0" sz="1400" spc="-20" b="1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load</a:t>
                      </a:r>
                      <a:r>
                        <a:rPr dirty="0" sz="1400" b="1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	r1,</a:t>
                      </a:r>
                      <a:r>
                        <a:rPr dirty="0" sz="1400" spc="-25" b="1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400" spc="-10" b="1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saldo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B="0" marT="7874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dirty="0" sz="1400">
                          <a:latin typeface="Arial MT"/>
                          <a:cs typeface="Arial MT"/>
                        </a:rPr>
                        <a:t>saldo=100</a:t>
                      </a:r>
                      <a:r>
                        <a:rPr dirty="0" sz="1400" spc="-4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 spc="-10" b="1">
                          <a:latin typeface="Arial"/>
                          <a:cs typeface="Arial"/>
                        </a:rPr>
                        <a:t>r1=100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7874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  <a:tr h="395605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  <a:tabLst>
                          <a:tab pos="969010" algn="l"/>
                        </a:tabLst>
                      </a:pPr>
                      <a:r>
                        <a:rPr dirty="0" sz="1400" spc="-25" b="1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add</a:t>
                      </a:r>
                      <a:r>
                        <a:rPr dirty="0" sz="1400" b="1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	r1,</a:t>
                      </a:r>
                      <a:r>
                        <a:rPr dirty="0" sz="1400" spc="-25" b="1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400" b="1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r1,</a:t>
                      </a:r>
                      <a:r>
                        <a:rPr dirty="0" sz="1400" spc="-15" b="1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400" spc="-25" b="1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10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B="0" marT="7874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dirty="0" sz="1400">
                          <a:latin typeface="Arial MT"/>
                          <a:cs typeface="Arial MT"/>
                        </a:rPr>
                        <a:t>saldo=100</a:t>
                      </a:r>
                      <a:r>
                        <a:rPr dirty="0" sz="1400" spc="-4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 spc="-10" b="1">
                          <a:latin typeface="Arial"/>
                          <a:cs typeface="Arial"/>
                        </a:rPr>
                        <a:t>r1=110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7874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  <a:tr h="395605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  <a:tabLst>
                          <a:tab pos="999490" algn="l"/>
                        </a:tabLst>
                      </a:pPr>
                      <a:r>
                        <a:rPr dirty="0" sz="1400" spc="-10" b="1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store</a:t>
                      </a:r>
                      <a:r>
                        <a:rPr dirty="0" sz="1400" b="1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	saldo,</a:t>
                      </a:r>
                      <a:r>
                        <a:rPr dirty="0" sz="1400" spc="-30" b="1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400" spc="-25" b="1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r1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B="0" marT="7874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dirty="0" sz="1400" spc="-10" b="1">
                          <a:latin typeface="Arial"/>
                          <a:cs typeface="Arial"/>
                        </a:rPr>
                        <a:t>saldo=110</a:t>
                      </a:r>
                      <a:r>
                        <a:rPr dirty="0" sz="1400" spc="-3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10">
                          <a:latin typeface="Arial MT"/>
                          <a:cs typeface="Arial MT"/>
                        </a:rPr>
                        <a:t>r1=110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7874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0650">
              <a:lnSpc>
                <a:spcPct val="100000"/>
              </a:lnSpc>
              <a:spcBef>
                <a:spcPts val="140"/>
              </a:spcBef>
            </a:pPr>
            <a:r>
              <a:rPr dirty="0" spc="50"/>
              <a:t>Ejemplo</a:t>
            </a:r>
          </a:p>
        </p:txBody>
      </p:sp>
      <p:graphicFrame>
        <p:nvGraphicFramePr>
          <p:cNvPr id="3" name="object 3" descr=""/>
          <p:cNvGraphicFramePr>
            <a:graphicFrameLocks noGrp="1"/>
          </p:cNvGraphicFramePr>
          <p:nvPr/>
        </p:nvGraphicFramePr>
        <p:xfrm>
          <a:off x="947737" y="2376487"/>
          <a:ext cx="7324725" cy="15824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19500"/>
                <a:gridCol w="3619500"/>
              </a:tblGrid>
              <a:tr h="395605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dirty="0" sz="1400" spc="-75" b="1">
                          <a:solidFill>
                            <a:srgbClr val="0000FF"/>
                          </a:solidFill>
                          <a:latin typeface="Tahoma"/>
                          <a:cs typeface="Tahoma"/>
                        </a:rPr>
                        <a:t>Thread</a:t>
                      </a:r>
                      <a:r>
                        <a:rPr dirty="0" sz="1400" spc="-120" b="1">
                          <a:solidFill>
                            <a:srgbClr val="0000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400" spc="-105" b="1">
                          <a:solidFill>
                            <a:srgbClr val="0000FF"/>
                          </a:solidFill>
                          <a:latin typeface="Tahoma"/>
                          <a:cs typeface="Tahoma"/>
                        </a:rPr>
                        <a:t>2:</a:t>
                      </a:r>
                      <a:r>
                        <a:rPr dirty="0" sz="1400" spc="-114" b="1">
                          <a:solidFill>
                            <a:srgbClr val="0000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400" spc="-75" b="1">
                          <a:solidFill>
                            <a:srgbClr val="0000FF"/>
                          </a:solidFill>
                          <a:latin typeface="Tahoma"/>
                          <a:cs typeface="Tahoma"/>
                        </a:rPr>
                        <a:t>saldo</a:t>
                      </a:r>
                      <a:r>
                        <a:rPr dirty="0" sz="1400" spc="-120" b="1">
                          <a:solidFill>
                            <a:srgbClr val="0000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400" spc="-345" b="1">
                          <a:solidFill>
                            <a:srgbClr val="0000FF"/>
                          </a:solidFill>
                          <a:latin typeface="Tahoma"/>
                          <a:cs typeface="Tahoma"/>
                        </a:rPr>
                        <a:t>=</a:t>
                      </a:r>
                      <a:r>
                        <a:rPr dirty="0" sz="1400" spc="-114" b="1">
                          <a:solidFill>
                            <a:srgbClr val="0000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400" spc="-75" b="1">
                          <a:solidFill>
                            <a:srgbClr val="0000FF"/>
                          </a:solidFill>
                          <a:latin typeface="Tahoma"/>
                          <a:cs typeface="Tahoma"/>
                        </a:rPr>
                        <a:t>saldo</a:t>
                      </a:r>
                      <a:r>
                        <a:rPr dirty="0" sz="1400" spc="-120" b="1">
                          <a:solidFill>
                            <a:srgbClr val="0000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400" spc="-345" b="1">
                          <a:solidFill>
                            <a:srgbClr val="0000FF"/>
                          </a:solidFill>
                          <a:latin typeface="Tahoma"/>
                          <a:cs typeface="Tahoma"/>
                        </a:rPr>
                        <a:t>+</a:t>
                      </a:r>
                      <a:r>
                        <a:rPr dirty="0" sz="1400" spc="-114" b="1">
                          <a:solidFill>
                            <a:srgbClr val="0000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400" spc="-25" b="1">
                          <a:solidFill>
                            <a:srgbClr val="0000FF"/>
                          </a:solidFill>
                          <a:latin typeface="Tahoma"/>
                          <a:cs typeface="Tahoma"/>
                        </a:rPr>
                        <a:t>20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B="0" marT="7874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dirty="0" sz="1400">
                          <a:latin typeface="Arial MT"/>
                          <a:cs typeface="Arial MT"/>
                        </a:rPr>
                        <a:t>(saldo</a:t>
                      </a:r>
                      <a:r>
                        <a:rPr dirty="0" sz="1400" spc="-4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>
                          <a:latin typeface="Arial MT"/>
                          <a:cs typeface="Arial MT"/>
                        </a:rPr>
                        <a:t>inicialmente</a:t>
                      </a:r>
                      <a:r>
                        <a:rPr dirty="0" sz="1400" spc="-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>
                          <a:latin typeface="Arial MT"/>
                          <a:cs typeface="Arial MT"/>
                        </a:rPr>
                        <a:t>vale</a:t>
                      </a:r>
                      <a:r>
                        <a:rPr dirty="0" sz="1400" spc="-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 spc="-20">
                          <a:latin typeface="Arial MT"/>
                          <a:cs typeface="Arial MT"/>
                        </a:rPr>
                        <a:t>100)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7874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  <a:tr h="395605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  <a:tabLst>
                          <a:tab pos="999490" algn="l"/>
                        </a:tabLst>
                      </a:pPr>
                      <a:r>
                        <a:rPr dirty="0" sz="1400" spc="-20" b="1">
                          <a:solidFill>
                            <a:srgbClr val="0000FF"/>
                          </a:solidFill>
                          <a:latin typeface="Courier New"/>
                          <a:cs typeface="Courier New"/>
                        </a:rPr>
                        <a:t>load</a:t>
                      </a:r>
                      <a:r>
                        <a:rPr dirty="0" sz="1400" b="1">
                          <a:solidFill>
                            <a:srgbClr val="0000FF"/>
                          </a:solidFill>
                          <a:latin typeface="Courier New"/>
                          <a:cs typeface="Courier New"/>
                        </a:rPr>
                        <a:t>	r1,</a:t>
                      </a:r>
                      <a:r>
                        <a:rPr dirty="0" sz="1400" spc="-25" b="1">
                          <a:solidFill>
                            <a:srgbClr val="0000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400" spc="-10" b="1">
                          <a:solidFill>
                            <a:srgbClr val="0000FF"/>
                          </a:solidFill>
                          <a:latin typeface="Courier New"/>
                          <a:cs typeface="Courier New"/>
                        </a:rPr>
                        <a:t>saldo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B="0" marT="7874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dirty="0" sz="1400">
                          <a:latin typeface="Arial MT"/>
                          <a:cs typeface="Arial MT"/>
                        </a:rPr>
                        <a:t>saldo=100</a:t>
                      </a:r>
                      <a:r>
                        <a:rPr dirty="0" sz="1400" spc="-4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 spc="-10" b="1">
                          <a:latin typeface="Arial"/>
                          <a:cs typeface="Arial"/>
                        </a:rPr>
                        <a:t>r1=100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7874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  <a:tr h="395605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  <a:tabLst>
                          <a:tab pos="969010" algn="l"/>
                        </a:tabLst>
                      </a:pPr>
                      <a:r>
                        <a:rPr dirty="0" sz="1400" spc="-25" b="1">
                          <a:solidFill>
                            <a:srgbClr val="0000FF"/>
                          </a:solidFill>
                          <a:latin typeface="Courier New"/>
                          <a:cs typeface="Courier New"/>
                        </a:rPr>
                        <a:t>add</a:t>
                      </a:r>
                      <a:r>
                        <a:rPr dirty="0" sz="1400" b="1">
                          <a:solidFill>
                            <a:srgbClr val="0000FF"/>
                          </a:solidFill>
                          <a:latin typeface="Courier New"/>
                          <a:cs typeface="Courier New"/>
                        </a:rPr>
                        <a:t>	r1,</a:t>
                      </a:r>
                      <a:r>
                        <a:rPr dirty="0" sz="1400" spc="-25" b="1">
                          <a:solidFill>
                            <a:srgbClr val="0000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400" b="1">
                          <a:solidFill>
                            <a:srgbClr val="0000FF"/>
                          </a:solidFill>
                          <a:latin typeface="Courier New"/>
                          <a:cs typeface="Courier New"/>
                        </a:rPr>
                        <a:t>r1,</a:t>
                      </a:r>
                      <a:r>
                        <a:rPr dirty="0" sz="1400" spc="-15" b="1">
                          <a:solidFill>
                            <a:srgbClr val="0000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400" spc="-25" b="1">
                          <a:solidFill>
                            <a:srgbClr val="0000FF"/>
                          </a:solidFill>
                          <a:latin typeface="Courier New"/>
                          <a:cs typeface="Courier New"/>
                        </a:rPr>
                        <a:t>20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B="0" marT="7874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dirty="0" sz="1400">
                          <a:latin typeface="Arial MT"/>
                          <a:cs typeface="Arial MT"/>
                        </a:rPr>
                        <a:t>saldo=100</a:t>
                      </a:r>
                      <a:r>
                        <a:rPr dirty="0" sz="1400" spc="-4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 spc="-10" b="1">
                          <a:latin typeface="Arial"/>
                          <a:cs typeface="Arial"/>
                        </a:rPr>
                        <a:t>r1=120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7874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  <a:tr h="395605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  <a:tabLst>
                          <a:tab pos="999490" algn="l"/>
                        </a:tabLst>
                      </a:pPr>
                      <a:r>
                        <a:rPr dirty="0" sz="1400" spc="-10" b="1">
                          <a:solidFill>
                            <a:srgbClr val="0000FF"/>
                          </a:solidFill>
                          <a:latin typeface="Courier New"/>
                          <a:cs typeface="Courier New"/>
                        </a:rPr>
                        <a:t>store</a:t>
                      </a:r>
                      <a:r>
                        <a:rPr dirty="0" sz="1400" b="1">
                          <a:solidFill>
                            <a:srgbClr val="0000FF"/>
                          </a:solidFill>
                          <a:latin typeface="Courier New"/>
                          <a:cs typeface="Courier New"/>
                        </a:rPr>
                        <a:t>	saldo,</a:t>
                      </a:r>
                      <a:r>
                        <a:rPr dirty="0" sz="1400" spc="-30" b="1">
                          <a:solidFill>
                            <a:srgbClr val="0000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400" spc="-25" b="1">
                          <a:solidFill>
                            <a:srgbClr val="0000FF"/>
                          </a:solidFill>
                          <a:latin typeface="Courier New"/>
                          <a:cs typeface="Courier New"/>
                        </a:rPr>
                        <a:t>r1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B="0" marT="7874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dirty="0" sz="1400" b="1">
                          <a:latin typeface="Arial"/>
                          <a:cs typeface="Arial"/>
                        </a:rPr>
                        <a:t>saldo=120</a:t>
                      </a:r>
                      <a:r>
                        <a:rPr dirty="0" sz="1400" spc="-4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10">
                          <a:latin typeface="Arial MT"/>
                          <a:cs typeface="Arial MT"/>
                        </a:rPr>
                        <a:t>r1=120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7874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0650">
              <a:lnSpc>
                <a:spcPct val="100000"/>
              </a:lnSpc>
              <a:spcBef>
                <a:spcPts val="140"/>
              </a:spcBef>
            </a:pPr>
            <a:r>
              <a:rPr dirty="0" spc="50"/>
              <a:t>Ejemplo</a:t>
            </a:r>
          </a:p>
        </p:txBody>
      </p:sp>
      <p:graphicFrame>
        <p:nvGraphicFramePr>
          <p:cNvPr id="3" name="object 3" descr=""/>
          <p:cNvGraphicFramePr>
            <a:graphicFrameLocks noGrp="1"/>
          </p:cNvGraphicFramePr>
          <p:nvPr/>
        </p:nvGraphicFramePr>
        <p:xfrm>
          <a:off x="947737" y="2074112"/>
          <a:ext cx="7324725" cy="23736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19500"/>
                <a:gridCol w="3619500"/>
              </a:tblGrid>
              <a:tr h="395605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  <a:tabLst>
                          <a:tab pos="999490" algn="l"/>
                        </a:tabLst>
                      </a:pPr>
                      <a:r>
                        <a:rPr dirty="0" sz="1400" spc="-20" b="1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load</a:t>
                      </a:r>
                      <a:r>
                        <a:rPr dirty="0" sz="1400" b="1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	r1,</a:t>
                      </a:r>
                      <a:r>
                        <a:rPr dirty="0" sz="1400" spc="-25" b="1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400" spc="-10" b="1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saldo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B="0" marT="7874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dirty="0" sz="1400">
                          <a:latin typeface="Arial MT"/>
                          <a:cs typeface="Arial MT"/>
                        </a:rPr>
                        <a:t>saldo=100</a:t>
                      </a:r>
                      <a:r>
                        <a:rPr dirty="0" sz="1400" spc="-4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 spc="-10">
                          <a:latin typeface="Arial MT"/>
                          <a:cs typeface="Arial MT"/>
                        </a:rPr>
                        <a:t>r1=100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7874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  <a:tr h="395605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  <a:tabLst>
                          <a:tab pos="969010" algn="l"/>
                        </a:tabLst>
                      </a:pPr>
                      <a:r>
                        <a:rPr dirty="0" sz="1400" spc="-25" b="1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add</a:t>
                      </a:r>
                      <a:r>
                        <a:rPr dirty="0" sz="1400" b="1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	r1,</a:t>
                      </a:r>
                      <a:r>
                        <a:rPr dirty="0" sz="1400" spc="-25" b="1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400" b="1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r1,</a:t>
                      </a:r>
                      <a:r>
                        <a:rPr dirty="0" sz="1400" spc="-15" b="1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400" spc="-25" b="1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10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B="0" marT="7874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dirty="0" sz="1400">
                          <a:latin typeface="Arial MT"/>
                          <a:cs typeface="Arial MT"/>
                        </a:rPr>
                        <a:t>saldo=100</a:t>
                      </a:r>
                      <a:r>
                        <a:rPr dirty="0" sz="1400" spc="-4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 spc="-10">
                          <a:latin typeface="Arial MT"/>
                          <a:cs typeface="Arial MT"/>
                        </a:rPr>
                        <a:t>r1=110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7874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  <a:tr h="395605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  <a:tabLst>
                          <a:tab pos="999490" algn="l"/>
                        </a:tabLst>
                      </a:pPr>
                      <a:r>
                        <a:rPr dirty="0" sz="1400" spc="-10" b="1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store</a:t>
                      </a:r>
                      <a:r>
                        <a:rPr dirty="0" sz="1400" b="1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	saldo,</a:t>
                      </a:r>
                      <a:r>
                        <a:rPr dirty="0" sz="1400" spc="-30" b="1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400" spc="-25" b="1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r1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B="0" marT="7874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dirty="0" sz="1400" spc="-10">
                          <a:latin typeface="Arial MT"/>
                          <a:cs typeface="Arial MT"/>
                        </a:rPr>
                        <a:t>saldo=110</a:t>
                      </a:r>
                      <a:r>
                        <a:rPr dirty="0" sz="1400" spc="-5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 spc="-10">
                          <a:latin typeface="Arial MT"/>
                          <a:cs typeface="Arial MT"/>
                        </a:rPr>
                        <a:t>r1=110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7874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  <a:tr h="395605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  <a:tabLst>
                          <a:tab pos="999490" algn="l"/>
                        </a:tabLst>
                      </a:pPr>
                      <a:r>
                        <a:rPr dirty="0" sz="1400" spc="-20" b="1">
                          <a:solidFill>
                            <a:srgbClr val="0000FF"/>
                          </a:solidFill>
                          <a:latin typeface="Courier New"/>
                          <a:cs typeface="Courier New"/>
                        </a:rPr>
                        <a:t>load</a:t>
                      </a:r>
                      <a:r>
                        <a:rPr dirty="0" sz="1400" b="1">
                          <a:solidFill>
                            <a:srgbClr val="0000FF"/>
                          </a:solidFill>
                          <a:latin typeface="Courier New"/>
                          <a:cs typeface="Courier New"/>
                        </a:rPr>
                        <a:t>	r1,</a:t>
                      </a:r>
                      <a:r>
                        <a:rPr dirty="0" sz="1400" spc="-25" b="1">
                          <a:solidFill>
                            <a:srgbClr val="0000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400" spc="-10" b="1">
                          <a:solidFill>
                            <a:srgbClr val="0000FF"/>
                          </a:solidFill>
                          <a:latin typeface="Courier New"/>
                          <a:cs typeface="Courier New"/>
                        </a:rPr>
                        <a:t>saldo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B="0" marT="7874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dirty="0" sz="1400" spc="-10">
                          <a:latin typeface="Arial MT"/>
                          <a:cs typeface="Arial MT"/>
                        </a:rPr>
                        <a:t>saldo=110</a:t>
                      </a:r>
                      <a:r>
                        <a:rPr dirty="0" sz="1400" spc="-5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 spc="-10">
                          <a:latin typeface="Arial MT"/>
                          <a:cs typeface="Arial MT"/>
                        </a:rPr>
                        <a:t>r1=110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7874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  <a:tr h="395605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  <a:tabLst>
                          <a:tab pos="969010" algn="l"/>
                        </a:tabLst>
                      </a:pPr>
                      <a:r>
                        <a:rPr dirty="0" sz="1400" spc="-25" b="1">
                          <a:solidFill>
                            <a:srgbClr val="0000FF"/>
                          </a:solidFill>
                          <a:latin typeface="Courier New"/>
                          <a:cs typeface="Courier New"/>
                        </a:rPr>
                        <a:t>add</a:t>
                      </a:r>
                      <a:r>
                        <a:rPr dirty="0" sz="1400" b="1">
                          <a:solidFill>
                            <a:srgbClr val="0000FF"/>
                          </a:solidFill>
                          <a:latin typeface="Courier New"/>
                          <a:cs typeface="Courier New"/>
                        </a:rPr>
                        <a:t>	r1,</a:t>
                      </a:r>
                      <a:r>
                        <a:rPr dirty="0" sz="1400" spc="-25" b="1">
                          <a:solidFill>
                            <a:srgbClr val="0000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400" b="1">
                          <a:solidFill>
                            <a:srgbClr val="0000FF"/>
                          </a:solidFill>
                          <a:latin typeface="Courier New"/>
                          <a:cs typeface="Courier New"/>
                        </a:rPr>
                        <a:t>r1,</a:t>
                      </a:r>
                      <a:r>
                        <a:rPr dirty="0" sz="1400" spc="-15" b="1">
                          <a:solidFill>
                            <a:srgbClr val="0000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400" spc="-25" b="1">
                          <a:solidFill>
                            <a:srgbClr val="0000FF"/>
                          </a:solidFill>
                          <a:latin typeface="Courier New"/>
                          <a:cs typeface="Courier New"/>
                        </a:rPr>
                        <a:t>20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B="0" marT="7874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dirty="0" sz="1400" spc="-10">
                          <a:latin typeface="Arial MT"/>
                          <a:cs typeface="Arial MT"/>
                        </a:rPr>
                        <a:t>saldo=110</a:t>
                      </a:r>
                      <a:r>
                        <a:rPr dirty="0" sz="1400" spc="-5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 spc="-10">
                          <a:latin typeface="Arial MT"/>
                          <a:cs typeface="Arial MT"/>
                        </a:rPr>
                        <a:t>r1=130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7874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  <a:tr h="395605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  <a:tabLst>
                          <a:tab pos="999490" algn="l"/>
                        </a:tabLst>
                      </a:pPr>
                      <a:r>
                        <a:rPr dirty="0" sz="1400" spc="-10" b="1">
                          <a:solidFill>
                            <a:srgbClr val="0000FF"/>
                          </a:solidFill>
                          <a:latin typeface="Courier New"/>
                          <a:cs typeface="Courier New"/>
                        </a:rPr>
                        <a:t>store</a:t>
                      </a:r>
                      <a:r>
                        <a:rPr dirty="0" sz="1400" b="1">
                          <a:solidFill>
                            <a:srgbClr val="0000FF"/>
                          </a:solidFill>
                          <a:latin typeface="Courier New"/>
                          <a:cs typeface="Courier New"/>
                        </a:rPr>
                        <a:t>	saldo,</a:t>
                      </a:r>
                      <a:r>
                        <a:rPr dirty="0" sz="1400" spc="-30" b="1">
                          <a:solidFill>
                            <a:srgbClr val="0000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400" spc="-25" b="1">
                          <a:solidFill>
                            <a:srgbClr val="0000FF"/>
                          </a:solidFill>
                          <a:latin typeface="Courier New"/>
                          <a:cs typeface="Courier New"/>
                        </a:rPr>
                        <a:t>r1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B="0" marT="7874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dirty="0" sz="1400">
                          <a:latin typeface="Arial MT"/>
                          <a:cs typeface="Arial MT"/>
                        </a:rPr>
                        <a:t>saldo</a:t>
                      </a:r>
                      <a:r>
                        <a:rPr dirty="0" sz="1400" b="1">
                          <a:latin typeface="Arial"/>
                          <a:cs typeface="Arial"/>
                        </a:rPr>
                        <a:t>=130</a:t>
                      </a:r>
                      <a:r>
                        <a:rPr dirty="0" sz="1400" spc="-4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10">
                          <a:latin typeface="Arial MT"/>
                          <a:cs typeface="Arial MT"/>
                        </a:rPr>
                        <a:t>r1=130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7874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0650">
              <a:lnSpc>
                <a:spcPct val="100000"/>
              </a:lnSpc>
              <a:spcBef>
                <a:spcPts val="140"/>
              </a:spcBef>
            </a:pPr>
            <a:r>
              <a:rPr dirty="0" spc="50"/>
              <a:t>Ejemplo</a:t>
            </a:r>
          </a:p>
        </p:txBody>
      </p:sp>
      <p:graphicFrame>
        <p:nvGraphicFramePr>
          <p:cNvPr id="3" name="object 3" descr=""/>
          <p:cNvGraphicFramePr>
            <a:graphicFrameLocks noGrp="1"/>
          </p:cNvGraphicFramePr>
          <p:nvPr/>
        </p:nvGraphicFramePr>
        <p:xfrm>
          <a:off x="888237" y="2086012"/>
          <a:ext cx="7324725" cy="23736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19500"/>
                <a:gridCol w="3619500"/>
              </a:tblGrid>
              <a:tr h="395605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  <a:tabLst>
                          <a:tab pos="999490" algn="l"/>
                        </a:tabLst>
                      </a:pPr>
                      <a:r>
                        <a:rPr dirty="0" sz="1400" spc="-20" b="1">
                          <a:solidFill>
                            <a:srgbClr val="0000FF"/>
                          </a:solidFill>
                          <a:latin typeface="Courier New"/>
                          <a:cs typeface="Courier New"/>
                        </a:rPr>
                        <a:t>load</a:t>
                      </a:r>
                      <a:r>
                        <a:rPr dirty="0" sz="1400" b="1">
                          <a:solidFill>
                            <a:srgbClr val="0000FF"/>
                          </a:solidFill>
                          <a:latin typeface="Courier New"/>
                          <a:cs typeface="Courier New"/>
                        </a:rPr>
                        <a:t>	r1,</a:t>
                      </a:r>
                      <a:r>
                        <a:rPr dirty="0" sz="1400" spc="-25" b="1">
                          <a:solidFill>
                            <a:srgbClr val="0000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400" spc="-10" b="1">
                          <a:solidFill>
                            <a:srgbClr val="0000FF"/>
                          </a:solidFill>
                          <a:latin typeface="Courier New"/>
                          <a:cs typeface="Courier New"/>
                        </a:rPr>
                        <a:t>saldo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B="0" marT="7874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dirty="0" sz="1400">
                          <a:latin typeface="Arial MT"/>
                          <a:cs typeface="Arial MT"/>
                        </a:rPr>
                        <a:t>saldo=100</a:t>
                      </a:r>
                      <a:r>
                        <a:rPr dirty="0" sz="1400" spc="-4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 spc="-20">
                          <a:latin typeface="Arial MT"/>
                          <a:cs typeface="Arial MT"/>
                        </a:rPr>
                        <a:t>r1=1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7874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  <a:tr h="395605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15"/>
                        </a:spcBef>
                        <a:tabLst>
                          <a:tab pos="969010" algn="l"/>
                        </a:tabLst>
                      </a:pPr>
                      <a:r>
                        <a:rPr dirty="0" sz="1400" spc="-25" b="1">
                          <a:solidFill>
                            <a:srgbClr val="0000FF"/>
                          </a:solidFill>
                          <a:latin typeface="Courier New"/>
                          <a:cs typeface="Courier New"/>
                        </a:rPr>
                        <a:t>add</a:t>
                      </a:r>
                      <a:r>
                        <a:rPr dirty="0" sz="1400" b="1">
                          <a:solidFill>
                            <a:srgbClr val="0000FF"/>
                          </a:solidFill>
                          <a:latin typeface="Courier New"/>
                          <a:cs typeface="Courier New"/>
                        </a:rPr>
                        <a:t>	r1,</a:t>
                      </a:r>
                      <a:r>
                        <a:rPr dirty="0" sz="1400" spc="-25" b="1">
                          <a:solidFill>
                            <a:srgbClr val="0000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400" b="1">
                          <a:solidFill>
                            <a:srgbClr val="0000FF"/>
                          </a:solidFill>
                          <a:latin typeface="Courier New"/>
                          <a:cs typeface="Courier New"/>
                        </a:rPr>
                        <a:t>r1,</a:t>
                      </a:r>
                      <a:r>
                        <a:rPr dirty="0" sz="1400" spc="-15" b="1">
                          <a:solidFill>
                            <a:srgbClr val="0000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400" spc="-25" b="1">
                          <a:solidFill>
                            <a:srgbClr val="0000FF"/>
                          </a:solidFill>
                          <a:latin typeface="Courier New"/>
                          <a:cs typeface="Courier New"/>
                        </a:rPr>
                        <a:t>20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B="0" marT="78105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dirty="0" sz="1400">
                          <a:latin typeface="Arial MT"/>
                          <a:cs typeface="Arial MT"/>
                        </a:rPr>
                        <a:t>saldo=100</a:t>
                      </a:r>
                      <a:r>
                        <a:rPr dirty="0" sz="1400" spc="-4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 spc="-10">
                          <a:latin typeface="Arial MT"/>
                          <a:cs typeface="Arial MT"/>
                        </a:rPr>
                        <a:t>r1=120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78105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  <a:tr h="395605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  <a:tabLst>
                          <a:tab pos="999490" algn="l"/>
                        </a:tabLst>
                      </a:pPr>
                      <a:r>
                        <a:rPr dirty="0" sz="1400" spc="-10" b="1">
                          <a:solidFill>
                            <a:srgbClr val="0000FF"/>
                          </a:solidFill>
                          <a:latin typeface="Courier New"/>
                          <a:cs typeface="Courier New"/>
                        </a:rPr>
                        <a:t>store</a:t>
                      </a:r>
                      <a:r>
                        <a:rPr dirty="0" sz="1400" b="1">
                          <a:solidFill>
                            <a:srgbClr val="0000FF"/>
                          </a:solidFill>
                          <a:latin typeface="Courier New"/>
                          <a:cs typeface="Courier New"/>
                        </a:rPr>
                        <a:t>	saldo,</a:t>
                      </a:r>
                      <a:r>
                        <a:rPr dirty="0" sz="1400" spc="-30" b="1">
                          <a:solidFill>
                            <a:srgbClr val="0000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400" spc="-25" b="1">
                          <a:solidFill>
                            <a:srgbClr val="0000FF"/>
                          </a:solidFill>
                          <a:latin typeface="Courier New"/>
                          <a:cs typeface="Courier New"/>
                        </a:rPr>
                        <a:t>r1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B="0" marT="7874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dirty="0" sz="1400">
                          <a:latin typeface="Arial MT"/>
                          <a:cs typeface="Arial MT"/>
                        </a:rPr>
                        <a:t>saldo=120</a:t>
                      </a:r>
                      <a:r>
                        <a:rPr dirty="0" sz="1400" spc="-4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 spc="-10">
                          <a:latin typeface="Arial MT"/>
                          <a:cs typeface="Arial MT"/>
                        </a:rPr>
                        <a:t>r1=120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7874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  <a:tr h="395605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  <a:tabLst>
                          <a:tab pos="999490" algn="l"/>
                        </a:tabLst>
                      </a:pPr>
                      <a:r>
                        <a:rPr dirty="0" sz="1400" spc="-20" b="1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load</a:t>
                      </a:r>
                      <a:r>
                        <a:rPr dirty="0" sz="1400" b="1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	r1,</a:t>
                      </a:r>
                      <a:r>
                        <a:rPr dirty="0" sz="1400" spc="-25" b="1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400" spc="-10" b="1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saldo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B="0" marT="7874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dirty="0" sz="1400">
                          <a:latin typeface="Arial MT"/>
                          <a:cs typeface="Arial MT"/>
                        </a:rPr>
                        <a:t>saldo=120</a:t>
                      </a:r>
                      <a:r>
                        <a:rPr dirty="0" sz="1400" spc="-4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 spc="-10">
                          <a:latin typeface="Arial MT"/>
                          <a:cs typeface="Arial MT"/>
                        </a:rPr>
                        <a:t>r1=120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7874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  <a:tr h="395605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  <a:tabLst>
                          <a:tab pos="969010" algn="l"/>
                        </a:tabLst>
                      </a:pPr>
                      <a:r>
                        <a:rPr dirty="0" sz="1400" spc="-25" b="1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add</a:t>
                      </a:r>
                      <a:r>
                        <a:rPr dirty="0" sz="1400" b="1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	r1,</a:t>
                      </a:r>
                      <a:r>
                        <a:rPr dirty="0" sz="1400" spc="-25" b="1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400" b="1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r1,</a:t>
                      </a:r>
                      <a:r>
                        <a:rPr dirty="0" sz="1400" spc="-15" b="1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400" spc="-25" b="1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10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B="0" marT="7874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dirty="0" sz="1400">
                          <a:latin typeface="Arial MT"/>
                          <a:cs typeface="Arial MT"/>
                        </a:rPr>
                        <a:t>saldo=120</a:t>
                      </a:r>
                      <a:r>
                        <a:rPr dirty="0" sz="1400" spc="-4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 spc="-10">
                          <a:latin typeface="Arial MT"/>
                          <a:cs typeface="Arial MT"/>
                        </a:rPr>
                        <a:t>r1=</a:t>
                      </a:r>
                      <a:r>
                        <a:rPr dirty="0" sz="1400" spc="-10" b="1">
                          <a:latin typeface="Arial"/>
                          <a:cs typeface="Arial"/>
                        </a:rPr>
                        <a:t>130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7874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  <a:tr h="395605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  <a:tabLst>
                          <a:tab pos="999490" algn="l"/>
                        </a:tabLst>
                      </a:pPr>
                      <a:r>
                        <a:rPr dirty="0" sz="1400" spc="-10" b="1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store</a:t>
                      </a:r>
                      <a:r>
                        <a:rPr dirty="0" sz="1400" b="1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	saldo,</a:t>
                      </a:r>
                      <a:r>
                        <a:rPr dirty="0" sz="1400" spc="-30" b="1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400" spc="-25" b="1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r1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B="0" marT="7874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dirty="0" sz="1400" b="1">
                          <a:latin typeface="Arial"/>
                          <a:cs typeface="Arial"/>
                        </a:rPr>
                        <a:t>saldo=130</a:t>
                      </a:r>
                      <a:r>
                        <a:rPr dirty="0" sz="1400" spc="-4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10">
                          <a:latin typeface="Arial MT"/>
                          <a:cs typeface="Arial MT"/>
                        </a:rPr>
                        <a:t>r1=130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7874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0650">
              <a:lnSpc>
                <a:spcPct val="100000"/>
              </a:lnSpc>
              <a:spcBef>
                <a:spcPts val="140"/>
              </a:spcBef>
            </a:pPr>
            <a:r>
              <a:rPr dirty="0" spc="50"/>
              <a:t>Ejemplo</a:t>
            </a:r>
          </a:p>
        </p:txBody>
      </p:sp>
      <p:graphicFrame>
        <p:nvGraphicFramePr>
          <p:cNvPr id="3" name="object 3" descr=""/>
          <p:cNvGraphicFramePr>
            <a:graphicFrameLocks noGrp="1"/>
          </p:cNvGraphicFramePr>
          <p:nvPr/>
        </p:nvGraphicFramePr>
        <p:xfrm>
          <a:off x="888237" y="2086012"/>
          <a:ext cx="7324725" cy="24193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19500"/>
                <a:gridCol w="3619500"/>
              </a:tblGrid>
              <a:tr h="395605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  <a:tabLst>
                          <a:tab pos="999490" algn="l"/>
                        </a:tabLst>
                      </a:pPr>
                      <a:r>
                        <a:rPr dirty="0" sz="1400" spc="-20" b="1">
                          <a:solidFill>
                            <a:srgbClr val="0000FF"/>
                          </a:solidFill>
                          <a:latin typeface="Courier New"/>
                          <a:cs typeface="Courier New"/>
                        </a:rPr>
                        <a:t>load</a:t>
                      </a:r>
                      <a:r>
                        <a:rPr dirty="0" sz="1400" b="1">
                          <a:solidFill>
                            <a:srgbClr val="0000FF"/>
                          </a:solidFill>
                          <a:latin typeface="Courier New"/>
                          <a:cs typeface="Courier New"/>
                        </a:rPr>
                        <a:t>	r1,</a:t>
                      </a:r>
                      <a:r>
                        <a:rPr dirty="0" sz="1400" spc="-25" b="1">
                          <a:solidFill>
                            <a:srgbClr val="0000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400" spc="-10" b="1">
                          <a:solidFill>
                            <a:srgbClr val="0000FF"/>
                          </a:solidFill>
                          <a:latin typeface="Courier New"/>
                          <a:cs typeface="Courier New"/>
                        </a:rPr>
                        <a:t>saldo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B="0" marT="7874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dirty="0" sz="1400">
                          <a:latin typeface="Arial MT"/>
                          <a:cs typeface="Arial MT"/>
                        </a:rPr>
                        <a:t>saldo=100</a:t>
                      </a:r>
                      <a:r>
                        <a:rPr dirty="0" sz="1400" spc="-4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 spc="-10">
                          <a:latin typeface="Arial MT"/>
                          <a:cs typeface="Arial MT"/>
                        </a:rPr>
                        <a:t>r1=100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7874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  <a:tr h="395605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15"/>
                        </a:spcBef>
                        <a:tabLst>
                          <a:tab pos="969010" algn="l"/>
                        </a:tabLst>
                      </a:pPr>
                      <a:r>
                        <a:rPr dirty="0" sz="1400" spc="-25" b="1">
                          <a:solidFill>
                            <a:srgbClr val="0000FF"/>
                          </a:solidFill>
                          <a:latin typeface="Courier New"/>
                          <a:cs typeface="Courier New"/>
                        </a:rPr>
                        <a:t>add</a:t>
                      </a:r>
                      <a:r>
                        <a:rPr dirty="0" sz="1400" b="1">
                          <a:solidFill>
                            <a:srgbClr val="0000FF"/>
                          </a:solidFill>
                          <a:latin typeface="Courier New"/>
                          <a:cs typeface="Courier New"/>
                        </a:rPr>
                        <a:t>	r1,</a:t>
                      </a:r>
                      <a:r>
                        <a:rPr dirty="0" sz="1400" spc="-25" b="1">
                          <a:solidFill>
                            <a:srgbClr val="0000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400" b="1">
                          <a:solidFill>
                            <a:srgbClr val="0000FF"/>
                          </a:solidFill>
                          <a:latin typeface="Courier New"/>
                          <a:cs typeface="Courier New"/>
                        </a:rPr>
                        <a:t>r1,</a:t>
                      </a:r>
                      <a:r>
                        <a:rPr dirty="0" sz="1400" spc="-15" b="1">
                          <a:solidFill>
                            <a:srgbClr val="0000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400" spc="-25" b="1">
                          <a:solidFill>
                            <a:srgbClr val="0000FF"/>
                          </a:solidFill>
                          <a:latin typeface="Courier New"/>
                          <a:cs typeface="Courier New"/>
                        </a:rPr>
                        <a:t>20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B="0" marT="78105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dirty="0" sz="1400">
                          <a:latin typeface="Arial MT"/>
                          <a:cs typeface="Arial MT"/>
                        </a:rPr>
                        <a:t>saldo=100</a:t>
                      </a:r>
                      <a:r>
                        <a:rPr dirty="0" sz="1400" spc="-4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 spc="-10" b="1">
                          <a:latin typeface="Arial"/>
                          <a:cs typeface="Arial"/>
                        </a:rPr>
                        <a:t>r1=120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78105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  <a:tr h="395605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  <a:tabLst>
                          <a:tab pos="999490" algn="l"/>
                        </a:tabLst>
                      </a:pPr>
                      <a:r>
                        <a:rPr dirty="0" sz="1400" spc="-20" b="1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load</a:t>
                      </a:r>
                      <a:r>
                        <a:rPr dirty="0" sz="1400" b="1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	r1,</a:t>
                      </a:r>
                      <a:r>
                        <a:rPr dirty="0" sz="1400" spc="-25" b="1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400" spc="-10" b="1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saldo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B="0" marT="7874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dirty="0" sz="1400">
                          <a:latin typeface="Arial MT"/>
                          <a:cs typeface="Arial MT"/>
                        </a:rPr>
                        <a:t>saldo=100</a:t>
                      </a:r>
                      <a:r>
                        <a:rPr dirty="0" sz="1400" spc="-4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 spc="-10" b="1">
                          <a:latin typeface="Arial"/>
                          <a:cs typeface="Arial"/>
                        </a:rPr>
                        <a:t>r1=100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7874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  <a:tr h="395605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  <a:tabLst>
                          <a:tab pos="999490" algn="l"/>
                        </a:tabLst>
                      </a:pPr>
                      <a:r>
                        <a:rPr dirty="0" sz="1400" spc="-10" b="1">
                          <a:solidFill>
                            <a:srgbClr val="0000FF"/>
                          </a:solidFill>
                          <a:latin typeface="Courier New"/>
                          <a:cs typeface="Courier New"/>
                        </a:rPr>
                        <a:t>store</a:t>
                      </a:r>
                      <a:r>
                        <a:rPr dirty="0" sz="1400" b="1">
                          <a:solidFill>
                            <a:srgbClr val="0000FF"/>
                          </a:solidFill>
                          <a:latin typeface="Courier New"/>
                          <a:cs typeface="Courier New"/>
                        </a:rPr>
                        <a:t>	saldo,</a:t>
                      </a:r>
                      <a:r>
                        <a:rPr dirty="0" sz="1400" spc="-30" b="1">
                          <a:solidFill>
                            <a:srgbClr val="0000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400" spc="-25" b="1">
                          <a:solidFill>
                            <a:srgbClr val="0000FF"/>
                          </a:solidFill>
                          <a:latin typeface="Courier New"/>
                          <a:cs typeface="Courier New"/>
                        </a:rPr>
                        <a:t>r1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B="0" marT="7874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dirty="0" sz="1400" b="1">
                          <a:latin typeface="Arial"/>
                          <a:cs typeface="Arial"/>
                        </a:rPr>
                        <a:t>saldo=100</a:t>
                      </a:r>
                      <a:r>
                        <a:rPr dirty="0" sz="1400" spc="-4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10">
                          <a:latin typeface="Arial MT"/>
                          <a:cs typeface="Arial MT"/>
                        </a:rPr>
                        <a:t>r1=100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7874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  <a:tr h="395605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  <a:tabLst>
                          <a:tab pos="969010" algn="l"/>
                        </a:tabLst>
                      </a:pPr>
                      <a:r>
                        <a:rPr dirty="0" sz="1400" spc="-25" b="1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add</a:t>
                      </a:r>
                      <a:r>
                        <a:rPr dirty="0" sz="1400" b="1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	r1,</a:t>
                      </a:r>
                      <a:r>
                        <a:rPr dirty="0" sz="1400" spc="-25" b="1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400" b="1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r1,</a:t>
                      </a:r>
                      <a:r>
                        <a:rPr dirty="0" sz="1400" spc="-15" b="1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400" spc="-25" b="1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10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B="0" marT="7874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dirty="0" sz="1400">
                          <a:latin typeface="Arial MT"/>
                          <a:cs typeface="Arial MT"/>
                        </a:rPr>
                        <a:t>saldo=100</a:t>
                      </a:r>
                      <a:r>
                        <a:rPr dirty="0" sz="1400" spc="-4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 spc="-10" b="1">
                          <a:latin typeface="Arial"/>
                          <a:cs typeface="Arial"/>
                        </a:rPr>
                        <a:t>r1=110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7874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  <a:tr h="441325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  <a:tabLst>
                          <a:tab pos="999490" algn="l"/>
                        </a:tabLst>
                      </a:pPr>
                      <a:r>
                        <a:rPr dirty="0" sz="1400" spc="-10" b="1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store</a:t>
                      </a:r>
                      <a:r>
                        <a:rPr dirty="0" sz="1400" b="1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	saldo,</a:t>
                      </a:r>
                      <a:r>
                        <a:rPr dirty="0" sz="1400" spc="-30" b="1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400" spc="-25" b="1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r1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B="0" marT="7874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r>
                        <a:rPr dirty="0" sz="1700" spc="-30" b="1">
                          <a:latin typeface="Arial"/>
                          <a:cs typeface="Arial"/>
                        </a:rPr>
                        <a:t>saldo=110</a:t>
                      </a:r>
                      <a:r>
                        <a:rPr dirty="0" sz="1700" spc="-9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10">
                          <a:latin typeface="Arial MT"/>
                          <a:cs typeface="Arial MT"/>
                        </a:rPr>
                        <a:t>r1=110</a:t>
                      </a:r>
                      <a:r>
                        <a:rPr dirty="0" sz="1400" spc="-4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5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Se</a:t>
                      </a:r>
                      <a:r>
                        <a:rPr dirty="0" sz="1500" spc="-25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5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perdieron</a:t>
                      </a:r>
                      <a:r>
                        <a:rPr dirty="0" sz="1500" spc="-25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500" spc="-1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$20!!!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B="0" marT="76835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0650">
              <a:lnSpc>
                <a:spcPct val="100000"/>
              </a:lnSpc>
              <a:spcBef>
                <a:spcPts val="140"/>
              </a:spcBef>
            </a:pPr>
            <a:r>
              <a:rPr dirty="0" spc="100"/>
              <a:t>Un</a:t>
            </a:r>
            <a:r>
              <a:rPr dirty="0" spc="-95"/>
              <a:t> </a:t>
            </a:r>
            <a:r>
              <a:rPr dirty="0"/>
              <a:t>típico</a:t>
            </a:r>
            <a:r>
              <a:rPr dirty="0" spc="-95"/>
              <a:t> </a:t>
            </a:r>
            <a:r>
              <a:rPr dirty="0" spc="85"/>
              <a:t>proceso</a:t>
            </a:r>
            <a:r>
              <a:rPr dirty="0" spc="-95"/>
              <a:t> </a:t>
            </a:r>
            <a:r>
              <a:rPr dirty="0" spc="70"/>
              <a:t>para</a:t>
            </a:r>
            <a:r>
              <a:rPr dirty="0" spc="-95"/>
              <a:t> </a:t>
            </a:r>
            <a:r>
              <a:rPr dirty="0" spc="65"/>
              <a:t>procesar</a:t>
            </a:r>
            <a:r>
              <a:rPr dirty="0" spc="-145"/>
              <a:t> </a:t>
            </a:r>
            <a:r>
              <a:rPr dirty="0" spc="55"/>
              <a:t>transacciones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802475" y="2143264"/>
            <a:ext cx="5664200" cy="23837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b="1">
                <a:solidFill>
                  <a:srgbClr val="595959"/>
                </a:solidFill>
                <a:latin typeface="Courier New"/>
                <a:cs typeface="Courier New"/>
              </a:rPr>
              <a:t>while(true)</a:t>
            </a:r>
            <a:r>
              <a:rPr dirty="0" sz="1700" spc="-170" b="1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1700" spc="-50" b="1">
                <a:solidFill>
                  <a:srgbClr val="595959"/>
                </a:solidFill>
                <a:latin typeface="Courier New"/>
                <a:cs typeface="Courier New"/>
              </a:rPr>
              <a:t>{</a:t>
            </a:r>
            <a:endParaRPr sz="1700">
              <a:latin typeface="Courier New"/>
              <a:cs typeface="Courier New"/>
            </a:endParaRPr>
          </a:p>
          <a:p>
            <a:pPr marL="469900" marR="5080">
              <a:lnSpc>
                <a:spcPct val="173800"/>
              </a:lnSpc>
            </a:pPr>
            <a:r>
              <a:rPr dirty="0" sz="1700" b="1">
                <a:solidFill>
                  <a:srgbClr val="595959"/>
                </a:solidFill>
                <a:latin typeface="Courier New"/>
                <a:cs typeface="Courier New"/>
              </a:rPr>
              <a:t>int</a:t>
            </a:r>
            <a:r>
              <a:rPr dirty="0" sz="1700" spc="-90" b="1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1700" b="1">
                <a:solidFill>
                  <a:srgbClr val="595959"/>
                </a:solidFill>
                <a:latin typeface="Courier New"/>
                <a:cs typeface="Courier New"/>
              </a:rPr>
              <a:t>transferencia</a:t>
            </a:r>
            <a:r>
              <a:rPr dirty="0" sz="1700" spc="-85" b="1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1700" b="1">
                <a:solidFill>
                  <a:srgbClr val="595959"/>
                </a:solidFill>
                <a:latin typeface="Courier New"/>
                <a:cs typeface="Courier New"/>
              </a:rPr>
              <a:t>=</a:t>
            </a:r>
            <a:r>
              <a:rPr dirty="0" sz="1700" spc="-85" b="1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1700" spc="-10" b="1">
                <a:solidFill>
                  <a:srgbClr val="595959"/>
                </a:solidFill>
                <a:latin typeface="Courier New"/>
                <a:cs typeface="Courier New"/>
              </a:rPr>
              <a:t>nextTransferencia(); </a:t>
            </a:r>
            <a:r>
              <a:rPr dirty="0" sz="1700" b="1">
                <a:solidFill>
                  <a:srgbClr val="595959"/>
                </a:solidFill>
                <a:latin typeface="Courier New"/>
                <a:cs typeface="Courier New"/>
              </a:rPr>
              <a:t>int</a:t>
            </a:r>
            <a:r>
              <a:rPr dirty="0" sz="1700" spc="-50" b="1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1700" b="1">
                <a:solidFill>
                  <a:srgbClr val="595959"/>
                </a:solidFill>
                <a:latin typeface="Courier New"/>
                <a:cs typeface="Courier New"/>
              </a:rPr>
              <a:t>saldo</a:t>
            </a:r>
            <a:r>
              <a:rPr dirty="0" sz="1700" spc="-45" b="1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1700" b="1">
                <a:solidFill>
                  <a:srgbClr val="595959"/>
                </a:solidFill>
                <a:latin typeface="Courier New"/>
                <a:cs typeface="Courier New"/>
              </a:rPr>
              <a:t>=</a:t>
            </a:r>
            <a:r>
              <a:rPr dirty="0" sz="1700" spc="-45" b="1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1700" spc="-10" b="1">
                <a:solidFill>
                  <a:srgbClr val="595959"/>
                </a:solidFill>
                <a:latin typeface="Courier New"/>
                <a:cs typeface="Courier New"/>
              </a:rPr>
              <a:t>obtenerSaldo();</a:t>
            </a:r>
            <a:endParaRPr sz="1700">
              <a:latin typeface="Courier New"/>
              <a:cs typeface="Courier New"/>
            </a:endParaRPr>
          </a:p>
          <a:p>
            <a:pPr marL="469900" marR="2336800">
              <a:lnSpc>
                <a:spcPct val="173800"/>
              </a:lnSpc>
            </a:pPr>
            <a:r>
              <a:rPr dirty="0" sz="1700" b="1">
                <a:solidFill>
                  <a:srgbClr val="595959"/>
                </a:solidFill>
                <a:latin typeface="Courier New"/>
                <a:cs typeface="Courier New"/>
              </a:rPr>
              <a:t>saldo</a:t>
            </a:r>
            <a:r>
              <a:rPr dirty="0" sz="1700" spc="-55" b="1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1700" b="1">
                <a:solidFill>
                  <a:srgbClr val="595959"/>
                </a:solidFill>
                <a:latin typeface="Courier New"/>
                <a:cs typeface="Courier New"/>
              </a:rPr>
              <a:t>+=</a:t>
            </a:r>
            <a:r>
              <a:rPr dirty="0" sz="1700" spc="-55" b="1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1700" spc="-10" b="1">
                <a:solidFill>
                  <a:srgbClr val="595959"/>
                </a:solidFill>
                <a:latin typeface="Courier New"/>
                <a:cs typeface="Courier New"/>
              </a:rPr>
              <a:t>transferencia guardarSaldo(saldo)</a:t>
            </a:r>
            <a:endParaRPr sz="17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05"/>
              </a:spcBef>
            </a:pPr>
            <a:r>
              <a:rPr dirty="0" sz="1700" spc="-50" b="1">
                <a:solidFill>
                  <a:srgbClr val="595959"/>
                </a:solidFill>
                <a:latin typeface="Courier New"/>
                <a:cs typeface="Courier New"/>
              </a:rPr>
              <a:t>}</a:t>
            </a:r>
            <a:endParaRPr sz="17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0650">
              <a:lnSpc>
                <a:spcPct val="100000"/>
              </a:lnSpc>
              <a:spcBef>
                <a:spcPts val="140"/>
              </a:spcBef>
            </a:pPr>
            <a:r>
              <a:rPr dirty="0" spc="100"/>
              <a:t>Un</a:t>
            </a:r>
            <a:r>
              <a:rPr dirty="0" spc="-95"/>
              <a:t> </a:t>
            </a:r>
            <a:r>
              <a:rPr dirty="0"/>
              <a:t>típico</a:t>
            </a:r>
            <a:r>
              <a:rPr dirty="0" spc="-95"/>
              <a:t> </a:t>
            </a:r>
            <a:r>
              <a:rPr dirty="0" spc="85"/>
              <a:t>proceso</a:t>
            </a:r>
            <a:r>
              <a:rPr dirty="0" spc="-95"/>
              <a:t> </a:t>
            </a:r>
            <a:r>
              <a:rPr dirty="0" spc="70"/>
              <a:t>para</a:t>
            </a:r>
            <a:r>
              <a:rPr dirty="0" spc="-95"/>
              <a:t> </a:t>
            </a:r>
            <a:r>
              <a:rPr dirty="0" spc="65"/>
              <a:t>procesar</a:t>
            </a:r>
            <a:r>
              <a:rPr dirty="0" spc="-145"/>
              <a:t> </a:t>
            </a:r>
            <a:r>
              <a:rPr dirty="0" spc="55"/>
              <a:t>transacciones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2801099" y="3214674"/>
            <a:ext cx="2914015" cy="1583690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wrap="square" lIns="0" tIns="83820" rIns="0" bIns="0" rtlCol="0" vert="horz">
            <a:spAutoFit/>
          </a:bodyPr>
          <a:lstStyle/>
          <a:p>
            <a:pPr marL="85725">
              <a:lnSpc>
                <a:spcPct val="100000"/>
              </a:lnSpc>
              <a:spcBef>
                <a:spcPts val="660"/>
              </a:spcBef>
            </a:pPr>
            <a:r>
              <a:rPr dirty="0" sz="700" b="1">
                <a:solidFill>
                  <a:srgbClr val="595959"/>
                </a:solidFill>
                <a:latin typeface="Courier New"/>
                <a:cs typeface="Courier New"/>
              </a:rPr>
              <a:t>while(true)</a:t>
            </a:r>
            <a:r>
              <a:rPr dirty="0" sz="700" spc="-45" b="1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700" spc="-50" b="1">
                <a:solidFill>
                  <a:srgbClr val="595959"/>
                </a:solidFill>
                <a:latin typeface="Courier New"/>
                <a:cs typeface="Courier New"/>
              </a:rPr>
              <a:t>{</a:t>
            </a:r>
            <a:endParaRPr sz="700">
              <a:latin typeface="Courier New"/>
              <a:cs typeface="Courier New"/>
            </a:endParaRPr>
          </a:p>
          <a:p>
            <a:pPr marL="542925" marR="183515">
              <a:lnSpc>
                <a:spcPct val="260300"/>
              </a:lnSpc>
            </a:pPr>
            <a:r>
              <a:rPr dirty="0" sz="700" b="1">
                <a:solidFill>
                  <a:srgbClr val="595959"/>
                </a:solidFill>
                <a:latin typeface="Courier New"/>
                <a:cs typeface="Courier New"/>
              </a:rPr>
              <a:t>int</a:t>
            </a:r>
            <a:r>
              <a:rPr dirty="0" sz="700" spc="-20" b="1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700" b="1">
                <a:solidFill>
                  <a:srgbClr val="595959"/>
                </a:solidFill>
                <a:latin typeface="Courier New"/>
                <a:cs typeface="Courier New"/>
              </a:rPr>
              <a:t>transferencia</a:t>
            </a:r>
            <a:r>
              <a:rPr dirty="0" sz="700" spc="-20" b="1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700" b="1">
                <a:solidFill>
                  <a:srgbClr val="595959"/>
                </a:solidFill>
                <a:latin typeface="Courier New"/>
                <a:cs typeface="Courier New"/>
              </a:rPr>
              <a:t>=</a:t>
            </a:r>
            <a:r>
              <a:rPr dirty="0" sz="700" spc="-15" b="1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700" spc="-10" b="1">
                <a:solidFill>
                  <a:srgbClr val="595959"/>
                </a:solidFill>
                <a:latin typeface="Courier New"/>
                <a:cs typeface="Courier New"/>
              </a:rPr>
              <a:t>nextTransferencia(); </a:t>
            </a:r>
            <a:r>
              <a:rPr dirty="0" sz="700" b="1">
                <a:solidFill>
                  <a:srgbClr val="595959"/>
                </a:solidFill>
                <a:latin typeface="Courier New"/>
                <a:cs typeface="Courier New"/>
              </a:rPr>
              <a:t>int</a:t>
            </a:r>
            <a:r>
              <a:rPr dirty="0" sz="700" spc="-15" b="1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700" b="1">
                <a:solidFill>
                  <a:srgbClr val="595959"/>
                </a:solidFill>
                <a:latin typeface="Courier New"/>
                <a:cs typeface="Courier New"/>
              </a:rPr>
              <a:t>saldo</a:t>
            </a:r>
            <a:r>
              <a:rPr dirty="0" sz="700" spc="-5" b="1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700" b="1">
                <a:solidFill>
                  <a:srgbClr val="595959"/>
                </a:solidFill>
                <a:latin typeface="Courier New"/>
                <a:cs typeface="Courier New"/>
              </a:rPr>
              <a:t>=</a:t>
            </a:r>
            <a:r>
              <a:rPr dirty="0" sz="700" spc="-5" b="1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700" spc="-10" b="1">
                <a:solidFill>
                  <a:srgbClr val="595959"/>
                </a:solidFill>
                <a:latin typeface="Courier New"/>
                <a:cs typeface="Courier New"/>
              </a:rPr>
              <a:t>obtenerSaldo();</a:t>
            </a:r>
            <a:endParaRPr sz="700">
              <a:latin typeface="Courier New"/>
              <a:cs typeface="Courier New"/>
            </a:endParaRPr>
          </a:p>
          <a:p>
            <a:pPr marL="542925" marR="1164590">
              <a:lnSpc>
                <a:spcPct val="260300"/>
              </a:lnSpc>
            </a:pPr>
            <a:r>
              <a:rPr dirty="0" sz="700" b="1">
                <a:solidFill>
                  <a:srgbClr val="595959"/>
                </a:solidFill>
                <a:latin typeface="Courier New"/>
                <a:cs typeface="Courier New"/>
              </a:rPr>
              <a:t>saldo</a:t>
            </a:r>
            <a:r>
              <a:rPr dirty="0" sz="700" spc="-10" b="1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700" b="1">
                <a:solidFill>
                  <a:srgbClr val="595959"/>
                </a:solidFill>
                <a:latin typeface="Courier New"/>
                <a:cs typeface="Courier New"/>
              </a:rPr>
              <a:t>+=</a:t>
            </a:r>
            <a:r>
              <a:rPr dirty="0" sz="700" spc="-5" b="1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700" spc="-10" b="1">
                <a:solidFill>
                  <a:srgbClr val="595959"/>
                </a:solidFill>
                <a:latin typeface="Courier New"/>
                <a:cs typeface="Courier New"/>
              </a:rPr>
              <a:t>transferencia guardarSaldo(saldo)</a:t>
            </a:r>
            <a:endParaRPr sz="700">
              <a:latin typeface="Courier New"/>
              <a:cs typeface="Courier New"/>
            </a:endParaRPr>
          </a:p>
          <a:p>
            <a:pPr marL="85725">
              <a:lnSpc>
                <a:spcPct val="100000"/>
              </a:lnSpc>
              <a:spcBef>
                <a:spcPts val="145"/>
              </a:spcBef>
            </a:pPr>
            <a:r>
              <a:rPr dirty="0" sz="700" spc="-50" b="1">
                <a:solidFill>
                  <a:srgbClr val="595959"/>
                </a:solidFill>
                <a:latin typeface="Courier New"/>
                <a:cs typeface="Courier New"/>
              </a:rPr>
              <a:t>}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476375" y="2119349"/>
            <a:ext cx="1143000" cy="452755"/>
          </a:xfrm>
          <a:prstGeom prst="rect">
            <a:avLst/>
          </a:prstGeom>
          <a:solidFill>
            <a:srgbClr val="E9EDEE"/>
          </a:solidFill>
          <a:ln w="9524">
            <a:solidFill>
              <a:srgbClr val="1A1A1A"/>
            </a:solidFill>
          </a:ln>
        </p:spPr>
        <p:txBody>
          <a:bodyPr wrap="square" lIns="0" tIns="19685" rIns="0" bIns="0" rtlCol="0" vert="horz">
            <a:spAutoFit/>
          </a:bodyPr>
          <a:lstStyle/>
          <a:p>
            <a:pPr marL="289560" marR="278765" indent="-3175">
              <a:lnSpc>
                <a:spcPts val="1650"/>
              </a:lnSpc>
              <a:spcBef>
                <a:spcPts val="155"/>
              </a:spcBef>
            </a:pPr>
            <a:r>
              <a:rPr dirty="0" sz="1400" spc="-10">
                <a:latin typeface="Arial MT"/>
                <a:cs typeface="Arial MT"/>
              </a:rPr>
              <a:t>Worker Thread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2962275" y="2119349"/>
            <a:ext cx="1143000" cy="452755"/>
          </a:xfrm>
          <a:prstGeom prst="rect">
            <a:avLst/>
          </a:prstGeom>
          <a:solidFill>
            <a:srgbClr val="E9EDEE"/>
          </a:solidFill>
          <a:ln w="9524">
            <a:solidFill>
              <a:srgbClr val="1A1A1A"/>
            </a:solidFill>
          </a:ln>
        </p:spPr>
        <p:txBody>
          <a:bodyPr wrap="square" lIns="0" tIns="19685" rIns="0" bIns="0" rtlCol="0" vert="horz">
            <a:spAutoFit/>
          </a:bodyPr>
          <a:lstStyle/>
          <a:p>
            <a:pPr marL="289560" marR="278765" indent="-3175">
              <a:lnSpc>
                <a:spcPts val="1650"/>
              </a:lnSpc>
              <a:spcBef>
                <a:spcPts val="155"/>
              </a:spcBef>
            </a:pPr>
            <a:r>
              <a:rPr dirty="0" sz="1400" spc="-10">
                <a:latin typeface="Arial MT"/>
                <a:cs typeface="Arial MT"/>
              </a:rPr>
              <a:t>Worker Thread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4572000" y="2119349"/>
            <a:ext cx="1143000" cy="452755"/>
          </a:xfrm>
          <a:prstGeom prst="rect">
            <a:avLst/>
          </a:prstGeom>
          <a:solidFill>
            <a:srgbClr val="E9EDEE"/>
          </a:solidFill>
          <a:ln w="9524">
            <a:solidFill>
              <a:srgbClr val="1A1A1A"/>
            </a:solidFill>
          </a:ln>
        </p:spPr>
        <p:txBody>
          <a:bodyPr wrap="square" lIns="0" tIns="19685" rIns="0" bIns="0" rtlCol="0" vert="horz">
            <a:spAutoFit/>
          </a:bodyPr>
          <a:lstStyle/>
          <a:p>
            <a:pPr marL="289560" marR="278765" indent="-3175">
              <a:lnSpc>
                <a:spcPts val="1650"/>
              </a:lnSpc>
              <a:spcBef>
                <a:spcPts val="155"/>
              </a:spcBef>
            </a:pPr>
            <a:r>
              <a:rPr dirty="0" sz="1400" spc="-10">
                <a:latin typeface="Arial MT"/>
                <a:cs typeface="Arial MT"/>
              </a:rPr>
              <a:t>Worker Thread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6374600" y="2119349"/>
            <a:ext cx="1143000" cy="452755"/>
          </a:xfrm>
          <a:prstGeom prst="rect">
            <a:avLst/>
          </a:prstGeom>
          <a:solidFill>
            <a:srgbClr val="E9EDEE"/>
          </a:solidFill>
          <a:ln w="9524">
            <a:solidFill>
              <a:srgbClr val="1A1A1A"/>
            </a:solidFill>
          </a:ln>
        </p:spPr>
        <p:txBody>
          <a:bodyPr wrap="square" lIns="0" tIns="19685" rIns="0" bIns="0" rtlCol="0" vert="horz">
            <a:spAutoFit/>
          </a:bodyPr>
          <a:lstStyle/>
          <a:p>
            <a:pPr marL="289560" marR="278765" indent="-3175">
              <a:lnSpc>
                <a:spcPts val="1650"/>
              </a:lnSpc>
              <a:spcBef>
                <a:spcPts val="155"/>
              </a:spcBef>
            </a:pPr>
            <a:r>
              <a:rPr dirty="0" sz="1400" spc="-10">
                <a:latin typeface="Arial MT"/>
                <a:cs typeface="Arial MT"/>
              </a:rPr>
              <a:t>Worker Thread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2043112" y="2566987"/>
            <a:ext cx="4907915" cy="654685"/>
            <a:chOff x="2043112" y="2566987"/>
            <a:chExt cx="4907915" cy="654685"/>
          </a:xfrm>
        </p:grpSpPr>
        <p:sp>
          <p:nvSpPr>
            <p:cNvPr id="9" name="object 9" descr=""/>
            <p:cNvSpPr/>
            <p:nvPr/>
          </p:nvSpPr>
          <p:spPr>
            <a:xfrm>
              <a:off x="2047875" y="2571750"/>
              <a:ext cx="2155825" cy="627380"/>
            </a:xfrm>
            <a:custGeom>
              <a:avLst/>
              <a:gdLst/>
              <a:ahLst/>
              <a:cxnLst/>
              <a:rect l="l" t="t" r="r" b="b"/>
              <a:pathLst>
                <a:path w="2155825" h="627380">
                  <a:moveTo>
                    <a:pt x="0" y="0"/>
                  </a:moveTo>
                  <a:lnTo>
                    <a:pt x="2155224" y="626937"/>
                  </a:lnTo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4198704" y="3183580"/>
              <a:ext cx="46355" cy="30480"/>
            </a:xfrm>
            <a:custGeom>
              <a:avLst/>
              <a:gdLst/>
              <a:ahLst/>
              <a:cxnLst/>
              <a:rect l="l" t="t" r="r" b="b"/>
              <a:pathLst>
                <a:path w="46354" h="30480">
                  <a:moveTo>
                    <a:pt x="0" y="30212"/>
                  </a:moveTo>
                  <a:lnTo>
                    <a:pt x="8789" y="0"/>
                  </a:lnTo>
                  <a:lnTo>
                    <a:pt x="45899" y="27179"/>
                  </a:lnTo>
                  <a:lnTo>
                    <a:pt x="0" y="30212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4198704" y="3183580"/>
              <a:ext cx="46355" cy="30480"/>
            </a:xfrm>
            <a:custGeom>
              <a:avLst/>
              <a:gdLst/>
              <a:ahLst/>
              <a:cxnLst/>
              <a:rect l="l" t="t" r="r" b="b"/>
              <a:pathLst>
                <a:path w="46354" h="30480">
                  <a:moveTo>
                    <a:pt x="0" y="30212"/>
                  </a:moveTo>
                  <a:lnTo>
                    <a:pt x="45899" y="27179"/>
                  </a:lnTo>
                  <a:lnTo>
                    <a:pt x="8789" y="0"/>
                  </a:lnTo>
                  <a:lnTo>
                    <a:pt x="0" y="30212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3533775" y="2571750"/>
              <a:ext cx="681990" cy="605155"/>
            </a:xfrm>
            <a:custGeom>
              <a:avLst/>
              <a:gdLst/>
              <a:ahLst/>
              <a:cxnLst/>
              <a:rect l="l" t="t" r="r" b="b"/>
              <a:pathLst>
                <a:path w="681989" h="605155">
                  <a:moveTo>
                    <a:pt x="0" y="0"/>
                  </a:moveTo>
                  <a:lnTo>
                    <a:pt x="681461" y="604959"/>
                  </a:lnTo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4204791" y="3164943"/>
              <a:ext cx="43180" cy="40640"/>
            </a:xfrm>
            <a:custGeom>
              <a:avLst/>
              <a:gdLst/>
              <a:ahLst/>
              <a:cxnLst/>
              <a:rect l="l" t="t" r="r" b="b"/>
              <a:pathLst>
                <a:path w="43179" h="40639">
                  <a:moveTo>
                    <a:pt x="42770" y="40462"/>
                  </a:moveTo>
                  <a:lnTo>
                    <a:pt x="0" y="23531"/>
                  </a:lnTo>
                  <a:lnTo>
                    <a:pt x="20889" y="0"/>
                  </a:lnTo>
                  <a:lnTo>
                    <a:pt x="42770" y="40462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4204791" y="3164943"/>
              <a:ext cx="43180" cy="40640"/>
            </a:xfrm>
            <a:custGeom>
              <a:avLst/>
              <a:gdLst/>
              <a:ahLst/>
              <a:cxnLst/>
              <a:rect l="l" t="t" r="r" b="b"/>
              <a:pathLst>
                <a:path w="43179" h="40639">
                  <a:moveTo>
                    <a:pt x="0" y="23531"/>
                  </a:moveTo>
                  <a:lnTo>
                    <a:pt x="42770" y="40462"/>
                  </a:lnTo>
                  <a:lnTo>
                    <a:pt x="20889" y="0"/>
                  </a:lnTo>
                  <a:lnTo>
                    <a:pt x="0" y="23531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4304148" y="2571750"/>
              <a:ext cx="839469" cy="609600"/>
            </a:xfrm>
            <a:custGeom>
              <a:avLst/>
              <a:gdLst/>
              <a:ahLst/>
              <a:cxnLst/>
              <a:rect l="l" t="t" r="r" b="b"/>
              <a:pathLst>
                <a:path w="839470" h="609600">
                  <a:moveTo>
                    <a:pt x="839351" y="0"/>
                  </a:moveTo>
                  <a:lnTo>
                    <a:pt x="0" y="609325"/>
                  </a:lnTo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4269168" y="3168344"/>
              <a:ext cx="44450" cy="38735"/>
            </a:xfrm>
            <a:custGeom>
              <a:avLst/>
              <a:gdLst/>
              <a:ahLst/>
              <a:cxnLst/>
              <a:rect l="l" t="t" r="r" b="b"/>
              <a:pathLst>
                <a:path w="44450" h="38735">
                  <a:moveTo>
                    <a:pt x="0" y="38125"/>
                  </a:moveTo>
                  <a:lnTo>
                    <a:pt x="25737" y="0"/>
                  </a:lnTo>
                  <a:lnTo>
                    <a:pt x="44222" y="25463"/>
                  </a:lnTo>
                  <a:lnTo>
                    <a:pt x="0" y="38125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4269168" y="3168344"/>
              <a:ext cx="44450" cy="38735"/>
            </a:xfrm>
            <a:custGeom>
              <a:avLst/>
              <a:gdLst/>
              <a:ahLst/>
              <a:cxnLst/>
              <a:rect l="l" t="t" r="r" b="b"/>
              <a:pathLst>
                <a:path w="44450" h="38735">
                  <a:moveTo>
                    <a:pt x="25737" y="0"/>
                  </a:moveTo>
                  <a:lnTo>
                    <a:pt x="0" y="38125"/>
                  </a:lnTo>
                  <a:lnTo>
                    <a:pt x="44222" y="25463"/>
                  </a:lnTo>
                  <a:lnTo>
                    <a:pt x="25737" y="0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4313682" y="2571750"/>
              <a:ext cx="2632710" cy="629920"/>
            </a:xfrm>
            <a:custGeom>
              <a:avLst/>
              <a:gdLst/>
              <a:ahLst/>
              <a:cxnLst/>
              <a:rect l="l" t="t" r="r" b="b"/>
              <a:pathLst>
                <a:path w="2632709" h="629919">
                  <a:moveTo>
                    <a:pt x="2632417" y="0"/>
                  </a:moveTo>
                  <a:lnTo>
                    <a:pt x="0" y="629605"/>
                  </a:lnTo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4271642" y="3186054"/>
              <a:ext cx="45720" cy="31115"/>
            </a:xfrm>
            <a:custGeom>
              <a:avLst/>
              <a:gdLst/>
              <a:ahLst/>
              <a:cxnLst/>
              <a:rect l="l" t="t" r="r" b="b"/>
              <a:pathLst>
                <a:path w="45720" h="31114">
                  <a:moveTo>
                    <a:pt x="45699" y="30602"/>
                  </a:moveTo>
                  <a:lnTo>
                    <a:pt x="0" y="25356"/>
                  </a:lnTo>
                  <a:lnTo>
                    <a:pt x="38379" y="0"/>
                  </a:lnTo>
                  <a:lnTo>
                    <a:pt x="45699" y="30602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4271642" y="3186054"/>
              <a:ext cx="45720" cy="31115"/>
            </a:xfrm>
            <a:custGeom>
              <a:avLst/>
              <a:gdLst/>
              <a:ahLst/>
              <a:cxnLst/>
              <a:rect l="l" t="t" r="r" b="b"/>
              <a:pathLst>
                <a:path w="45720" h="31114">
                  <a:moveTo>
                    <a:pt x="38379" y="0"/>
                  </a:moveTo>
                  <a:lnTo>
                    <a:pt x="0" y="25356"/>
                  </a:lnTo>
                  <a:lnTo>
                    <a:pt x="45699" y="30602"/>
                  </a:lnTo>
                  <a:lnTo>
                    <a:pt x="38379" y="0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0650">
              <a:lnSpc>
                <a:spcPct val="100000"/>
              </a:lnSpc>
              <a:spcBef>
                <a:spcPts val="140"/>
              </a:spcBef>
            </a:pPr>
            <a:r>
              <a:rPr dirty="0" spc="90"/>
              <a:t>Sección</a:t>
            </a:r>
            <a:r>
              <a:rPr dirty="0" spc="-125"/>
              <a:t> </a:t>
            </a:r>
            <a:r>
              <a:rPr dirty="0" spc="-10"/>
              <a:t>Crítica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802475" y="2145296"/>
            <a:ext cx="4445000" cy="9842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b="1">
                <a:solidFill>
                  <a:srgbClr val="595959"/>
                </a:solidFill>
                <a:latin typeface="Courier New"/>
                <a:cs typeface="Courier New"/>
              </a:rPr>
              <a:t>while(true)</a:t>
            </a:r>
            <a:r>
              <a:rPr dirty="0" sz="1300" spc="-55" b="1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1300" spc="-50" b="1">
                <a:solidFill>
                  <a:srgbClr val="595959"/>
                </a:solidFill>
                <a:latin typeface="Courier New"/>
                <a:cs typeface="Courier New"/>
              </a:rPr>
              <a:t>{</a:t>
            </a:r>
            <a:endParaRPr sz="1300">
              <a:latin typeface="Courier New"/>
              <a:cs typeface="Courier New"/>
            </a:endParaRPr>
          </a:p>
          <a:p>
            <a:pPr marL="469900" marR="5080">
              <a:lnSpc>
                <a:spcPct val="191900"/>
              </a:lnSpc>
            </a:pPr>
            <a:r>
              <a:rPr dirty="0" sz="1300" b="1">
                <a:solidFill>
                  <a:srgbClr val="595959"/>
                </a:solidFill>
                <a:latin typeface="Courier New"/>
                <a:cs typeface="Courier New"/>
              </a:rPr>
              <a:t>int</a:t>
            </a:r>
            <a:r>
              <a:rPr dirty="0" sz="1300" spc="-30" b="1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595959"/>
                </a:solidFill>
                <a:latin typeface="Courier New"/>
                <a:cs typeface="Courier New"/>
              </a:rPr>
              <a:t>transferencia</a:t>
            </a:r>
            <a:r>
              <a:rPr dirty="0" sz="1300" spc="-30" b="1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595959"/>
                </a:solidFill>
                <a:latin typeface="Courier New"/>
                <a:cs typeface="Courier New"/>
              </a:rPr>
              <a:t>=</a:t>
            </a:r>
            <a:r>
              <a:rPr dirty="0" sz="1300" spc="-25" b="1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1300" spc="-10" b="1">
                <a:solidFill>
                  <a:srgbClr val="595959"/>
                </a:solidFill>
                <a:latin typeface="Courier New"/>
                <a:cs typeface="Courier New"/>
              </a:rPr>
              <a:t>nextTransferencia(); </a:t>
            </a:r>
            <a:r>
              <a:rPr dirty="0" sz="1300" b="1">
                <a:solidFill>
                  <a:srgbClr val="595959"/>
                </a:solidFill>
                <a:latin typeface="Courier New"/>
                <a:cs typeface="Courier New"/>
              </a:rPr>
              <a:t>int</a:t>
            </a:r>
            <a:r>
              <a:rPr dirty="0" sz="1300" spc="-15" b="1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595959"/>
                </a:solidFill>
                <a:latin typeface="Courier New"/>
                <a:cs typeface="Courier New"/>
              </a:rPr>
              <a:t>saldo</a:t>
            </a:r>
            <a:r>
              <a:rPr dirty="0" sz="1300" spc="-15" b="1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595959"/>
                </a:solidFill>
                <a:latin typeface="Courier New"/>
                <a:cs typeface="Courier New"/>
              </a:rPr>
              <a:t>=</a:t>
            </a:r>
            <a:r>
              <a:rPr dirty="0" sz="1300" spc="-15" b="1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1300" spc="-10" b="1">
                <a:solidFill>
                  <a:srgbClr val="595959"/>
                </a:solidFill>
                <a:latin typeface="Courier New"/>
                <a:cs typeface="Courier New"/>
              </a:rPr>
              <a:t>obtenerSaldo();</a:t>
            </a:r>
            <a:endParaRPr sz="1300">
              <a:latin typeface="Courier New"/>
              <a:cs typeface="Courier New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259675" y="3286009"/>
            <a:ext cx="2204720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b="1">
                <a:solidFill>
                  <a:srgbClr val="595959"/>
                </a:solidFill>
                <a:latin typeface="Courier New"/>
                <a:cs typeface="Courier New"/>
              </a:rPr>
              <a:t>saldo</a:t>
            </a:r>
            <a:r>
              <a:rPr dirty="0" sz="1300" spc="-20" b="1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595959"/>
                </a:solidFill>
                <a:latin typeface="Courier New"/>
                <a:cs typeface="Courier New"/>
              </a:rPr>
              <a:t>+=</a:t>
            </a:r>
            <a:r>
              <a:rPr dirty="0" sz="1300" spc="-15" b="1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1300" spc="-10" b="1">
                <a:solidFill>
                  <a:srgbClr val="595959"/>
                </a:solidFill>
                <a:latin typeface="Courier New"/>
                <a:cs typeface="Courier New"/>
              </a:rPr>
              <a:t>transferencia</a:t>
            </a:r>
            <a:endParaRPr sz="1300">
              <a:latin typeface="Courier New"/>
              <a:cs typeface="Courier New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802475" y="3636529"/>
            <a:ext cx="2364740" cy="481330"/>
          </a:xfrm>
          <a:prstGeom prst="rect">
            <a:avLst/>
          </a:prstGeom>
        </p:spPr>
        <p:txBody>
          <a:bodyPr wrap="square" lIns="0" tIns="42544" rIns="0" bIns="0" rtlCol="0" vert="horz">
            <a:spAutoFit/>
          </a:bodyPr>
          <a:lstStyle/>
          <a:p>
            <a:pPr marL="469900">
              <a:lnSpc>
                <a:spcPct val="100000"/>
              </a:lnSpc>
              <a:spcBef>
                <a:spcPts val="334"/>
              </a:spcBef>
            </a:pPr>
            <a:r>
              <a:rPr dirty="0" sz="1300" spc="-10" b="1">
                <a:solidFill>
                  <a:srgbClr val="595959"/>
                </a:solidFill>
                <a:latin typeface="Courier New"/>
                <a:cs typeface="Courier New"/>
              </a:rPr>
              <a:t>guardarSaldo(saldo)</a:t>
            </a:r>
            <a:endParaRPr sz="13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dirty="0" sz="1300" spc="-50" b="1">
                <a:solidFill>
                  <a:srgbClr val="595959"/>
                </a:solidFill>
                <a:latin typeface="Courier New"/>
                <a:cs typeface="Courier New"/>
              </a:rPr>
              <a:t>}</a:t>
            </a:r>
            <a:endParaRPr sz="1300">
              <a:latin typeface="Courier New"/>
              <a:cs typeface="Courier New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4119574" y="2869400"/>
            <a:ext cx="238760" cy="1155065"/>
          </a:xfrm>
          <a:custGeom>
            <a:avLst/>
            <a:gdLst/>
            <a:ahLst/>
            <a:cxnLst/>
            <a:rect l="l" t="t" r="r" b="b"/>
            <a:pathLst>
              <a:path w="238760" h="1155064">
                <a:moveTo>
                  <a:pt x="0" y="0"/>
                </a:moveTo>
                <a:lnTo>
                  <a:pt x="23343" y="2309"/>
                </a:lnTo>
                <a:lnTo>
                  <a:pt x="45577" y="9065"/>
                </a:lnTo>
                <a:lnTo>
                  <a:pt x="84216" y="34883"/>
                </a:lnTo>
                <a:lnTo>
                  <a:pt x="110034" y="73522"/>
                </a:lnTo>
                <a:lnTo>
                  <a:pt x="119099" y="119099"/>
                </a:lnTo>
                <a:lnTo>
                  <a:pt x="119099" y="458399"/>
                </a:lnTo>
                <a:lnTo>
                  <a:pt x="128459" y="504759"/>
                </a:lnTo>
                <a:lnTo>
                  <a:pt x="153983" y="542616"/>
                </a:lnTo>
                <a:lnTo>
                  <a:pt x="191840" y="568140"/>
                </a:lnTo>
                <a:lnTo>
                  <a:pt x="238199" y="577499"/>
                </a:lnTo>
                <a:lnTo>
                  <a:pt x="191840" y="586859"/>
                </a:lnTo>
                <a:lnTo>
                  <a:pt x="153983" y="612383"/>
                </a:lnTo>
                <a:lnTo>
                  <a:pt x="128459" y="650240"/>
                </a:lnTo>
                <a:lnTo>
                  <a:pt x="119099" y="696599"/>
                </a:lnTo>
                <a:lnTo>
                  <a:pt x="119099" y="1035899"/>
                </a:lnTo>
                <a:lnTo>
                  <a:pt x="109740" y="1082259"/>
                </a:lnTo>
                <a:lnTo>
                  <a:pt x="84216" y="1120116"/>
                </a:lnTo>
                <a:lnTo>
                  <a:pt x="46359" y="1145640"/>
                </a:lnTo>
                <a:lnTo>
                  <a:pt x="0" y="1154999"/>
                </a:lnTo>
              </a:path>
            </a:pathLst>
          </a:custGeom>
          <a:ln w="9524">
            <a:solidFill>
              <a:srgbClr val="1A1A1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4645025" y="3203997"/>
            <a:ext cx="2942590" cy="4838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400" spc="-75" b="1">
                <a:latin typeface="Tahoma"/>
                <a:cs typeface="Tahoma"/>
              </a:rPr>
              <a:t>Mientras</a:t>
            </a:r>
            <a:r>
              <a:rPr dirty="0" sz="1400" spc="-120" b="1">
                <a:latin typeface="Tahoma"/>
                <a:cs typeface="Tahoma"/>
              </a:rPr>
              <a:t> </a:t>
            </a:r>
            <a:r>
              <a:rPr dirty="0" u="heavy" sz="1600" spc="-114" b="1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que</a:t>
            </a:r>
            <a:r>
              <a:rPr dirty="0" u="heavy" sz="1600" spc="-135" b="1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dirty="0" u="heavy" sz="1600" spc="-100" b="1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solo</a:t>
            </a:r>
            <a:r>
              <a:rPr dirty="0" sz="1600" spc="-170" b="1">
                <a:latin typeface="Tahoma"/>
                <a:cs typeface="Tahoma"/>
              </a:rPr>
              <a:t> </a:t>
            </a:r>
            <a:r>
              <a:rPr dirty="0" sz="1400" spc="-120" b="1">
                <a:latin typeface="Tahoma"/>
                <a:cs typeface="Tahoma"/>
              </a:rPr>
              <a:t>un </a:t>
            </a:r>
            <a:r>
              <a:rPr dirty="0" sz="1400" spc="-85" b="1">
                <a:latin typeface="Tahoma"/>
                <a:cs typeface="Tahoma"/>
              </a:rPr>
              <a:t>thread</a:t>
            </a:r>
            <a:r>
              <a:rPr dirty="0" sz="1400" spc="-114" b="1">
                <a:latin typeface="Tahoma"/>
                <a:cs typeface="Tahoma"/>
              </a:rPr>
              <a:t> a</a:t>
            </a:r>
            <a:r>
              <a:rPr dirty="0" sz="1400" spc="-120" b="1">
                <a:latin typeface="Tahoma"/>
                <a:cs typeface="Tahoma"/>
              </a:rPr>
              <a:t> </a:t>
            </a:r>
            <a:r>
              <a:rPr dirty="0" sz="1400" spc="-85" b="1">
                <a:latin typeface="Tahoma"/>
                <a:cs typeface="Tahoma"/>
              </a:rPr>
              <a:t>la</a:t>
            </a:r>
            <a:r>
              <a:rPr dirty="0" sz="1400" spc="-120" b="1">
                <a:latin typeface="Tahoma"/>
                <a:cs typeface="Tahoma"/>
              </a:rPr>
              <a:t> </a:t>
            </a:r>
            <a:r>
              <a:rPr dirty="0" sz="1400" spc="-70" b="1">
                <a:latin typeface="Tahoma"/>
                <a:cs typeface="Tahoma"/>
              </a:rPr>
              <a:t>vez </a:t>
            </a:r>
            <a:r>
              <a:rPr dirty="0" sz="1400" spc="-85" b="1">
                <a:latin typeface="Tahoma"/>
                <a:cs typeface="Tahoma"/>
              </a:rPr>
              <a:t>entre</a:t>
            </a:r>
            <a:r>
              <a:rPr dirty="0" sz="1400" spc="-120" b="1">
                <a:latin typeface="Tahoma"/>
                <a:cs typeface="Tahoma"/>
              </a:rPr>
              <a:t> </a:t>
            </a:r>
            <a:r>
              <a:rPr dirty="0" sz="1400" spc="-114" b="1">
                <a:latin typeface="Tahoma"/>
                <a:cs typeface="Tahoma"/>
              </a:rPr>
              <a:t>a</a:t>
            </a:r>
            <a:r>
              <a:rPr dirty="0" sz="1400" spc="-120" b="1">
                <a:latin typeface="Tahoma"/>
                <a:cs typeface="Tahoma"/>
              </a:rPr>
              <a:t> </a:t>
            </a:r>
            <a:r>
              <a:rPr dirty="0" sz="1400" spc="-100" b="1">
                <a:latin typeface="Tahoma"/>
                <a:cs typeface="Tahoma"/>
              </a:rPr>
              <a:t>esta</a:t>
            </a:r>
            <a:r>
              <a:rPr dirty="0" sz="1400" spc="-120" b="1">
                <a:latin typeface="Tahoma"/>
                <a:cs typeface="Tahoma"/>
              </a:rPr>
              <a:t> </a:t>
            </a:r>
            <a:r>
              <a:rPr dirty="0" sz="1400" spc="-105" b="1">
                <a:latin typeface="Tahoma"/>
                <a:cs typeface="Tahoma"/>
              </a:rPr>
              <a:t>zona,</a:t>
            </a:r>
            <a:r>
              <a:rPr dirty="0" sz="1400" spc="-110" b="1">
                <a:latin typeface="Tahoma"/>
                <a:cs typeface="Tahoma"/>
              </a:rPr>
              <a:t> </a:t>
            </a:r>
            <a:r>
              <a:rPr dirty="0" sz="1400" spc="-100" b="1">
                <a:latin typeface="Tahoma"/>
                <a:cs typeface="Tahoma"/>
              </a:rPr>
              <a:t>esta</a:t>
            </a:r>
            <a:r>
              <a:rPr dirty="0" sz="1400" spc="-120" b="1">
                <a:latin typeface="Tahoma"/>
                <a:cs typeface="Tahoma"/>
              </a:rPr>
              <a:t> </a:t>
            </a:r>
            <a:r>
              <a:rPr dirty="0" sz="1400" spc="-85" b="1">
                <a:latin typeface="Tahoma"/>
                <a:cs typeface="Tahoma"/>
              </a:rPr>
              <a:t>todo</a:t>
            </a:r>
            <a:r>
              <a:rPr dirty="0" sz="1400" spc="-120" b="1">
                <a:latin typeface="Tahoma"/>
                <a:cs typeface="Tahoma"/>
              </a:rPr>
              <a:t> </a:t>
            </a:r>
            <a:r>
              <a:rPr dirty="0" sz="1400" spc="-10" b="1">
                <a:latin typeface="Tahoma"/>
                <a:cs typeface="Tahoma"/>
              </a:rPr>
              <a:t>bien!</a:t>
            </a:r>
            <a:endParaRPr sz="1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0650">
              <a:lnSpc>
                <a:spcPct val="100000"/>
              </a:lnSpc>
              <a:spcBef>
                <a:spcPts val="140"/>
              </a:spcBef>
            </a:pPr>
            <a:r>
              <a:rPr dirty="0" spc="90"/>
              <a:t>Sección</a:t>
            </a:r>
            <a:r>
              <a:rPr dirty="0" spc="-125"/>
              <a:t> </a:t>
            </a:r>
            <a:r>
              <a:rPr dirty="0" spc="-10"/>
              <a:t>Crítica</a:t>
            </a:r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122555">
              <a:lnSpc>
                <a:spcPct val="114999"/>
              </a:lnSpc>
              <a:spcBef>
                <a:spcPts val="100"/>
              </a:spcBef>
            </a:pPr>
            <a:r>
              <a:rPr dirty="0" sz="1600"/>
              <a:t>Es</a:t>
            </a:r>
            <a:r>
              <a:rPr dirty="0" sz="1600" spc="-180"/>
              <a:t> </a:t>
            </a:r>
            <a:r>
              <a:rPr dirty="0" sz="1600" spc="-10"/>
              <a:t>una</a:t>
            </a:r>
            <a:r>
              <a:rPr dirty="0" sz="1600" spc="-180"/>
              <a:t> </a:t>
            </a:r>
            <a:r>
              <a:rPr dirty="0" sz="1600" spc="-10"/>
              <a:t>abstracción,</a:t>
            </a:r>
            <a:r>
              <a:rPr dirty="0" sz="1600" spc="-180"/>
              <a:t> </a:t>
            </a:r>
            <a:r>
              <a:rPr dirty="0" sz="1600"/>
              <a:t>mediante</a:t>
            </a:r>
            <a:r>
              <a:rPr dirty="0" sz="1600" spc="-180"/>
              <a:t> </a:t>
            </a:r>
            <a:r>
              <a:rPr dirty="0" sz="1600"/>
              <a:t>la</a:t>
            </a:r>
            <a:r>
              <a:rPr dirty="0" sz="1600" spc="-180"/>
              <a:t> </a:t>
            </a:r>
            <a:r>
              <a:rPr dirty="0" sz="1600"/>
              <a:t>cual</a:t>
            </a:r>
            <a:r>
              <a:rPr dirty="0" sz="1600" spc="-180"/>
              <a:t> </a:t>
            </a:r>
            <a:r>
              <a:rPr dirty="0" sz="1600" spc="-25"/>
              <a:t>se</a:t>
            </a:r>
            <a:r>
              <a:rPr dirty="0" sz="1600" spc="-180"/>
              <a:t> </a:t>
            </a:r>
            <a:r>
              <a:rPr dirty="0" sz="1600"/>
              <a:t>define</a:t>
            </a:r>
            <a:r>
              <a:rPr dirty="0" sz="1600" spc="-175"/>
              <a:t> </a:t>
            </a:r>
            <a:r>
              <a:rPr dirty="0" sz="1600"/>
              <a:t>que</a:t>
            </a:r>
            <a:r>
              <a:rPr dirty="0" sz="1600" spc="-180"/>
              <a:t> </a:t>
            </a:r>
            <a:r>
              <a:rPr dirty="0" sz="1600"/>
              <a:t>en</a:t>
            </a:r>
            <a:r>
              <a:rPr dirty="0" sz="1600" spc="-180"/>
              <a:t> </a:t>
            </a:r>
            <a:r>
              <a:rPr dirty="0" sz="1600" spc="-10"/>
              <a:t>una</a:t>
            </a:r>
            <a:r>
              <a:rPr dirty="0" sz="1600" spc="-180"/>
              <a:t> </a:t>
            </a:r>
            <a:r>
              <a:rPr dirty="0" sz="1600"/>
              <a:t>sección</a:t>
            </a:r>
            <a:r>
              <a:rPr dirty="0" sz="1600" spc="-180"/>
              <a:t> </a:t>
            </a:r>
            <a:r>
              <a:rPr dirty="0" sz="1600"/>
              <a:t>de</a:t>
            </a:r>
            <a:r>
              <a:rPr dirty="0" sz="1600" spc="-180"/>
              <a:t> </a:t>
            </a:r>
            <a:r>
              <a:rPr dirty="0" sz="1600"/>
              <a:t>código</a:t>
            </a:r>
            <a:r>
              <a:rPr dirty="0" sz="1600" spc="-180"/>
              <a:t> </a:t>
            </a:r>
            <a:r>
              <a:rPr dirty="0" sz="1600" spc="-20"/>
              <a:t>solo </a:t>
            </a:r>
            <a:r>
              <a:rPr dirty="0" sz="1600"/>
              <a:t>puede</a:t>
            </a:r>
            <a:r>
              <a:rPr dirty="0" sz="1600" spc="-180"/>
              <a:t> </a:t>
            </a:r>
            <a:r>
              <a:rPr dirty="0" sz="1600"/>
              <a:t>haber</a:t>
            </a:r>
            <a:r>
              <a:rPr dirty="0" sz="1600" spc="-175"/>
              <a:t> </a:t>
            </a:r>
            <a:r>
              <a:rPr dirty="0" sz="1600"/>
              <a:t>un</a:t>
            </a:r>
            <a:r>
              <a:rPr dirty="0" sz="1600" spc="-175"/>
              <a:t> </a:t>
            </a:r>
            <a:r>
              <a:rPr dirty="0" sz="1600"/>
              <a:t>thread</a:t>
            </a:r>
            <a:r>
              <a:rPr dirty="0" sz="1600" spc="-175"/>
              <a:t> </a:t>
            </a:r>
            <a:r>
              <a:rPr dirty="0" sz="1600"/>
              <a:t>en</a:t>
            </a:r>
            <a:r>
              <a:rPr dirty="0" sz="1600" spc="-180"/>
              <a:t> </a:t>
            </a:r>
            <a:r>
              <a:rPr dirty="0" sz="1600"/>
              <a:t>ejecución</a:t>
            </a:r>
            <a:r>
              <a:rPr dirty="0" sz="1600" spc="-175"/>
              <a:t> </a:t>
            </a:r>
            <a:r>
              <a:rPr dirty="0" sz="1600" spc="-40"/>
              <a:t>a</a:t>
            </a:r>
            <a:r>
              <a:rPr dirty="0" sz="1600" spc="-175"/>
              <a:t> </a:t>
            </a:r>
            <a:r>
              <a:rPr dirty="0" sz="1600"/>
              <a:t>la</a:t>
            </a:r>
            <a:r>
              <a:rPr dirty="0" sz="1600" spc="-175"/>
              <a:t> </a:t>
            </a:r>
            <a:r>
              <a:rPr dirty="0" sz="1600" spc="-20"/>
              <a:t>vez.</a:t>
            </a:r>
            <a:endParaRPr sz="1600"/>
          </a:p>
          <a:p>
            <a:pPr marL="12700" marR="5080">
              <a:lnSpc>
                <a:spcPct val="114999"/>
              </a:lnSpc>
              <a:spcBef>
                <a:spcPts val="1200"/>
              </a:spcBef>
            </a:pPr>
            <a:r>
              <a:rPr dirty="0" sz="1600"/>
              <a:t>Es</a:t>
            </a:r>
            <a:r>
              <a:rPr dirty="0" sz="1600" spc="-165"/>
              <a:t> </a:t>
            </a:r>
            <a:r>
              <a:rPr dirty="0" sz="1600" spc="-10"/>
              <a:t>una</a:t>
            </a:r>
            <a:r>
              <a:rPr dirty="0" sz="1600" spc="-165"/>
              <a:t> </a:t>
            </a:r>
            <a:r>
              <a:rPr dirty="0" sz="1600"/>
              <a:t>sección</a:t>
            </a:r>
            <a:r>
              <a:rPr dirty="0" sz="1600" spc="-160"/>
              <a:t> </a:t>
            </a:r>
            <a:r>
              <a:rPr dirty="0" sz="1600"/>
              <a:t>crítica</a:t>
            </a:r>
            <a:r>
              <a:rPr dirty="0" sz="1600" spc="-165"/>
              <a:t> </a:t>
            </a:r>
            <a:r>
              <a:rPr dirty="0" sz="1600"/>
              <a:t>define</a:t>
            </a:r>
            <a:r>
              <a:rPr dirty="0" sz="1600" spc="-160"/>
              <a:t> </a:t>
            </a:r>
            <a:r>
              <a:rPr dirty="0" sz="1600" spc="-10"/>
              <a:t>una</a:t>
            </a:r>
            <a:r>
              <a:rPr dirty="0" sz="1600" spc="-165"/>
              <a:t> </a:t>
            </a:r>
            <a:r>
              <a:rPr dirty="0" sz="1600"/>
              <a:t>sección</a:t>
            </a:r>
            <a:r>
              <a:rPr dirty="0" sz="1600" spc="-160"/>
              <a:t> </a:t>
            </a:r>
            <a:r>
              <a:rPr dirty="0" sz="1600"/>
              <a:t>de</a:t>
            </a:r>
            <a:r>
              <a:rPr dirty="0" sz="1600" spc="-165"/>
              <a:t> </a:t>
            </a:r>
            <a:r>
              <a:rPr dirty="0" sz="1600"/>
              <a:t>código</a:t>
            </a:r>
            <a:r>
              <a:rPr dirty="0" sz="1600" spc="-160"/>
              <a:t> </a:t>
            </a:r>
            <a:r>
              <a:rPr dirty="0" sz="1600"/>
              <a:t>que</a:t>
            </a:r>
            <a:r>
              <a:rPr dirty="0" sz="1600" spc="-165"/>
              <a:t> </a:t>
            </a:r>
            <a:r>
              <a:rPr dirty="0" sz="1600" spc="-25"/>
              <a:t>se</a:t>
            </a:r>
            <a:r>
              <a:rPr dirty="0" sz="1600" spc="-160"/>
              <a:t> </a:t>
            </a:r>
            <a:r>
              <a:rPr dirty="0" sz="1600"/>
              <a:t>ejecuta</a:t>
            </a:r>
            <a:r>
              <a:rPr dirty="0" sz="1600" spc="-165"/>
              <a:t> </a:t>
            </a:r>
            <a:r>
              <a:rPr dirty="0" sz="1600" spc="-25"/>
              <a:t>bajo</a:t>
            </a:r>
            <a:r>
              <a:rPr dirty="0" sz="1600" spc="-165"/>
              <a:t> </a:t>
            </a:r>
            <a:r>
              <a:rPr dirty="0" sz="1600" spc="-90"/>
              <a:t>“</a:t>
            </a:r>
            <a:r>
              <a:rPr dirty="0" sz="1600" spc="-90" b="1">
                <a:latin typeface="Tahoma"/>
                <a:cs typeface="Tahoma"/>
              </a:rPr>
              <a:t>exclusión </a:t>
            </a:r>
            <a:r>
              <a:rPr dirty="0" sz="1600" spc="-10" b="1">
                <a:latin typeface="Tahoma"/>
                <a:cs typeface="Tahoma"/>
              </a:rPr>
              <a:t>mutua</a:t>
            </a:r>
            <a:r>
              <a:rPr dirty="0" sz="1600" spc="-10"/>
              <a:t>”</a:t>
            </a:r>
            <a:endParaRPr sz="16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1A998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830389" y="1191259"/>
            <a:ext cx="746125" cy="46355"/>
          </a:xfrm>
          <a:custGeom>
            <a:avLst/>
            <a:gdLst/>
            <a:ahLst/>
            <a:cxnLst/>
            <a:rect l="l" t="t" r="r" b="b"/>
            <a:pathLst>
              <a:path w="746125" h="46355">
                <a:moveTo>
                  <a:pt x="745756" y="0"/>
                </a:moveTo>
                <a:lnTo>
                  <a:pt x="376008" y="0"/>
                </a:lnTo>
                <a:lnTo>
                  <a:pt x="372897" y="0"/>
                </a:lnTo>
                <a:lnTo>
                  <a:pt x="0" y="0"/>
                </a:lnTo>
                <a:lnTo>
                  <a:pt x="0" y="45834"/>
                </a:lnTo>
                <a:lnTo>
                  <a:pt x="372897" y="45834"/>
                </a:lnTo>
                <a:lnTo>
                  <a:pt x="376008" y="45834"/>
                </a:lnTo>
                <a:lnTo>
                  <a:pt x="745756" y="45834"/>
                </a:lnTo>
                <a:lnTo>
                  <a:pt x="74575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02475" y="1377186"/>
            <a:ext cx="130556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114">
                <a:solidFill>
                  <a:srgbClr val="FFFFFF"/>
                </a:solidFill>
              </a:rPr>
              <a:t>Locks</a:t>
            </a:r>
            <a:endParaRPr sz="3600"/>
          </a:p>
        </p:txBody>
      </p:sp>
      <p:sp>
        <p:nvSpPr>
          <p:cNvPr id="5" name="object 5" descr=""/>
          <p:cNvSpPr txBox="1"/>
          <p:nvPr/>
        </p:nvSpPr>
        <p:spPr>
          <a:xfrm>
            <a:off x="913550" y="3201581"/>
            <a:ext cx="2835910" cy="1397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60" b="1">
                <a:solidFill>
                  <a:srgbClr val="FFFFFF"/>
                </a:solidFill>
                <a:latin typeface="Trebuchet MS"/>
                <a:cs typeface="Trebuchet MS"/>
              </a:rPr>
              <a:t>Conceptos</a:t>
            </a:r>
            <a:r>
              <a:rPr dirty="0" sz="1800" spc="-11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10" b="1">
                <a:solidFill>
                  <a:srgbClr val="FFFFFF"/>
                </a:solidFill>
                <a:latin typeface="Trebuchet MS"/>
                <a:cs typeface="Trebuchet MS"/>
              </a:rPr>
              <a:t>clave:</a:t>
            </a:r>
            <a:endParaRPr sz="1800">
              <a:latin typeface="Trebuchet MS"/>
              <a:cs typeface="Trebuchet MS"/>
            </a:endParaRPr>
          </a:p>
          <a:p>
            <a:pPr marL="469265" indent="-366395">
              <a:lnSpc>
                <a:spcPct val="100000"/>
              </a:lnSpc>
              <a:buFont typeface="Arial MT"/>
              <a:buChar char="●"/>
              <a:tabLst>
                <a:tab pos="469265" algn="l"/>
              </a:tabLst>
            </a:pPr>
            <a:r>
              <a:rPr dirty="0" sz="1800" spc="50">
                <a:solidFill>
                  <a:srgbClr val="FFFFFF"/>
                </a:solidFill>
                <a:latin typeface="Trebuchet MS"/>
                <a:cs typeface="Trebuchet MS"/>
              </a:rPr>
              <a:t>Operaciones</a:t>
            </a:r>
            <a:r>
              <a:rPr dirty="0" sz="1800" spc="-5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Trebuchet MS"/>
                <a:cs typeface="Trebuchet MS"/>
              </a:rPr>
              <a:t>atómicas</a:t>
            </a:r>
            <a:endParaRPr sz="1800">
              <a:latin typeface="Trebuchet MS"/>
              <a:cs typeface="Trebuchet MS"/>
            </a:endParaRPr>
          </a:p>
          <a:p>
            <a:pPr marL="469265" indent="-366395">
              <a:lnSpc>
                <a:spcPct val="100000"/>
              </a:lnSpc>
              <a:buFont typeface="Arial MT"/>
              <a:buChar char="●"/>
              <a:tabLst>
                <a:tab pos="469265" algn="l"/>
              </a:tabLst>
            </a:pPr>
            <a:r>
              <a:rPr dirty="0" sz="1800" spc="40">
                <a:solidFill>
                  <a:srgbClr val="FFFFFF"/>
                </a:solidFill>
                <a:latin typeface="Trebuchet MS"/>
                <a:cs typeface="Trebuchet MS"/>
              </a:rPr>
              <a:t>Mutex</a:t>
            </a:r>
            <a:endParaRPr sz="1800">
              <a:latin typeface="Trebuchet MS"/>
              <a:cs typeface="Trebuchet MS"/>
            </a:endParaRPr>
          </a:p>
          <a:p>
            <a:pPr marL="469265" indent="-366395">
              <a:lnSpc>
                <a:spcPct val="100000"/>
              </a:lnSpc>
              <a:buFont typeface="Arial MT"/>
              <a:buChar char="●"/>
              <a:tabLst>
                <a:tab pos="469265" algn="l"/>
              </a:tabLst>
            </a:pPr>
            <a:r>
              <a:rPr dirty="0" sz="1800" spc="55">
                <a:solidFill>
                  <a:srgbClr val="FFFFFF"/>
                </a:solidFill>
                <a:latin typeface="Trebuchet MS"/>
                <a:cs typeface="Trebuchet MS"/>
              </a:rPr>
              <a:t>Spinlock</a:t>
            </a:r>
            <a:r>
              <a:rPr dirty="0" sz="1800" spc="-1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75">
                <a:solidFill>
                  <a:srgbClr val="FFFFFF"/>
                </a:solidFill>
                <a:latin typeface="Trebuchet MS"/>
                <a:cs typeface="Trebuchet MS"/>
              </a:rPr>
              <a:t>y</a:t>
            </a:r>
            <a:r>
              <a:rPr dirty="0" sz="1800" spc="-1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55">
                <a:solidFill>
                  <a:srgbClr val="FFFFFF"/>
                </a:solidFill>
                <a:latin typeface="Trebuchet MS"/>
                <a:cs typeface="Trebuchet MS"/>
              </a:rPr>
              <a:t>Sleeplock</a:t>
            </a:r>
            <a:endParaRPr sz="1800">
              <a:latin typeface="Trebuchet MS"/>
              <a:cs typeface="Trebuchet MS"/>
            </a:endParaRPr>
          </a:p>
          <a:p>
            <a:pPr marL="469265" indent="-366395">
              <a:lnSpc>
                <a:spcPct val="100000"/>
              </a:lnSpc>
              <a:buFont typeface="Arial MT"/>
              <a:buChar char="●"/>
              <a:tabLst>
                <a:tab pos="469265" algn="l"/>
              </a:tabLst>
            </a:pPr>
            <a:r>
              <a:rPr dirty="0" sz="1800" spc="70">
                <a:solidFill>
                  <a:srgbClr val="FFFFFF"/>
                </a:solidFill>
                <a:latin typeface="Trebuchet MS"/>
                <a:cs typeface="Trebuchet MS"/>
              </a:rPr>
              <a:t>Deadlocks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73100" y="614737"/>
            <a:ext cx="711835" cy="382270"/>
          </a:xfrm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70"/>
              <a:t>Lock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814250" y="1441883"/>
            <a:ext cx="5172075" cy="27838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11430">
              <a:lnSpc>
                <a:spcPct val="114999"/>
              </a:lnSpc>
              <a:spcBef>
                <a:spcPts val="100"/>
              </a:spcBef>
            </a:pPr>
            <a:r>
              <a:rPr dirty="0" sz="1400" spc="2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4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-80">
                <a:solidFill>
                  <a:srgbClr val="595959"/>
                </a:solidFill>
                <a:latin typeface="Tahoma"/>
                <a:cs typeface="Tahoma"/>
              </a:rPr>
              <a:t>l</a:t>
            </a:r>
            <a:r>
              <a:rPr dirty="0" sz="1400" spc="-80" b="1">
                <a:solidFill>
                  <a:srgbClr val="595959"/>
                </a:solidFill>
                <a:latin typeface="Tahoma"/>
                <a:cs typeface="Tahoma"/>
              </a:rPr>
              <a:t>ock</a:t>
            </a:r>
            <a:r>
              <a:rPr dirty="0" sz="1400" spc="2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-229" b="1">
                <a:solidFill>
                  <a:srgbClr val="595959"/>
                </a:solidFill>
                <a:latin typeface="Tahoma"/>
                <a:cs typeface="Tahoma"/>
              </a:rPr>
              <a:t>es</a:t>
            </a:r>
            <a:r>
              <a:rPr dirty="0" sz="1400" spc="12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-185" b="1">
                <a:solidFill>
                  <a:srgbClr val="595959"/>
                </a:solidFill>
                <a:latin typeface="Tahoma"/>
                <a:cs typeface="Tahoma"/>
              </a:rPr>
              <a:t>una</a:t>
            </a:r>
            <a:r>
              <a:rPr dirty="0" sz="1400" spc="8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-105" b="1">
                <a:solidFill>
                  <a:srgbClr val="595959"/>
                </a:solidFill>
                <a:latin typeface="Tahoma"/>
                <a:cs typeface="Tahoma"/>
              </a:rPr>
              <a:t>variable</a:t>
            </a:r>
            <a:r>
              <a:rPr dirty="0" sz="1400" spc="5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-170" b="1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400" spc="6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-114" b="1">
                <a:solidFill>
                  <a:srgbClr val="595959"/>
                </a:solidFill>
                <a:latin typeface="Tahoma"/>
                <a:cs typeface="Tahoma"/>
              </a:rPr>
              <a:t>permite</a:t>
            </a:r>
            <a:r>
              <a:rPr dirty="0" sz="1400" spc="5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-185" b="1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400" spc="8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-95" b="1">
                <a:solidFill>
                  <a:srgbClr val="595959"/>
                </a:solidFill>
                <a:latin typeface="Tahoma"/>
                <a:cs typeface="Tahoma"/>
              </a:rPr>
              <a:t>sincronización</a:t>
            </a:r>
            <a:r>
              <a:rPr dirty="0" sz="1400" spc="5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-120" b="1">
                <a:solidFill>
                  <a:srgbClr val="595959"/>
                </a:solidFill>
                <a:latin typeface="Tahoma"/>
                <a:cs typeface="Tahoma"/>
              </a:rPr>
              <a:t>mediante</a:t>
            </a:r>
            <a:r>
              <a:rPr dirty="0" sz="1400" spc="5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-25" b="1">
                <a:solidFill>
                  <a:srgbClr val="595959"/>
                </a:solidFill>
                <a:latin typeface="Tahoma"/>
                <a:cs typeface="Tahoma"/>
              </a:rPr>
              <a:t>la </a:t>
            </a:r>
            <a:r>
              <a:rPr dirty="0" sz="1400" spc="-120" b="1">
                <a:solidFill>
                  <a:srgbClr val="595959"/>
                </a:solidFill>
                <a:latin typeface="Tahoma"/>
                <a:cs typeface="Tahoma"/>
              </a:rPr>
              <a:t>exclusión</a:t>
            </a:r>
            <a:r>
              <a:rPr dirty="0" sz="1400" spc="1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-145" b="1">
                <a:solidFill>
                  <a:srgbClr val="595959"/>
                </a:solidFill>
                <a:latin typeface="Tahoma"/>
                <a:cs typeface="Tahoma"/>
              </a:rPr>
              <a:t>mutua</a:t>
            </a:r>
            <a:r>
              <a:rPr dirty="0" sz="1400" spc="-145">
                <a:solidFill>
                  <a:srgbClr val="595959"/>
                </a:solidFill>
                <a:latin typeface="Tahoma"/>
                <a:cs typeface="Tahoma"/>
              </a:rPr>
              <a:t>,</a:t>
            </a:r>
            <a:r>
              <a:rPr dirty="0" sz="1400" spc="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595959"/>
                </a:solidFill>
                <a:latin typeface="Tahoma"/>
                <a:cs typeface="Tahoma"/>
              </a:rPr>
              <a:t>cuando</a:t>
            </a:r>
            <a:r>
              <a:rPr dirty="0" sz="1400" spc="-1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-2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400" spc="-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thread</a:t>
            </a:r>
            <a:r>
              <a:rPr dirty="0" sz="1400" spc="-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tiene</a:t>
            </a:r>
            <a:r>
              <a:rPr dirty="0" sz="1400" spc="-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400" spc="-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-20">
                <a:solidFill>
                  <a:srgbClr val="595959"/>
                </a:solidFill>
                <a:latin typeface="Tahoma"/>
                <a:cs typeface="Tahoma"/>
              </a:rPr>
              <a:t>candado</a:t>
            </a:r>
            <a:r>
              <a:rPr dirty="0" sz="1400" spc="-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o</a:t>
            </a:r>
            <a:r>
              <a:rPr dirty="0" sz="1400" spc="-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lock</a:t>
            </a:r>
            <a:r>
              <a:rPr dirty="0" sz="1400" spc="-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595959"/>
                </a:solidFill>
                <a:latin typeface="Tahoma"/>
                <a:cs typeface="Tahoma"/>
              </a:rPr>
              <a:t>ningún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otro</a:t>
            </a:r>
            <a:r>
              <a:rPr dirty="0" sz="1400" spc="-1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puede</a:t>
            </a:r>
            <a:r>
              <a:rPr dirty="0" sz="1400" spc="-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595959"/>
                </a:solidFill>
                <a:latin typeface="Tahoma"/>
                <a:cs typeface="Tahoma"/>
              </a:rPr>
              <a:t>tenerlo.</a:t>
            </a:r>
            <a:endParaRPr sz="1400">
              <a:latin typeface="Tahoma"/>
              <a:cs typeface="Tahoma"/>
            </a:endParaRPr>
          </a:p>
          <a:p>
            <a:pPr algn="just" marL="12700" marR="5080">
              <a:lnSpc>
                <a:spcPct val="114999"/>
              </a:lnSpc>
              <a:spcBef>
                <a:spcPts val="1200"/>
              </a:spcBef>
            </a:pP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400" spc="-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idea</a:t>
            </a:r>
            <a:r>
              <a:rPr dirty="0" sz="1400" spc="-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principal</a:t>
            </a:r>
            <a:r>
              <a:rPr dirty="0" sz="1400" spc="-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es</a:t>
            </a:r>
            <a:r>
              <a:rPr dirty="0" sz="1400" spc="-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400" spc="-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400" spc="-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proceso</a:t>
            </a:r>
            <a:r>
              <a:rPr dirty="0" sz="1400" spc="-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595959"/>
                </a:solidFill>
                <a:latin typeface="Tahoma"/>
                <a:cs typeface="Tahoma"/>
              </a:rPr>
              <a:t>asocia</a:t>
            </a:r>
            <a:r>
              <a:rPr dirty="0" sz="1400" spc="-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400" spc="-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lock</a:t>
            </a:r>
            <a:r>
              <a:rPr dirty="0" sz="1400" spc="-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400" spc="-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595959"/>
                </a:solidFill>
                <a:latin typeface="Tahoma"/>
                <a:cs typeface="Tahoma"/>
              </a:rPr>
              <a:t>determinados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estados</a:t>
            </a:r>
            <a:r>
              <a:rPr dirty="0" sz="1400" spc="-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o</a:t>
            </a:r>
            <a:r>
              <a:rPr dirty="0" sz="1400" spc="-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partes</a:t>
            </a:r>
            <a:r>
              <a:rPr dirty="0" sz="1400" spc="-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400" spc="-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código</a:t>
            </a:r>
            <a:r>
              <a:rPr dirty="0" sz="1400" spc="-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y</a:t>
            </a:r>
            <a:r>
              <a:rPr dirty="0" sz="1400" spc="-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requiere</a:t>
            </a:r>
            <a:r>
              <a:rPr dirty="0" sz="1400" spc="-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400" spc="-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400" spc="-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thread</a:t>
            </a:r>
            <a:r>
              <a:rPr dirty="0" sz="1400" spc="-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posea</a:t>
            </a:r>
            <a:r>
              <a:rPr dirty="0" sz="1400" spc="-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400" spc="-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-20">
                <a:solidFill>
                  <a:srgbClr val="595959"/>
                </a:solidFill>
                <a:latin typeface="Tahoma"/>
                <a:cs typeface="Tahoma"/>
              </a:rPr>
              <a:t>lock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para</a:t>
            </a:r>
            <a:r>
              <a:rPr dirty="0" sz="1400" spc="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entrar</a:t>
            </a:r>
            <a:r>
              <a:rPr dirty="0" sz="1400" spc="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400" spc="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ese</a:t>
            </a:r>
            <a:r>
              <a:rPr dirty="0" sz="1400" spc="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estado.</a:t>
            </a:r>
            <a:r>
              <a:rPr dirty="0" sz="1400" spc="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Con</a:t>
            </a:r>
            <a:r>
              <a:rPr dirty="0" sz="1400" spc="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esto</a:t>
            </a:r>
            <a:r>
              <a:rPr dirty="0" sz="1400" spc="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400" spc="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logra</a:t>
            </a:r>
            <a:r>
              <a:rPr dirty="0" sz="1400" spc="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400" spc="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sólo</a:t>
            </a:r>
            <a:r>
              <a:rPr dirty="0" sz="1400" spc="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400" spc="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595959"/>
                </a:solidFill>
                <a:latin typeface="Tahoma"/>
                <a:cs typeface="Tahoma"/>
              </a:rPr>
              <a:t>thread </a:t>
            </a:r>
            <a:r>
              <a:rPr dirty="0" sz="1400" spc="-20">
                <a:solidFill>
                  <a:srgbClr val="595959"/>
                </a:solidFill>
                <a:latin typeface="Tahoma"/>
                <a:cs typeface="Tahoma"/>
              </a:rPr>
              <a:t>acceda</a:t>
            </a:r>
            <a:r>
              <a:rPr dirty="0" sz="14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-35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4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4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recurso</a:t>
            </a:r>
            <a:r>
              <a:rPr dirty="0" sz="14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compartido</a:t>
            </a:r>
            <a:r>
              <a:rPr dirty="0" sz="14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-35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4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4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-20">
                <a:solidFill>
                  <a:srgbClr val="595959"/>
                </a:solidFill>
                <a:latin typeface="Tahoma"/>
                <a:cs typeface="Tahoma"/>
              </a:rPr>
              <a:t>vez.</a:t>
            </a:r>
            <a:endParaRPr sz="1400">
              <a:latin typeface="Tahoma"/>
              <a:cs typeface="Tahoma"/>
            </a:endParaRPr>
          </a:p>
          <a:p>
            <a:pPr algn="just" marL="12700" marR="8255">
              <a:lnSpc>
                <a:spcPct val="114999"/>
              </a:lnSpc>
              <a:spcBef>
                <a:spcPts val="1200"/>
              </a:spcBef>
            </a:pP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Esto</a:t>
            </a:r>
            <a:r>
              <a:rPr dirty="0" sz="14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permite</a:t>
            </a:r>
            <a:r>
              <a:rPr dirty="0" sz="1400" spc="-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-6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400" spc="-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-20">
                <a:solidFill>
                  <a:srgbClr val="595959"/>
                </a:solidFill>
                <a:latin typeface="Tahoma"/>
                <a:cs typeface="Tahoma"/>
              </a:rPr>
              <a:t>exclusión</a:t>
            </a:r>
            <a:r>
              <a:rPr dirty="0" sz="1400" spc="-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-40">
                <a:solidFill>
                  <a:srgbClr val="595959"/>
                </a:solidFill>
                <a:latin typeface="Tahoma"/>
                <a:cs typeface="Tahoma"/>
              </a:rPr>
              <a:t>mutua,</a:t>
            </a:r>
            <a:r>
              <a:rPr dirty="0" sz="1400" spc="-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todo</a:t>
            </a:r>
            <a:r>
              <a:rPr dirty="0" sz="1400" spc="-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-20">
                <a:solidFill>
                  <a:srgbClr val="595959"/>
                </a:solidFill>
                <a:latin typeface="Tahoma"/>
                <a:cs typeface="Tahoma"/>
              </a:rPr>
              <a:t>lo</a:t>
            </a:r>
            <a:r>
              <a:rPr dirty="0" sz="1400" spc="-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-35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400" spc="-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-90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400" spc="-20">
                <a:solidFill>
                  <a:srgbClr val="595959"/>
                </a:solidFill>
                <a:latin typeface="Tahoma"/>
                <a:cs typeface="Tahoma"/>
              </a:rPr>
              <a:t> ejecuta</a:t>
            </a:r>
            <a:r>
              <a:rPr dirty="0" sz="1400" spc="-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-8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400" spc="-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-6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400" spc="-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595959"/>
                </a:solidFill>
                <a:latin typeface="Tahoma"/>
                <a:cs typeface="Tahoma"/>
              </a:rPr>
              <a:t>región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400" spc="459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código</a:t>
            </a:r>
            <a:r>
              <a:rPr dirty="0" sz="1400" spc="4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400" spc="459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400" spc="4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cual</a:t>
            </a:r>
            <a:r>
              <a:rPr dirty="0" sz="1400" spc="4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400" spc="459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thread</a:t>
            </a:r>
            <a:r>
              <a:rPr dirty="0" sz="1400" spc="4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tiene</a:t>
            </a:r>
            <a:r>
              <a:rPr dirty="0" sz="1400" spc="4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400" spc="459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lock,</a:t>
            </a:r>
            <a:r>
              <a:rPr dirty="0" sz="1400" spc="4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garantiza</a:t>
            </a:r>
            <a:r>
              <a:rPr dirty="0" sz="1400" spc="459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-25">
                <a:solidFill>
                  <a:srgbClr val="595959"/>
                </a:solidFill>
                <a:latin typeface="Tahoma"/>
                <a:cs typeface="Tahoma"/>
              </a:rPr>
              <a:t>la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atomicidad</a:t>
            </a:r>
            <a:r>
              <a:rPr dirty="0" sz="14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4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595959"/>
                </a:solidFill>
                <a:latin typeface="Tahoma"/>
                <a:cs typeface="Tahoma"/>
              </a:rPr>
              <a:t>las</a:t>
            </a:r>
            <a:r>
              <a:rPr dirty="0" sz="14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595959"/>
                </a:solidFill>
                <a:latin typeface="Tahoma"/>
                <a:cs typeface="Tahoma"/>
              </a:rPr>
              <a:t>operaciones.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95537" y="2078862"/>
            <a:ext cx="2619374" cy="1743074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0650">
              <a:lnSpc>
                <a:spcPct val="100000"/>
              </a:lnSpc>
              <a:spcBef>
                <a:spcPts val="140"/>
              </a:spcBef>
            </a:pPr>
            <a:r>
              <a:rPr dirty="0" spc="80"/>
              <a:t>API</a:t>
            </a:r>
            <a:r>
              <a:rPr dirty="0" spc="-130"/>
              <a:t> </a:t>
            </a:r>
            <a:r>
              <a:rPr dirty="0" spc="114"/>
              <a:t>de</a:t>
            </a:r>
            <a:r>
              <a:rPr dirty="0" spc="-130"/>
              <a:t> </a:t>
            </a:r>
            <a:r>
              <a:rPr dirty="0" spc="95"/>
              <a:t>Locks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802475" y="2145296"/>
            <a:ext cx="4445000" cy="27470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b="1">
                <a:solidFill>
                  <a:srgbClr val="595959"/>
                </a:solidFill>
                <a:latin typeface="Courier New"/>
                <a:cs typeface="Courier New"/>
              </a:rPr>
              <a:t>while(true)</a:t>
            </a:r>
            <a:r>
              <a:rPr dirty="0" sz="1300" spc="-55" b="1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1300" spc="-50" b="1">
                <a:solidFill>
                  <a:srgbClr val="595959"/>
                </a:solidFill>
                <a:latin typeface="Courier New"/>
                <a:cs typeface="Courier New"/>
              </a:rPr>
              <a:t>{</a:t>
            </a:r>
            <a:endParaRPr sz="1300">
              <a:latin typeface="Courier New"/>
              <a:cs typeface="Courier New"/>
            </a:endParaRPr>
          </a:p>
          <a:p>
            <a:pPr marL="469900">
              <a:lnSpc>
                <a:spcPct val="100000"/>
              </a:lnSpc>
              <a:spcBef>
                <a:spcPts val="1275"/>
              </a:spcBef>
            </a:pPr>
            <a:r>
              <a:rPr dirty="0" sz="1300" b="1">
                <a:solidFill>
                  <a:srgbClr val="595959"/>
                </a:solidFill>
                <a:latin typeface="Courier New"/>
                <a:cs typeface="Courier New"/>
              </a:rPr>
              <a:t>int</a:t>
            </a:r>
            <a:r>
              <a:rPr dirty="0" sz="1300" spc="-30" b="1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595959"/>
                </a:solidFill>
                <a:latin typeface="Courier New"/>
                <a:cs typeface="Courier New"/>
              </a:rPr>
              <a:t>transferencia</a:t>
            </a:r>
            <a:r>
              <a:rPr dirty="0" sz="1300" spc="-30" b="1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595959"/>
                </a:solidFill>
                <a:latin typeface="Courier New"/>
                <a:cs typeface="Courier New"/>
              </a:rPr>
              <a:t>=</a:t>
            </a:r>
            <a:r>
              <a:rPr dirty="0" sz="1300" spc="-25" b="1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1300" spc="-10" b="1">
                <a:solidFill>
                  <a:srgbClr val="595959"/>
                </a:solidFill>
                <a:latin typeface="Courier New"/>
                <a:cs typeface="Courier New"/>
              </a:rPr>
              <a:t>nextTransferencia();</a:t>
            </a:r>
            <a:endParaRPr sz="13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280"/>
              </a:spcBef>
            </a:pPr>
            <a:r>
              <a:rPr dirty="0" sz="1300" spc="-10" b="1">
                <a:solidFill>
                  <a:srgbClr val="595959"/>
                </a:solidFill>
                <a:latin typeface="Tahoma"/>
                <a:cs typeface="Tahoma"/>
              </a:rPr>
              <a:t>obtener(lock)</a:t>
            </a:r>
            <a:endParaRPr sz="1300">
              <a:latin typeface="Tahoma"/>
              <a:cs typeface="Tahoma"/>
            </a:endParaRPr>
          </a:p>
          <a:p>
            <a:pPr marL="469900" marR="1292860">
              <a:lnSpc>
                <a:spcPct val="181900"/>
              </a:lnSpc>
            </a:pPr>
            <a:r>
              <a:rPr dirty="0" sz="1300" b="1">
                <a:solidFill>
                  <a:srgbClr val="FF0000"/>
                </a:solidFill>
                <a:latin typeface="Courier New"/>
                <a:cs typeface="Courier New"/>
              </a:rPr>
              <a:t>int</a:t>
            </a:r>
            <a:r>
              <a:rPr dirty="0" sz="1300" spc="-15" b="1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FF0000"/>
                </a:solidFill>
                <a:latin typeface="Courier New"/>
                <a:cs typeface="Courier New"/>
              </a:rPr>
              <a:t>saldo</a:t>
            </a:r>
            <a:r>
              <a:rPr dirty="0" sz="1300" spc="-15" b="1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FF0000"/>
                </a:solidFill>
                <a:latin typeface="Courier New"/>
                <a:cs typeface="Courier New"/>
              </a:rPr>
              <a:t>=</a:t>
            </a:r>
            <a:r>
              <a:rPr dirty="0" sz="1300" spc="-15" b="1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dirty="0" sz="1300" spc="-10" b="1">
                <a:solidFill>
                  <a:srgbClr val="FF0000"/>
                </a:solidFill>
                <a:latin typeface="Courier New"/>
                <a:cs typeface="Courier New"/>
              </a:rPr>
              <a:t>obtenerSaldo(); </a:t>
            </a:r>
            <a:r>
              <a:rPr dirty="0" sz="1300" b="1">
                <a:solidFill>
                  <a:srgbClr val="FF0000"/>
                </a:solidFill>
                <a:latin typeface="Courier New"/>
                <a:cs typeface="Courier New"/>
              </a:rPr>
              <a:t>saldo</a:t>
            </a:r>
            <a:r>
              <a:rPr dirty="0" sz="1300" spc="-20" b="1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FF0000"/>
                </a:solidFill>
                <a:latin typeface="Courier New"/>
                <a:cs typeface="Courier New"/>
              </a:rPr>
              <a:t>+=</a:t>
            </a:r>
            <a:r>
              <a:rPr dirty="0" sz="1300" spc="-15" b="1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dirty="0" sz="1300" spc="-10" b="1">
                <a:solidFill>
                  <a:srgbClr val="FF0000"/>
                </a:solidFill>
                <a:latin typeface="Courier New"/>
                <a:cs typeface="Courier New"/>
              </a:rPr>
              <a:t>transferencia guardarSaldo(saldo)</a:t>
            </a:r>
            <a:endParaRPr sz="13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280"/>
              </a:spcBef>
            </a:pPr>
            <a:r>
              <a:rPr dirty="0" sz="1300" spc="-10" b="1">
                <a:solidFill>
                  <a:srgbClr val="595959"/>
                </a:solidFill>
                <a:latin typeface="Tahoma"/>
                <a:cs typeface="Tahoma"/>
              </a:rPr>
              <a:t>dejar(lock)</a:t>
            </a:r>
            <a:endParaRPr sz="13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275"/>
              </a:spcBef>
            </a:pPr>
            <a:r>
              <a:rPr dirty="0" sz="1300" spc="-50" b="1">
                <a:solidFill>
                  <a:srgbClr val="595959"/>
                </a:solidFill>
                <a:latin typeface="Courier New"/>
                <a:cs typeface="Courier New"/>
              </a:rPr>
              <a:t>}</a:t>
            </a:r>
            <a:endParaRPr sz="13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0650">
              <a:lnSpc>
                <a:spcPct val="100000"/>
              </a:lnSpc>
              <a:spcBef>
                <a:spcPts val="140"/>
              </a:spcBef>
            </a:pPr>
            <a:r>
              <a:rPr dirty="0" spc="90"/>
              <a:t>Lock</a:t>
            </a:r>
            <a:r>
              <a:rPr dirty="0" spc="-120"/>
              <a:t> </a:t>
            </a:r>
            <a:r>
              <a:rPr dirty="0" spc="-10"/>
              <a:t>contention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892999" y="2101608"/>
            <a:ext cx="4321175" cy="16027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79095" marR="5080" indent="-367030">
              <a:lnSpc>
                <a:spcPct val="114999"/>
              </a:lnSpc>
              <a:spcBef>
                <a:spcPts val="100"/>
              </a:spcBef>
              <a:buFont typeface="Arial MT"/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Lock</a:t>
            </a:r>
            <a:r>
              <a:rPr dirty="0" sz="1800" spc="-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contention</a:t>
            </a:r>
            <a:r>
              <a:rPr dirty="0" sz="1800" spc="-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ocurre</a:t>
            </a:r>
            <a:r>
              <a:rPr dirty="0" sz="1800" spc="-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cuando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múltiples</a:t>
            </a:r>
            <a:r>
              <a:rPr dirty="0" sz="18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threads</a:t>
            </a:r>
            <a:r>
              <a:rPr dirty="0" sz="18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o</a:t>
            </a:r>
            <a:r>
              <a:rPr dirty="0" sz="18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procesos</a:t>
            </a:r>
            <a:r>
              <a:rPr dirty="0" sz="18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intentan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acceder</a:t>
            </a:r>
            <a:r>
              <a:rPr dirty="0" sz="18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45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8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8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recurso</a:t>
            </a:r>
            <a:r>
              <a:rPr dirty="0" sz="18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compartido simultáneamente,</a:t>
            </a:r>
            <a:r>
              <a:rPr dirty="0" sz="18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y</a:t>
            </a:r>
            <a:r>
              <a:rPr dirty="0" sz="18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al</a:t>
            </a:r>
            <a:r>
              <a:rPr dirty="0" sz="1800" spc="-2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20">
                <a:solidFill>
                  <a:srgbClr val="595959"/>
                </a:solidFill>
                <a:latin typeface="Tahoma"/>
                <a:cs typeface="Tahoma"/>
              </a:rPr>
              <a:t>menos</a:t>
            </a:r>
            <a:r>
              <a:rPr dirty="0" sz="18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uno</a:t>
            </a:r>
            <a:r>
              <a:rPr dirty="0" sz="18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25">
                <a:solidFill>
                  <a:srgbClr val="595959"/>
                </a:solidFill>
                <a:latin typeface="Tahoma"/>
                <a:cs typeface="Tahoma"/>
              </a:rPr>
              <a:t>de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ellos</a:t>
            </a:r>
            <a:r>
              <a:rPr dirty="0" sz="18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está</a:t>
            </a:r>
            <a:r>
              <a:rPr dirty="0" sz="18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bloqueado</a:t>
            </a:r>
            <a:r>
              <a:rPr dirty="0" sz="1800" spc="-2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esperando</a:t>
            </a:r>
            <a:r>
              <a:rPr dirty="0" sz="18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800" spc="-2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lock.</a:t>
            </a:r>
            <a:endParaRPr sz="1800">
              <a:latin typeface="Tahoma"/>
              <a:cs typeface="Tahoma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35950" y="2172074"/>
            <a:ext cx="3047999" cy="2324099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0650">
              <a:lnSpc>
                <a:spcPct val="100000"/>
              </a:lnSpc>
              <a:spcBef>
                <a:spcPts val="140"/>
              </a:spcBef>
            </a:pPr>
            <a:r>
              <a:rPr dirty="0" spc="90"/>
              <a:t>Lock</a:t>
            </a:r>
            <a:r>
              <a:rPr dirty="0" spc="-120"/>
              <a:t> </a:t>
            </a:r>
            <a:r>
              <a:rPr dirty="0" spc="-10"/>
              <a:t>contention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802475" y="2145296"/>
            <a:ext cx="4445000" cy="27470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b="1">
                <a:solidFill>
                  <a:srgbClr val="595959"/>
                </a:solidFill>
                <a:latin typeface="Courier New"/>
                <a:cs typeface="Courier New"/>
              </a:rPr>
              <a:t>while(true)</a:t>
            </a:r>
            <a:r>
              <a:rPr dirty="0" sz="1300" spc="-55" b="1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1300" spc="-50" b="1">
                <a:solidFill>
                  <a:srgbClr val="595959"/>
                </a:solidFill>
                <a:latin typeface="Courier New"/>
                <a:cs typeface="Courier New"/>
              </a:rPr>
              <a:t>{</a:t>
            </a:r>
            <a:endParaRPr sz="1300">
              <a:latin typeface="Courier New"/>
              <a:cs typeface="Courier New"/>
            </a:endParaRPr>
          </a:p>
          <a:p>
            <a:pPr marL="469900">
              <a:lnSpc>
                <a:spcPct val="100000"/>
              </a:lnSpc>
              <a:spcBef>
                <a:spcPts val="1275"/>
              </a:spcBef>
            </a:pPr>
            <a:r>
              <a:rPr dirty="0" sz="1300" b="1">
                <a:solidFill>
                  <a:srgbClr val="595959"/>
                </a:solidFill>
                <a:latin typeface="Courier New"/>
                <a:cs typeface="Courier New"/>
              </a:rPr>
              <a:t>int</a:t>
            </a:r>
            <a:r>
              <a:rPr dirty="0" sz="1300" spc="-30" b="1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595959"/>
                </a:solidFill>
                <a:latin typeface="Courier New"/>
                <a:cs typeface="Courier New"/>
              </a:rPr>
              <a:t>transferencia</a:t>
            </a:r>
            <a:r>
              <a:rPr dirty="0" sz="1300" spc="-30" b="1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595959"/>
                </a:solidFill>
                <a:latin typeface="Courier New"/>
                <a:cs typeface="Courier New"/>
              </a:rPr>
              <a:t>=</a:t>
            </a:r>
            <a:r>
              <a:rPr dirty="0" sz="1300" spc="-25" b="1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1300" spc="-10" b="1">
                <a:solidFill>
                  <a:srgbClr val="595959"/>
                </a:solidFill>
                <a:latin typeface="Courier New"/>
                <a:cs typeface="Courier New"/>
              </a:rPr>
              <a:t>nextTransferencia();</a:t>
            </a:r>
            <a:endParaRPr sz="13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280"/>
              </a:spcBef>
            </a:pPr>
            <a:r>
              <a:rPr dirty="0" sz="1300" spc="-65" b="1">
                <a:solidFill>
                  <a:srgbClr val="595959"/>
                </a:solidFill>
                <a:latin typeface="Tahoma"/>
                <a:cs typeface="Tahoma"/>
              </a:rPr>
              <a:t>Entrar</a:t>
            </a:r>
            <a:r>
              <a:rPr dirty="0" sz="1300" spc="-10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85" b="1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300" spc="-10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55" b="1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300" spc="-10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70" b="1">
                <a:solidFill>
                  <a:srgbClr val="595959"/>
                </a:solidFill>
                <a:latin typeface="Tahoma"/>
                <a:cs typeface="Tahoma"/>
              </a:rPr>
              <a:t>Seccion</a:t>
            </a:r>
            <a:r>
              <a:rPr dirty="0" sz="1300" spc="-10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 b="1">
                <a:solidFill>
                  <a:srgbClr val="595959"/>
                </a:solidFill>
                <a:latin typeface="Tahoma"/>
                <a:cs typeface="Tahoma"/>
              </a:rPr>
              <a:t>Critica</a:t>
            </a:r>
            <a:endParaRPr sz="1300">
              <a:latin typeface="Tahoma"/>
              <a:cs typeface="Tahoma"/>
            </a:endParaRPr>
          </a:p>
          <a:p>
            <a:pPr marL="469900" marR="1292860">
              <a:lnSpc>
                <a:spcPct val="181900"/>
              </a:lnSpc>
            </a:pPr>
            <a:r>
              <a:rPr dirty="0" sz="1300" b="1">
                <a:solidFill>
                  <a:srgbClr val="FF0000"/>
                </a:solidFill>
                <a:latin typeface="Courier New"/>
                <a:cs typeface="Courier New"/>
              </a:rPr>
              <a:t>int</a:t>
            </a:r>
            <a:r>
              <a:rPr dirty="0" sz="1300" spc="-15" b="1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FF0000"/>
                </a:solidFill>
                <a:latin typeface="Courier New"/>
                <a:cs typeface="Courier New"/>
              </a:rPr>
              <a:t>saldo</a:t>
            </a:r>
            <a:r>
              <a:rPr dirty="0" sz="1300" spc="-15" b="1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FF0000"/>
                </a:solidFill>
                <a:latin typeface="Courier New"/>
                <a:cs typeface="Courier New"/>
              </a:rPr>
              <a:t>=</a:t>
            </a:r>
            <a:r>
              <a:rPr dirty="0" sz="1300" spc="-15" b="1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dirty="0" sz="1300" spc="-10" b="1">
                <a:solidFill>
                  <a:srgbClr val="FF0000"/>
                </a:solidFill>
                <a:latin typeface="Courier New"/>
                <a:cs typeface="Courier New"/>
              </a:rPr>
              <a:t>obtenerSaldo(); </a:t>
            </a:r>
            <a:r>
              <a:rPr dirty="0" sz="1300" b="1">
                <a:solidFill>
                  <a:srgbClr val="FF0000"/>
                </a:solidFill>
                <a:latin typeface="Courier New"/>
                <a:cs typeface="Courier New"/>
              </a:rPr>
              <a:t>saldo</a:t>
            </a:r>
            <a:r>
              <a:rPr dirty="0" sz="1300" spc="-20" b="1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FF0000"/>
                </a:solidFill>
                <a:latin typeface="Courier New"/>
                <a:cs typeface="Courier New"/>
              </a:rPr>
              <a:t>+=</a:t>
            </a:r>
            <a:r>
              <a:rPr dirty="0" sz="1300" spc="-15" b="1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dirty="0" sz="1300" spc="-10" b="1">
                <a:solidFill>
                  <a:srgbClr val="FF0000"/>
                </a:solidFill>
                <a:latin typeface="Courier New"/>
                <a:cs typeface="Courier New"/>
              </a:rPr>
              <a:t>transferencia guardarSaldo(saldo)</a:t>
            </a:r>
            <a:endParaRPr sz="13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280"/>
              </a:spcBef>
            </a:pPr>
            <a:r>
              <a:rPr dirty="0" sz="1300" spc="-60" b="1">
                <a:solidFill>
                  <a:srgbClr val="595959"/>
                </a:solidFill>
                <a:latin typeface="Tahoma"/>
                <a:cs typeface="Tahoma"/>
              </a:rPr>
              <a:t>Salir</a:t>
            </a:r>
            <a:r>
              <a:rPr dirty="0" sz="1300" spc="-10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70" b="1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300" spc="-10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55" b="1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300" spc="-10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70" b="1">
                <a:solidFill>
                  <a:srgbClr val="595959"/>
                </a:solidFill>
                <a:latin typeface="Tahoma"/>
                <a:cs typeface="Tahoma"/>
              </a:rPr>
              <a:t>seccion</a:t>
            </a:r>
            <a:r>
              <a:rPr dirty="0" sz="1300" spc="-10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 b="1">
                <a:solidFill>
                  <a:srgbClr val="595959"/>
                </a:solidFill>
                <a:latin typeface="Tahoma"/>
                <a:cs typeface="Tahoma"/>
              </a:rPr>
              <a:t>Critica</a:t>
            </a:r>
            <a:endParaRPr sz="13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275"/>
              </a:spcBef>
            </a:pPr>
            <a:r>
              <a:rPr dirty="0" sz="1300" spc="-50" b="1">
                <a:solidFill>
                  <a:srgbClr val="595959"/>
                </a:solidFill>
                <a:latin typeface="Courier New"/>
                <a:cs typeface="Courier New"/>
              </a:rPr>
              <a:t>}</a:t>
            </a:r>
            <a:endParaRPr sz="1300">
              <a:latin typeface="Courier New"/>
              <a:cs typeface="Courier New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09300" y="2814675"/>
            <a:ext cx="446524" cy="340475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0650">
              <a:lnSpc>
                <a:spcPct val="100000"/>
              </a:lnSpc>
              <a:spcBef>
                <a:spcPts val="140"/>
              </a:spcBef>
            </a:pPr>
            <a:r>
              <a:rPr dirty="0" spc="80"/>
              <a:t>API</a:t>
            </a:r>
            <a:r>
              <a:rPr dirty="0" spc="-130"/>
              <a:t> </a:t>
            </a:r>
            <a:r>
              <a:rPr dirty="0" spc="114"/>
              <a:t>de</a:t>
            </a:r>
            <a:r>
              <a:rPr dirty="0" spc="-130"/>
              <a:t> </a:t>
            </a:r>
            <a:r>
              <a:rPr dirty="0" spc="95"/>
              <a:t>Locks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802475" y="2130484"/>
            <a:ext cx="7593330" cy="198247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ts val="2230"/>
              </a:lnSpc>
              <a:spcBef>
                <a:spcPts val="114"/>
              </a:spcBef>
            </a:pPr>
            <a:r>
              <a:rPr dirty="0" sz="1900" spc="-30">
                <a:solidFill>
                  <a:srgbClr val="595959"/>
                </a:solidFill>
                <a:latin typeface="Tahoma"/>
                <a:cs typeface="Tahoma"/>
              </a:rPr>
              <a:t>pthread_mutex_t</a:t>
            </a:r>
            <a:r>
              <a:rPr dirty="0" sz="19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10">
                <a:solidFill>
                  <a:srgbClr val="595959"/>
                </a:solidFill>
                <a:latin typeface="Tahoma"/>
                <a:cs typeface="Tahoma"/>
              </a:rPr>
              <a:t>lock;</a:t>
            </a:r>
            <a:endParaRPr sz="1900">
              <a:latin typeface="Tahoma"/>
              <a:cs typeface="Tahoma"/>
            </a:endParaRPr>
          </a:p>
          <a:p>
            <a:pPr marL="12700">
              <a:lnSpc>
                <a:spcPts val="2185"/>
              </a:lnSpc>
            </a:pP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int</a:t>
            </a:r>
            <a:r>
              <a:rPr dirty="0" sz="1900" spc="-1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10">
                <a:solidFill>
                  <a:srgbClr val="595959"/>
                </a:solidFill>
                <a:latin typeface="Tahoma"/>
                <a:cs typeface="Tahoma"/>
              </a:rPr>
              <a:t>pthread_mutex_init(&amp;lock,NULL);</a:t>
            </a:r>
            <a:endParaRPr sz="1900">
              <a:latin typeface="Tahoma"/>
              <a:cs typeface="Tahoma"/>
            </a:endParaRPr>
          </a:p>
          <a:p>
            <a:pPr marL="12700" marR="1914525">
              <a:lnSpc>
                <a:spcPts val="2180"/>
              </a:lnSpc>
              <a:spcBef>
                <a:spcPts val="110"/>
              </a:spcBef>
            </a:pP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int</a:t>
            </a:r>
            <a:r>
              <a:rPr dirty="0" sz="19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25">
                <a:solidFill>
                  <a:srgbClr val="595959"/>
                </a:solidFill>
                <a:latin typeface="Tahoma"/>
                <a:cs typeface="Tahoma"/>
              </a:rPr>
              <a:t>pthread_mutex_lock</a:t>
            </a:r>
            <a:r>
              <a:rPr dirty="0" sz="19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40">
                <a:solidFill>
                  <a:srgbClr val="595959"/>
                </a:solidFill>
                <a:latin typeface="Tahoma"/>
                <a:cs typeface="Tahoma"/>
              </a:rPr>
              <a:t>(pthread_mutex_t</a:t>
            </a:r>
            <a:r>
              <a:rPr dirty="0" sz="19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285">
                <a:solidFill>
                  <a:srgbClr val="595959"/>
                </a:solidFill>
                <a:latin typeface="Tahoma"/>
                <a:cs typeface="Tahoma"/>
              </a:rPr>
              <a:t>*</a:t>
            </a:r>
            <a:r>
              <a:rPr dirty="0" sz="19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10">
                <a:solidFill>
                  <a:srgbClr val="595959"/>
                </a:solidFill>
                <a:latin typeface="Tahoma"/>
                <a:cs typeface="Tahoma"/>
              </a:rPr>
              <a:t>mutex);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int</a:t>
            </a:r>
            <a:r>
              <a:rPr dirty="0" sz="1900" spc="-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25">
                <a:solidFill>
                  <a:srgbClr val="595959"/>
                </a:solidFill>
                <a:latin typeface="Tahoma"/>
                <a:cs typeface="Tahoma"/>
              </a:rPr>
              <a:t>pthread_mutex_unlock</a:t>
            </a:r>
            <a:r>
              <a:rPr dirty="0" sz="1900" spc="-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40">
                <a:solidFill>
                  <a:srgbClr val="595959"/>
                </a:solidFill>
                <a:latin typeface="Tahoma"/>
                <a:cs typeface="Tahoma"/>
              </a:rPr>
              <a:t>(pthread_mutex_t</a:t>
            </a:r>
            <a:r>
              <a:rPr dirty="0" sz="1900" spc="-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20">
                <a:solidFill>
                  <a:srgbClr val="595959"/>
                </a:solidFill>
                <a:latin typeface="Tahoma"/>
                <a:cs typeface="Tahoma"/>
              </a:rPr>
              <a:t>*mutex);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int</a:t>
            </a:r>
            <a:r>
              <a:rPr dirty="0" sz="1900" spc="-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25">
                <a:solidFill>
                  <a:srgbClr val="595959"/>
                </a:solidFill>
                <a:latin typeface="Tahoma"/>
                <a:cs typeface="Tahoma"/>
              </a:rPr>
              <a:t>pthread_mutex_trylock(pthread_mutex_t</a:t>
            </a:r>
            <a:r>
              <a:rPr dirty="0" sz="1900" spc="-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285">
                <a:solidFill>
                  <a:srgbClr val="595959"/>
                </a:solidFill>
                <a:latin typeface="Tahoma"/>
                <a:cs typeface="Tahoma"/>
              </a:rPr>
              <a:t>*</a:t>
            </a:r>
            <a:r>
              <a:rPr dirty="0" sz="1900" spc="-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35">
                <a:solidFill>
                  <a:srgbClr val="595959"/>
                </a:solidFill>
                <a:latin typeface="Tahoma"/>
                <a:cs typeface="Tahoma"/>
              </a:rPr>
              <a:t>mutex);</a:t>
            </a:r>
            <a:endParaRPr sz="1900">
              <a:latin typeface="Tahoma"/>
              <a:cs typeface="Tahoma"/>
            </a:endParaRPr>
          </a:p>
          <a:p>
            <a:pPr marL="12700">
              <a:lnSpc>
                <a:spcPts val="2090"/>
              </a:lnSpc>
            </a:pP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int</a:t>
            </a:r>
            <a:r>
              <a:rPr dirty="0" sz="1900" spc="-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25">
                <a:solidFill>
                  <a:srgbClr val="595959"/>
                </a:solidFill>
                <a:latin typeface="Tahoma"/>
                <a:cs typeface="Tahoma"/>
              </a:rPr>
              <a:t>pthread_mutex_timedlock(pthread_mutex_t</a:t>
            </a:r>
            <a:r>
              <a:rPr dirty="0" sz="1900" spc="-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285">
                <a:solidFill>
                  <a:srgbClr val="595959"/>
                </a:solidFill>
                <a:latin typeface="Tahoma"/>
                <a:cs typeface="Tahoma"/>
              </a:rPr>
              <a:t>*</a:t>
            </a:r>
            <a:r>
              <a:rPr dirty="0" sz="1900" spc="-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35">
                <a:solidFill>
                  <a:srgbClr val="595959"/>
                </a:solidFill>
                <a:latin typeface="Tahoma"/>
                <a:cs typeface="Tahoma"/>
              </a:rPr>
              <a:t>mutex,</a:t>
            </a:r>
            <a:r>
              <a:rPr dirty="0" sz="1900" spc="-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struct</a:t>
            </a:r>
            <a:r>
              <a:rPr dirty="0" sz="1900" spc="-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10">
                <a:solidFill>
                  <a:srgbClr val="595959"/>
                </a:solidFill>
                <a:latin typeface="Tahoma"/>
                <a:cs typeface="Tahoma"/>
              </a:rPr>
              <a:t>timespec</a:t>
            </a:r>
            <a:endParaRPr sz="1900">
              <a:latin typeface="Tahoma"/>
              <a:cs typeface="Tahoma"/>
            </a:endParaRPr>
          </a:p>
          <a:p>
            <a:pPr marL="12700">
              <a:lnSpc>
                <a:spcPts val="2230"/>
              </a:lnSpc>
            </a:pPr>
            <a:r>
              <a:rPr dirty="0" sz="1900" spc="-10">
                <a:solidFill>
                  <a:srgbClr val="595959"/>
                </a:solidFill>
                <a:latin typeface="Tahoma"/>
                <a:cs typeface="Tahoma"/>
              </a:rPr>
              <a:t>*abb_timeout);</a:t>
            </a:r>
            <a:endParaRPr sz="19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0650">
              <a:lnSpc>
                <a:spcPct val="100000"/>
              </a:lnSpc>
              <a:spcBef>
                <a:spcPts val="140"/>
              </a:spcBef>
            </a:pPr>
            <a:r>
              <a:rPr dirty="0" spc="125"/>
              <a:t>Algunas</a:t>
            </a:r>
            <a:r>
              <a:rPr dirty="0" spc="-95"/>
              <a:t> </a:t>
            </a:r>
            <a:r>
              <a:rPr dirty="0" spc="75"/>
              <a:t>Propiedades</a:t>
            </a:r>
            <a:r>
              <a:rPr dirty="0" spc="-90"/>
              <a:t> </a:t>
            </a:r>
            <a:r>
              <a:rPr dirty="0" spc="50"/>
              <a:t>Formales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08371" y="2387612"/>
            <a:ext cx="7414259" cy="1818005"/>
          </a:xfrm>
          <a:prstGeom prst="rect">
            <a:avLst/>
          </a:prstGeom>
        </p:spPr>
        <p:txBody>
          <a:bodyPr wrap="square" lIns="0" tIns="24765" rIns="0" bIns="0" rtlCol="0" vert="horz">
            <a:spAutoFit/>
          </a:bodyPr>
          <a:lstStyle/>
          <a:p>
            <a:pPr marL="363855" indent="-351155">
              <a:lnSpc>
                <a:spcPct val="100000"/>
              </a:lnSpc>
              <a:spcBef>
                <a:spcPts val="195"/>
              </a:spcBef>
              <a:buFont typeface="Arial MT"/>
              <a:buChar char="●"/>
              <a:tabLst>
                <a:tab pos="363855" algn="l"/>
              </a:tabLst>
            </a:pPr>
            <a:r>
              <a:rPr dirty="0" sz="1600" spc="-110" b="1">
                <a:solidFill>
                  <a:srgbClr val="595959"/>
                </a:solidFill>
                <a:latin typeface="Tahoma"/>
                <a:cs typeface="Tahoma"/>
              </a:rPr>
              <a:t>Exclusión</a:t>
            </a:r>
            <a:r>
              <a:rPr dirty="0" sz="1600" spc="-14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35" b="1">
                <a:solidFill>
                  <a:srgbClr val="595959"/>
                </a:solidFill>
                <a:latin typeface="Tahoma"/>
                <a:cs typeface="Tahoma"/>
              </a:rPr>
              <a:t>mutua:</a:t>
            </a:r>
            <a:r>
              <a:rPr dirty="0" sz="1600" spc="-13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como</a:t>
            </a:r>
            <a:r>
              <a:rPr dirty="0" sz="16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mucho</a:t>
            </a:r>
            <a:r>
              <a:rPr dirty="0" sz="16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solo</a:t>
            </a:r>
            <a:r>
              <a:rPr dirty="0" sz="16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Threads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posee</a:t>
            </a:r>
            <a:r>
              <a:rPr dirty="0" sz="16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lock</a:t>
            </a:r>
            <a:r>
              <a:rPr dirty="0" sz="16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40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6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0">
                <a:solidFill>
                  <a:srgbClr val="595959"/>
                </a:solidFill>
                <a:latin typeface="Tahoma"/>
                <a:cs typeface="Tahoma"/>
              </a:rPr>
              <a:t>vez.</a:t>
            </a:r>
            <a:endParaRPr sz="1600">
              <a:latin typeface="Tahoma"/>
              <a:cs typeface="Tahoma"/>
            </a:endParaRPr>
          </a:p>
          <a:p>
            <a:pPr marL="363855" marR="737870" indent="-351790">
              <a:lnSpc>
                <a:spcPct val="105000"/>
              </a:lnSpc>
              <a:buFont typeface="Arial MT"/>
              <a:buChar char="●"/>
              <a:tabLst>
                <a:tab pos="363855" algn="l"/>
              </a:tabLst>
            </a:pPr>
            <a:r>
              <a:rPr dirty="0" sz="1600" spc="-110" b="1">
                <a:solidFill>
                  <a:srgbClr val="595959"/>
                </a:solidFill>
                <a:latin typeface="Tahoma"/>
                <a:cs typeface="Tahoma"/>
              </a:rPr>
              <a:t>Progress:</a:t>
            </a:r>
            <a:r>
              <a:rPr dirty="0" sz="1600" spc="-14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Si</a:t>
            </a:r>
            <a:r>
              <a:rPr dirty="0" sz="16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nadie</a:t>
            </a:r>
            <a:r>
              <a:rPr dirty="0" sz="16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posee</a:t>
            </a:r>
            <a:r>
              <a:rPr dirty="0" sz="16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0">
                <a:solidFill>
                  <a:srgbClr val="595959"/>
                </a:solidFill>
                <a:latin typeface="Tahoma"/>
                <a:cs typeface="Tahoma"/>
              </a:rPr>
              <a:t>lock,</a:t>
            </a:r>
            <a:r>
              <a:rPr dirty="0" sz="16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y</a:t>
            </a:r>
            <a:r>
              <a:rPr dirty="0" sz="16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alguien</a:t>
            </a:r>
            <a:r>
              <a:rPr dirty="0" sz="16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lo</a:t>
            </a:r>
            <a:r>
              <a:rPr dirty="0" sz="16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quiere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…</a:t>
            </a:r>
            <a:r>
              <a:rPr dirty="0" sz="16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alguno</a:t>
            </a:r>
            <a:r>
              <a:rPr dirty="0" sz="16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debe</a:t>
            </a:r>
            <a:r>
              <a:rPr dirty="0" sz="16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poder obtenerlo.</a:t>
            </a:r>
            <a:endParaRPr sz="1600">
              <a:latin typeface="Tahoma"/>
              <a:cs typeface="Tahoma"/>
            </a:endParaRPr>
          </a:p>
          <a:p>
            <a:pPr marL="363855" marR="5080" indent="-351790">
              <a:lnSpc>
                <a:spcPct val="105000"/>
              </a:lnSpc>
              <a:buFont typeface="Arial MT"/>
              <a:buChar char="●"/>
              <a:tabLst>
                <a:tab pos="363855" algn="l"/>
              </a:tabLst>
            </a:pPr>
            <a:r>
              <a:rPr dirty="0" sz="1600" spc="-110" b="1">
                <a:solidFill>
                  <a:srgbClr val="595959"/>
                </a:solidFill>
                <a:latin typeface="Tahoma"/>
                <a:cs typeface="Tahoma"/>
              </a:rPr>
              <a:t>Bounded </a:t>
            </a:r>
            <a:r>
              <a:rPr dirty="0" sz="1600" spc="-125" b="1">
                <a:solidFill>
                  <a:srgbClr val="595959"/>
                </a:solidFill>
                <a:latin typeface="Tahoma"/>
                <a:cs typeface="Tahoma"/>
              </a:rPr>
              <a:t>waiting:</a:t>
            </a:r>
            <a:r>
              <a:rPr dirty="0" sz="1600" spc="-114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Si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thread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quiere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acceder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al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lock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y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existen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varios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threads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en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misma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situación,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los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demás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tienen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una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cantidad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finita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55">
                <a:solidFill>
                  <a:srgbClr val="595959"/>
                </a:solidFill>
                <a:latin typeface="Tahoma"/>
                <a:cs typeface="Tahoma"/>
              </a:rPr>
              <a:t>(un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límite)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posible accesos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antes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T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lo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65">
                <a:solidFill>
                  <a:srgbClr val="595959"/>
                </a:solidFill>
                <a:latin typeface="Tahoma"/>
                <a:cs typeface="Tahoma"/>
              </a:rPr>
              <a:t>haga.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Eventualmente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procesador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le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cede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lock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40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todos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los</a:t>
            </a:r>
            <a:r>
              <a:rPr dirty="0" sz="16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están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esperando.</a:t>
            </a:r>
            <a:r>
              <a:rPr dirty="0" sz="16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Esta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propiedad</a:t>
            </a:r>
            <a:r>
              <a:rPr dirty="0" sz="16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los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programas</a:t>
            </a:r>
            <a:r>
              <a:rPr dirty="0" sz="16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llama</a:t>
            </a:r>
            <a:r>
              <a:rPr dirty="0" sz="16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 b="1">
                <a:solidFill>
                  <a:srgbClr val="595959"/>
                </a:solidFill>
                <a:latin typeface="Tahoma"/>
                <a:cs typeface="Tahoma"/>
              </a:rPr>
              <a:t>liveliness</a:t>
            </a:r>
            <a:endParaRPr sz="16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0650">
              <a:lnSpc>
                <a:spcPct val="100000"/>
              </a:lnSpc>
              <a:spcBef>
                <a:spcPts val="140"/>
              </a:spcBef>
            </a:pPr>
            <a:r>
              <a:rPr dirty="0" spc="80"/>
              <a:t>Spinlock</a:t>
            </a:r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Es</a:t>
            </a:r>
            <a:r>
              <a:rPr dirty="0" spc="-204"/>
              <a:t> </a:t>
            </a:r>
            <a:r>
              <a:rPr dirty="0" spc="-20"/>
              <a:t>un</a:t>
            </a:r>
            <a:r>
              <a:rPr dirty="0" spc="-204"/>
              <a:t> </a:t>
            </a:r>
            <a:r>
              <a:rPr dirty="0"/>
              <a:t>lock</a:t>
            </a:r>
            <a:r>
              <a:rPr dirty="0" spc="-200"/>
              <a:t> </a:t>
            </a:r>
            <a:r>
              <a:rPr dirty="0"/>
              <a:t>que</a:t>
            </a:r>
            <a:r>
              <a:rPr dirty="0" spc="-204"/>
              <a:t> </a:t>
            </a:r>
            <a:r>
              <a:rPr dirty="0" spc="-25"/>
              <a:t>se</a:t>
            </a:r>
            <a:r>
              <a:rPr dirty="0" spc="-204"/>
              <a:t> </a:t>
            </a:r>
            <a:r>
              <a:rPr dirty="0"/>
              <a:t>implementa</a:t>
            </a:r>
            <a:r>
              <a:rPr dirty="0" spc="-200"/>
              <a:t> </a:t>
            </a:r>
            <a:r>
              <a:rPr dirty="0" spc="-20"/>
              <a:t>usando</a:t>
            </a:r>
            <a:r>
              <a:rPr dirty="0" spc="-204"/>
              <a:t> </a:t>
            </a:r>
            <a:r>
              <a:rPr dirty="0" spc="-20"/>
              <a:t>un</a:t>
            </a:r>
            <a:r>
              <a:rPr dirty="0" spc="-204"/>
              <a:t> </a:t>
            </a:r>
            <a:r>
              <a:rPr dirty="0" spc="-25"/>
              <a:t>“busy</a:t>
            </a:r>
            <a:r>
              <a:rPr dirty="0" spc="-200"/>
              <a:t> </a:t>
            </a:r>
            <a:r>
              <a:rPr dirty="0" spc="-10"/>
              <a:t>wait”</a:t>
            </a:r>
          </a:p>
          <a:p>
            <a:pPr marL="12700" marR="73660">
              <a:lnSpc>
                <a:spcPct val="100000"/>
              </a:lnSpc>
              <a:spcBef>
                <a:spcPts val="2285"/>
              </a:spcBef>
            </a:pPr>
            <a:r>
              <a:rPr dirty="0" sz="1800">
                <a:solidFill>
                  <a:srgbClr val="0D0D0D"/>
                </a:solidFill>
                <a:latin typeface="Roboto"/>
                <a:cs typeface="Roboto"/>
              </a:rPr>
              <a:t>Un</a:t>
            </a:r>
            <a:r>
              <a:rPr dirty="0" sz="1800" spc="-60">
                <a:solidFill>
                  <a:srgbClr val="0D0D0D"/>
                </a:solidFill>
                <a:latin typeface="Roboto"/>
                <a:cs typeface="Roboto"/>
              </a:rPr>
              <a:t> </a:t>
            </a:r>
            <a:r>
              <a:rPr dirty="0" sz="1800" spc="-25">
                <a:solidFill>
                  <a:srgbClr val="0D0D0D"/>
                </a:solidFill>
                <a:latin typeface="Roboto"/>
                <a:cs typeface="Roboto"/>
              </a:rPr>
              <a:t>"busy</a:t>
            </a:r>
            <a:r>
              <a:rPr dirty="0" sz="1800" spc="-55">
                <a:solidFill>
                  <a:srgbClr val="0D0D0D"/>
                </a:solidFill>
                <a:latin typeface="Roboto"/>
                <a:cs typeface="Roboto"/>
              </a:rPr>
              <a:t> </a:t>
            </a:r>
            <a:r>
              <a:rPr dirty="0" sz="1800" spc="-25">
                <a:solidFill>
                  <a:srgbClr val="0D0D0D"/>
                </a:solidFill>
                <a:latin typeface="Roboto"/>
                <a:cs typeface="Roboto"/>
              </a:rPr>
              <a:t>wait"</a:t>
            </a:r>
            <a:r>
              <a:rPr dirty="0" sz="1800" spc="-55">
                <a:solidFill>
                  <a:srgbClr val="0D0D0D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0D0D0D"/>
                </a:solidFill>
                <a:latin typeface="Roboto"/>
                <a:cs typeface="Roboto"/>
              </a:rPr>
              <a:t>es</a:t>
            </a:r>
            <a:r>
              <a:rPr dirty="0" sz="1800" spc="-55">
                <a:solidFill>
                  <a:srgbClr val="0D0D0D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0D0D0D"/>
                </a:solidFill>
                <a:latin typeface="Roboto"/>
                <a:cs typeface="Roboto"/>
              </a:rPr>
              <a:t>una</a:t>
            </a:r>
            <a:r>
              <a:rPr dirty="0" sz="1800" spc="-55">
                <a:solidFill>
                  <a:srgbClr val="0D0D0D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0D0D0D"/>
                </a:solidFill>
                <a:latin typeface="Roboto"/>
                <a:cs typeface="Roboto"/>
              </a:rPr>
              <a:t>técnica</a:t>
            </a:r>
            <a:r>
              <a:rPr dirty="0" sz="1800" spc="-60">
                <a:solidFill>
                  <a:srgbClr val="0D0D0D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0D0D0D"/>
                </a:solidFill>
                <a:latin typeface="Roboto"/>
                <a:cs typeface="Roboto"/>
              </a:rPr>
              <a:t>de</a:t>
            </a:r>
            <a:r>
              <a:rPr dirty="0" sz="1800" spc="-55">
                <a:solidFill>
                  <a:srgbClr val="0D0D0D"/>
                </a:solidFill>
                <a:latin typeface="Roboto"/>
                <a:cs typeface="Roboto"/>
              </a:rPr>
              <a:t> </a:t>
            </a:r>
            <a:r>
              <a:rPr dirty="0" sz="1800" spc="-20">
                <a:solidFill>
                  <a:srgbClr val="0D0D0D"/>
                </a:solidFill>
                <a:latin typeface="Roboto"/>
                <a:cs typeface="Roboto"/>
              </a:rPr>
              <a:t>programación</a:t>
            </a:r>
            <a:r>
              <a:rPr dirty="0" sz="1800" spc="-55">
                <a:solidFill>
                  <a:srgbClr val="0D0D0D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0D0D0D"/>
                </a:solidFill>
                <a:latin typeface="Roboto"/>
                <a:cs typeface="Roboto"/>
              </a:rPr>
              <a:t>en</a:t>
            </a:r>
            <a:r>
              <a:rPr dirty="0" sz="1800" spc="-55">
                <a:solidFill>
                  <a:srgbClr val="0D0D0D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0D0D0D"/>
                </a:solidFill>
                <a:latin typeface="Roboto"/>
                <a:cs typeface="Roboto"/>
              </a:rPr>
              <a:t>la</a:t>
            </a:r>
            <a:r>
              <a:rPr dirty="0" sz="1800" spc="-55">
                <a:solidFill>
                  <a:srgbClr val="0D0D0D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0D0D0D"/>
                </a:solidFill>
                <a:latin typeface="Roboto"/>
                <a:cs typeface="Roboto"/>
              </a:rPr>
              <a:t>que</a:t>
            </a:r>
            <a:r>
              <a:rPr dirty="0" sz="1800" spc="-60">
                <a:solidFill>
                  <a:srgbClr val="0D0D0D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0D0D0D"/>
                </a:solidFill>
                <a:latin typeface="Roboto"/>
                <a:cs typeface="Roboto"/>
              </a:rPr>
              <a:t>un</a:t>
            </a:r>
            <a:r>
              <a:rPr dirty="0" sz="1800" spc="-55">
                <a:solidFill>
                  <a:srgbClr val="0D0D0D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0D0D0D"/>
                </a:solidFill>
                <a:latin typeface="Roboto"/>
                <a:cs typeface="Roboto"/>
              </a:rPr>
              <a:t>proceso</a:t>
            </a:r>
            <a:r>
              <a:rPr dirty="0" sz="1800" spc="-55">
                <a:solidFill>
                  <a:srgbClr val="0D0D0D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0D0D0D"/>
                </a:solidFill>
                <a:latin typeface="Roboto"/>
                <a:cs typeface="Roboto"/>
              </a:rPr>
              <a:t>o</a:t>
            </a:r>
            <a:r>
              <a:rPr dirty="0" sz="1800" spc="-55">
                <a:solidFill>
                  <a:srgbClr val="0D0D0D"/>
                </a:solidFill>
                <a:latin typeface="Roboto"/>
                <a:cs typeface="Roboto"/>
              </a:rPr>
              <a:t> </a:t>
            </a:r>
            <a:r>
              <a:rPr dirty="0" sz="1800" spc="-20">
                <a:solidFill>
                  <a:srgbClr val="0D0D0D"/>
                </a:solidFill>
                <a:latin typeface="Roboto"/>
                <a:cs typeface="Roboto"/>
              </a:rPr>
              <a:t>hilo </a:t>
            </a:r>
            <a:r>
              <a:rPr dirty="0" sz="1800">
                <a:solidFill>
                  <a:srgbClr val="0D0D0D"/>
                </a:solidFill>
                <a:latin typeface="Roboto"/>
                <a:cs typeface="Roboto"/>
              </a:rPr>
              <a:t>de</a:t>
            </a:r>
            <a:r>
              <a:rPr dirty="0" sz="1800" spc="-60">
                <a:solidFill>
                  <a:srgbClr val="0D0D0D"/>
                </a:solidFill>
                <a:latin typeface="Roboto"/>
                <a:cs typeface="Roboto"/>
              </a:rPr>
              <a:t> </a:t>
            </a:r>
            <a:r>
              <a:rPr dirty="0" sz="1800" spc="-10">
                <a:solidFill>
                  <a:srgbClr val="0D0D0D"/>
                </a:solidFill>
                <a:latin typeface="Roboto"/>
                <a:cs typeface="Roboto"/>
              </a:rPr>
              <a:t>ejecución</a:t>
            </a:r>
            <a:r>
              <a:rPr dirty="0" sz="1800" spc="-60">
                <a:solidFill>
                  <a:srgbClr val="0D0D0D"/>
                </a:solidFill>
                <a:latin typeface="Roboto"/>
                <a:cs typeface="Roboto"/>
              </a:rPr>
              <a:t> </a:t>
            </a:r>
            <a:r>
              <a:rPr dirty="0" sz="1800" spc="-10">
                <a:solidFill>
                  <a:srgbClr val="0D0D0D"/>
                </a:solidFill>
                <a:latin typeface="Roboto"/>
                <a:cs typeface="Roboto"/>
              </a:rPr>
              <a:t>espera</a:t>
            </a:r>
            <a:r>
              <a:rPr dirty="0" sz="1800" spc="-60">
                <a:solidFill>
                  <a:srgbClr val="0D0D0D"/>
                </a:solidFill>
                <a:latin typeface="Roboto"/>
                <a:cs typeface="Roboto"/>
              </a:rPr>
              <a:t> </a:t>
            </a:r>
            <a:r>
              <a:rPr dirty="0" sz="1800" spc="-10">
                <a:solidFill>
                  <a:srgbClr val="0D0D0D"/>
                </a:solidFill>
                <a:latin typeface="Roboto"/>
                <a:cs typeface="Roboto"/>
              </a:rPr>
              <a:t>activamente</a:t>
            </a:r>
            <a:r>
              <a:rPr dirty="0" sz="1800" spc="-45">
                <a:solidFill>
                  <a:srgbClr val="0D0D0D"/>
                </a:solidFill>
                <a:latin typeface="Roboto"/>
                <a:cs typeface="Roboto"/>
              </a:rPr>
              <a:t> </a:t>
            </a:r>
            <a:r>
              <a:rPr dirty="0" u="heavy" sz="1800">
                <a:solidFill>
                  <a:srgbClr val="0D0D0D"/>
                </a:solidFill>
                <a:uFill>
                  <a:solidFill>
                    <a:srgbClr val="0D0D0D"/>
                  </a:solidFill>
                </a:uFill>
                <a:latin typeface="Roboto"/>
                <a:cs typeface="Roboto"/>
              </a:rPr>
              <a:t>en</a:t>
            </a:r>
            <a:r>
              <a:rPr dirty="0" u="heavy" sz="1800" spc="-60">
                <a:solidFill>
                  <a:srgbClr val="0D0D0D"/>
                </a:solidFill>
                <a:uFill>
                  <a:solidFill>
                    <a:srgbClr val="0D0D0D"/>
                  </a:solidFill>
                </a:uFill>
                <a:latin typeface="Roboto"/>
                <a:cs typeface="Roboto"/>
              </a:rPr>
              <a:t> </a:t>
            </a:r>
            <a:r>
              <a:rPr dirty="0" u="heavy" sz="1800">
                <a:solidFill>
                  <a:srgbClr val="0D0D0D"/>
                </a:solidFill>
                <a:uFill>
                  <a:solidFill>
                    <a:srgbClr val="0D0D0D"/>
                  </a:solidFill>
                </a:uFill>
                <a:latin typeface="Roboto"/>
                <a:cs typeface="Roboto"/>
              </a:rPr>
              <a:t>un</a:t>
            </a:r>
            <a:r>
              <a:rPr dirty="0" u="heavy" sz="1800" spc="-60">
                <a:solidFill>
                  <a:srgbClr val="0D0D0D"/>
                </a:solidFill>
                <a:uFill>
                  <a:solidFill>
                    <a:srgbClr val="0D0D0D"/>
                  </a:solidFill>
                </a:uFill>
                <a:latin typeface="Roboto"/>
                <a:cs typeface="Roboto"/>
              </a:rPr>
              <a:t> </a:t>
            </a:r>
            <a:r>
              <a:rPr dirty="0" u="heavy" sz="1800">
                <a:solidFill>
                  <a:srgbClr val="0D0D0D"/>
                </a:solidFill>
                <a:uFill>
                  <a:solidFill>
                    <a:srgbClr val="0D0D0D"/>
                  </a:solidFill>
                </a:uFill>
                <a:latin typeface="Roboto"/>
                <a:cs typeface="Roboto"/>
              </a:rPr>
              <a:t>loop</a:t>
            </a:r>
            <a:r>
              <a:rPr dirty="0" sz="1800" spc="-55">
                <a:solidFill>
                  <a:srgbClr val="0D0D0D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0D0D0D"/>
                </a:solidFill>
                <a:latin typeface="Roboto"/>
                <a:cs typeface="Roboto"/>
              </a:rPr>
              <a:t>a</a:t>
            </a:r>
            <a:r>
              <a:rPr dirty="0" sz="1800" spc="-60">
                <a:solidFill>
                  <a:srgbClr val="0D0D0D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0D0D0D"/>
                </a:solidFill>
                <a:latin typeface="Roboto"/>
                <a:cs typeface="Roboto"/>
              </a:rPr>
              <a:t>que</a:t>
            </a:r>
            <a:r>
              <a:rPr dirty="0" sz="1800" spc="-55">
                <a:solidFill>
                  <a:srgbClr val="0D0D0D"/>
                </a:solidFill>
                <a:latin typeface="Roboto"/>
                <a:cs typeface="Roboto"/>
              </a:rPr>
              <a:t> </a:t>
            </a:r>
            <a:r>
              <a:rPr dirty="0" sz="1800" spc="-10">
                <a:solidFill>
                  <a:srgbClr val="0D0D0D"/>
                </a:solidFill>
                <a:latin typeface="Roboto"/>
                <a:cs typeface="Roboto"/>
              </a:rPr>
              <a:t>ocurra</a:t>
            </a:r>
            <a:r>
              <a:rPr dirty="0" sz="1800" spc="-60">
                <a:solidFill>
                  <a:srgbClr val="0D0D0D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0D0D0D"/>
                </a:solidFill>
                <a:latin typeface="Roboto"/>
                <a:cs typeface="Roboto"/>
              </a:rPr>
              <a:t>un</a:t>
            </a:r>
            <a:r>
              <a:rPr dirty="0" sz="1800" spc="-60">
                <a:solidFill>
                  <a:srgbClr val="0D0D0D"/>
                </a:solidFill>
                <a:latin typeface="Roboto"/>
                <a:cs typeface="Roboto"/>
              </a:rPr>
              <a:t> </a:t>
            </a:r>
            <a:r>
              <a:rPr dirty="0" sz="1800" spc="-10">
                <a:solidFill>
                  <a:srgbClr val="0D0D0D"/>
                </a:solidFill>
                <a:latin typeface="Roboto"/>
                <a:cs typeface="Roboto"/>
              </a:rPr>
              <a:t>evento</a:t>
            </a:r>
            <a:r>
              <a:rPr dirty="0" sz="1800" spc="-60">
                <a:solidFill>
                  <a:srgbClr val="0D0D0D"/>
                </a:solidFill>
                <a:latin typeface="Roboto"/>
                <a:cs typeface="Roboto"/>
              </a:rPr>
              <a:t> </a:t>
            </a:r>
            <a:r>
              <a:rPr dirty="0" sz="1800" spc="-25">
                <a:solidFill>
                  <a:srgbClr val="0D0D0D"/>
                </a:solidFill>
                <a:latin typeface="Roboto"/>
                <a:cs typeface="Roboto"/>
              </a:rPr>
              <a:t>en </a:t>
            </a:r>
            <a:r>
              <a:rPr dirty="0" sz="1800" spc="-10">
                <a:solidFill>
                  <a:srgbClr val="0D0D0D"/>
                </a:solidFill>
                <a:latin typeface="Roboto"/>
                <a:cs typeface="Roboto"/>
              </a:rPr>
              <a:t>lugar</a:t>
            </a:r>
            <a:r>
              <a:rPr dirty="0" sz="1800" spc="-60">
                <a:solidFill>
                  <a:srgbClr val="0D0D0D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0D0D0D"/>
                </a:solidFill>
                <a:latin typeface="Roboto"/>
                <a:cs typeface="Roboto"/>
              </a:rPr>
              <a:t>de</a:t>
            </a:r>
            <a:r>
              <a:rPr dirty="0" sz="1800" spc="-55">
                <a:solidFill>
                  <a:srgbClr val="0D0D0D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0D0D0D"/>
                </a:solidFill>
                <a:latin typeface="Roboto"/>
                <a:cs typeface="Roboto"/>
              </a:rPr>
              <a:t>dormirse</a:t>
            </a:r>
            <a:r>
              <a:rPr dirty="0" sz="1800" spc="-55">
                <a:solidFill>
                  <a:srgbClr val="0D0D0D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0D0D0D"/>
                </a:solidFill>
                <a:latin typeface="Roboto"/>
                <a:cs typeface="Roboto"/>
              </a:rPr>
              <a:t>o</a:t>
            </a:r>
            <a:r>
              <a:rPr dirty="0" sz="1800" spc="-60">
                <a:solidFill>
                  <a:srgbClr val="0D0D0D"/>
                </a:solidFill>
                <a:latin typeface="Roboto"/>
                <a:cs typeface="Roboto"/>
              </a:rPr>
              <a:t> </a:t>
            </a:r>
            <a:r>
              <a:rPr dirty="0" sz="1800" spc="-10">
                <a:solidFill>
                  <a:srgbClr val="0D0D0D"/>
                </a:solidFill>
                <a:latin typeface="Roboto"/>
                <a:cs typeface="Roboto"/>
              </a:rPr>
              <a:t>bloquearse.</a:t>
            </a:r>
            <a:endParaRPr sz="1800">
              <a:latin typeface="Roboto"/>
              <a:cs typeface="Roboto"/>
            </a:endParaRPr>
          </a:p>
          <a:p>
            <a:pPr marL="12700" marR="5080">
              <a:lnSpc>
                <a:spcPct val="100000"/>
              </a:lnSpc>
              <a:spcBef>
                <a:spcPts val="2155"/>
              </a:spcBef>
            </a:pPr>
            <a:r>
              <a:rPr dirty="0" sz="1800">
                <a:solidFill>
                  <a:srgbClr val="0D0D0D"/>
                </a:solidFill>
                <a:latin typeface="Roboto"/>
                <a:cs typeface="Roboto"/>
              </a:rPr>
              <a:t>Esto</a:t>
            </a:r>
            <a:r>
              <a:rPr dirty="0" sz="1800" spc="-65">
                <a:solidFill>
                  <a:srgbClr val="0D0D0D"/>
                </a:solidFill>
                <a:latin typeface="Roboto"/>
                <a:cs typeface="Roboto"/>
              </a:rPr>
              <a:t> </a:t>
            </a:r>
            <a:r>
              <a:rPr dirty="0" sz="1800" spc="-10">
                <a:solidFill>
                  <a:srgbClr val="0D0D0D"/>
                </a:solidFill>
                <a:latin typeface="Roboto"/>
                <a:cs typeface="Roboto"/>
              </a:rPr>
              <a:t>signiﬁca</a:t>
            </a:r>
            <a:r>
              <a:rPr dirty="0" sz="1800" spc="-60">
                <a:solidFill>
                  <a:srgbClr val="0D0D0D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0D0D0D"/>
                </a:solidFill>
                <a:latin typeface="Roboto"/>
                <a:cs typeface="Roboto"/>
              </a:rPr>
              <a:t>que</a:t>
            </a:r>
            <a:r>
              <a:rPr dirty="0" sz="1800" spc="-65">
                <a:solidFill>
                  <a:srgbClr val="0D0D0D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0D0D0D"/>
                </a:solidFill>
                <a:latin typeface="Roboto"/>
                <a:cs typeface="Roboto"/>
              </a:rPr>
              <a:t>el</a:t>
            </a:r>
            <a:r>
              <a:rPr dirty="0" sz="1800" spc="-60">
                <a:solidFill>
                  <a:srgbClr val="0D0D0D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0D0D0D"/>
                </a:solidFill>
                <a:latin typeface="Roboto"/>
                <a:cs typeface="Roboto"/>
              </a:rPr>
              <a:t>proceso</a:t>
            </a:r>
            <a:r>
              <a:rPr dirty="0" sz="1800" spc="-60">
                <a:solidFill>
                  <a:srgbClr val="0D0D0D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0D0D0D"/>
                </a:solidFill>
                <a:latin typeface="Roboto"/>
                <a:cs typeface="Roboto"/>
              </a:rPr>
              <a:t>está</a:t>
            </a:r>
            <a:r>
              <a:rPr dirty="0" sz="1800" spc="-65">
                <a:solidFill>
                  <a:srgbClr val="0D0D0D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0D0D0D"/>
                </a:solidFill>
                <a:latin typeface="Roboto"/>
                <a:cs typeface="Roboto"/>
              </a:rPr>
              <a:t>ocupado</a:t>
            </a:r>
            <a:r>
              <a:rPr dirty="0" sz="1800" spc="-60">
                <a:solidFill>
                  <a:srgbClr val="0D0D0D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0D0D0D"/>
                </a:solidFill>
                <a:latin typeface="Roboto"/>
                <a:cs typeface="Roboto"/>
              </a:rPr>
              <a:t>en</a:t>
            </a:r>
            <a:r>
              <a:rPr dirty="0" sz="1800" spc="-65">
                <a:solidFill>
                  <a:srgbClr val="0D0D0D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0D0D0D"/>
                </a:solidFill>
                <a:latin typeface="Roboto"/>
                <a:cs typeface="Roboto"/>
              </a:rPr>
              <a:t>un</a:t>
            </a:r>
            <a:r>
              <a:rPr dirty="0" sz="1800" spc="-60">
                <a:solidFill>
                  <a:srgbClr val="0D0D0D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0D0D0D"/>
                </a:solidFill>
                <a:latin typeface="Roboto"/>
                <a:cs typeface="Roboto"/>
              </a:rPr>
              <a:t>bucle</a:t>
            </a:r>
            <a:r>
              <a:rPr dirty="0" sz="1800" spc="-60">
                <a:solidFill>
                  <a:srgbClr val="0D0D0D"/>
                </a:solidFill>
                <a:latin typeface="Roboto"/>
                <a:cs typeface="Roboto"/>
              </a:rPr>
              <a:t> </a:t>
            </a:r>
            <a:r>
              <a:rPr dirty="0" sz="1800" spc="-10">
                <a:solidFill>
                  <a:srgbClr val="0D0D0D"/>
                </a:solidFill>
                <a:latin typeface="Roboto"/>
                <a:cs typeface="Roboto"/>
              </a:rPr>
              <a:t>continuo veriﬁcando</a:t>
            </a:r>
            <a:r>
              <a:rPr dirty="0" sz="1800" spc="-65">
                <a:solidFill>
                  <a:srgbClr val="0D0D0D"/>
                </a:solidFill>
                <a:latin typeface="Roboto"/>
                <a:cs typeface="Roboto"/>
              </a:rPr>
              <a:t> </a:t>
            </a:r>
            <a:r>
              <a:rPr dirty="0" sz="1800" spc="-10">
                <a:solidFill>
                  <a:srgbClr val="0D0D0D"/>
                </a:solidFill>
                <a:latin typeface="Roboto"/>
                <a:cs typeface="Roboto"/>
              </a:rPr>
              <a:t>repetidamente</a:t>
            </a:r>
            <a:r>
              <a:rPr dirty="0" sz="1800" spc="-65">
                <a:solidFill>
                  <a:srgbClr val="0D0D0D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0D0D0D"/>
                </a:solidFill>
                <a:latin typeface="Roboto"/>
                <a:cs typeface="Roboto"/>
              </a:rPr>
              <a:t>si</a:t>
            </a:r>
            <a:r>
              <a:rPr dirty="0" sz="1800" spc="-65">
                <a:solidFill>
                  <a:srgbClr val="0D0D0D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0D0D0D"/>
                </a:solidFill>
                <a:latin typeface="Roboto"/>
                <a:cs typeface="Roboto"/>
              </a:rPr>
              <a:t>el</a:t>
            </a:r>
            <a:r>
              <a:rPr dirty="0" sz="1800" spc="-65">
                <a:solidFill>
                  <a:srgbClr val="0D0D0D"/>
                </a:solidFill>
                <a:latin typeface="Roboto"/>
                <a:cs typeface="Roboto"/>
              </a:rPr>
              <a:t> </a:t>
            </a:r>
            <a:r>
              <a:rPr dirty="0" sz="1800" spc="-10">
                <a:solidFill>
                  <a:srgbClr val="0D0D0D"/>
                </a:solidFill>
                <a:latin typeface="Roboto"/>
                <a:cs typeface="Roboto"/>
              </a:rPr>
              <a:t>evento</a:t>
            </a:r>
            <a:r>
              <a:rPr dirty="0" sz="1800" spc="-65">
                <a:solidFill>
                  <a:srgbClr val="0D0D0D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0D0D0D"/>
                </a:solidFill>
                <a:latin typeface="Roboto"/>
                <a:cs typeface="Roboto"/>
              </a:rPr>
              <a:t>ha</a:t>
            </a:r>
            <a:r>
              <a:rPr dirty="0" sz="1800" spc="-65">
                <a:solidFill>
                  <a:srgbClr val="0D0D0D"/>
                </a:solidFill>
                <a:latin typeface="Roboto"/>
                <a:cs typeface="Roboto"/>
              </a:rPr>
              <a:t> </a:t>
            </a:r>
            <a:r>
              <a:rPr dirty="0" sz="1800" spc="-10">
                <a:solidFill>
                  <a:srgbClr val="0D0D0D"/>
                </a:solidFill>
                <a:latin typeface="Roboto"/>
                <a:cs typeface="Roboto"/>
              </a:rPr>
              <a:t>ocurrido,</a:t>
            </a:r>
            <a:r>
              <a:rPr dirty="0" sz="1800" spc="-65">
                <a:solidFill>
                  <a:srgbClr val="0D0D0D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0D0D0D"/>
                </a:solidFill>
                <a:latin typeface="Roboto"/>
                <a:cs typeface="Roboto"/>
              </a:rPr>
              <a:t>sin</a:t>
            </a:r>
            <a:r>
              <a:rPr dirty="0" sz="1800" spc="-65">
                <a:solidFill>
                  <a:srgbClr val="0D0D0D"/>
                </a:solidFill>
                <a:latin typeface="Roboto"/>
                <a:cs typeface="Roboto"/>
              </a:rPr>
              <a:t> </a:t>
            </a:r>
            <a:r>
              <a:rPr dirty="0" sz="1800" spc="-10">
                <a:solidFill>
                  <a:srgbClr val="0D0D0D"/>
                </a:solidFill>
                <a:latin typeface="Roboto"/>
                <a:cs typeface="Roboto"/>
              </a:rPr>
              <a:t>realizar</a:t>
            </a:r>
            <a:r>
              <a:rPr dirty="0" sz="1800" spc="-65">
                <a:solidFill>
                  <a:srgbClr val="0D0D0D"/>
                </a:solidFill>
                <a:latin typeface="Roboto"/>
                <a:cs typeface="Roboto"/>
              </a:rPr>
              <a:t> </a:t>
            </a:r>
            <a:r>
              <a:rPr dirty="0" sz="1800" spc="-25">
                <a:solidFill>
                  <a:srgbClr val="0D0D0D"/>
                </a:solidFill>
                <a:latin typeface="Roboto"/>
                <a:cs typeface="Roboto"/>
              </a:rPr>
              <a:t>ninguna</a:t>
            </a:r>
            <a:r>
              <a:rPr dirty="0" sz="1800" spc="-60">
                <a:solidFill>
                  <a:srgbClr val="0D0D0D"/>
                </a:solidFill>
                <a:latin typeface="Roboto"/>
                <a:cs typeface="Roboto"/>
              </a:rPr>
              <a:t> </a:t>
            </a:r>
            <a:r>
              <a:rPr dirty="0" sz="1800" spc="-20">
                <a:solidFill>
                  <a:srgbClr val="0D0D0D"/>
                </a:solidFill>
                <a:latin typeface="Roboto"/>
                <a:cs typeface="Roboto"/>
              </a:rPr>
              <a:t>otra </a:t>
            </a:r>
            <a:r>
              <a:rPr dirty="0" sz="1800">
                <a:solidFill>
                  <a:srgbClr val="0D0D0D"/>
                </a:solidFill>
                <a:latin typeface="Roboto"/>
                <a:cs typeface="Roboto"/>
              </a:rPr>
              <a:t>tarea</a:t>
            </a:r>
            <a:r>
              <a:rPr dirty="0" sz="1800" spc="-60">
                <a:solidFill>
                  <a:srgbClr val="0D0D0D"/>
                </a:solidFill>
                <a:latin typeface="Roboto"/>
                <a:cs typeface="Roboto"/>
              </a:rPr>
              <a:t> </a:t>
            </a:r>
            <a:r>
              <a:rPr dirty="0" sz="1800" spc="-10">
                <a:solidFill>
                  <a:srgbClr val="0D0D0D"/>
                </a:solidFill>
                <a:latin typeface="Roboto"/>
                <a:cs typeface="Roboto"/>
              </a:rPr>
              <a:t>útil</a:t>
            </a:r>
            <a:r>
              <a:rPr dirty="0" sz="1800" spc="-60">
                <a:solidFill>
                  <a:srgbClr val="0D0D0D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0D0D0D"/>
                </a:solidFill>
                <a:latin typeface="Roboto"/>
                <a:cs typeface="Roboto"/>
              </a:rPr>
              <a:t>en</a:t>
            </a:r>
            <a:r>
              <a:rPr dirty="0" sz="1800" spc="-55">
                <a:solidFill>
                  <a:srgbClr val="0D0D0D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0D0D0D"/>
                </a:solidFill>
                <a:latin typeface="Roboto"/>
                <a:cs typeface="Roboto"/>
              </a:rPr>
              <a:t>ese</a:t>
            </a:r>
            <a:r>
              <a:rPr dirty="0" sz="1800" spc="-60">
                <a:solidFill>
                  <a:srgbClr val="0D0D0D"/>
                </a:solidFill>
                <a:latin typeface="Roboto"/>
                <a:cs typeface="Roboto"/>
              </a:rPr>
              <a:t> </a:t>
            </a:r>
            <a:r>
              <a:rPr dirty="0" sz="1800" spc="-10">
                <a:solidFill>
                  <a:srgbClr val="0D0D0D"/>
                </a:solidFill>
                <a:latin typeface="Roboto"/>
                <a:cs typeface="Roboto"/>
              </a:rPr>
              <a:t>tiempo.</a:t>
            </a:r>
            <a:endParaRPr sz="18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0650">
              <a:lnSpc>
                <a:spcPct val="100000"/>
              </a:lnSpc>
              <a:spcBef>
                <a:spcPts val="140"/>
              </a:spcBef>
            </a:pPr>
            <a:r>
              <a:rPr dirty="0" spc="90"/>
              <a:t>Spinlock</a:t>
            </a:r>
            <a:r>
              <a:rPr dirty="0" spc="-135"/>
              <a:t> </a:t>
            </a:r>
            <a:r>
              <a:rPr dirty="0" spc="125"/>
              <a:t>-</a:t>
            </a:r>
            <a:r>
              <a:rPr dirty="0" spc="-135"/>
              <a:t> </a:t>
            </a:r>
            <a:r>
              <a:rPr dirty="0" spc="-25"/>
              <a:t>xv6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729450" y="2628525"/>
            <a:ext cx="7833359" cy="1185545"/>
          </a:xfrm>
          <a:prstGeom prst="rect">
            <a:avLst/>
          </a:prstGeom>
          <a:solidFill>
            <a:srgbClr val="E9EDEE"/>
          </a:solidFill>
          <a:ln w="9524">
            <a:solidFill>
              <a:srgbClr val="B7B7B7"/>
            </a:solidFill>
          </a:ln>
        </p:spPr>
        <p:txBody>
          <a:bodyPr wrap="square" lIns="0" tIns="78740" rIns="0" bIns="0" rtlCol="0" vert="horz">
            <a:spAutoFit/>
          </a:bodyPr>
          <a:lstStyle/>
          <a:p>
            <a:pPr marL="85725">
              <a:lnSpc>
                <a:spcPct val="100000"/>
              </a:lnSpc>
              <a:spcBef>
                <a:spcPts val="620"/>
              </a:spcBef>
            </a:pPr>
            <a:r>
              <a:rPr dirty="0" sz="1300" b="1">
                <a:solidFill>
                  <a:srgbClr val="595959"/>
                </a:solidFill>
                <a:latin typeface="Courier New"/>
                <a:cs typeface="Courier New"/>
              </a:rPr>
              <a:t>struct</a:t>
            </a:r>
            <a:r>
              <a:rPr dirty="0" sz="1300" spc="-35" b="1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595959"/>
                </a:solidFill>
                <a:latin typeface="Courier New"/>
                <a:cs typeface="Courier New"/>
              </a:rPr>
              <a:t>spinlock</a:t>
            </a:r>
            <a:r>
              <a:rPr dirty="0" sz="1300" spc="-35" b="1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1300" spc="-50" b="1">
                <a:solidFill>
                  <a:srgbClr val="595959"/>
                </a:solidFill>
                <a:latin typeface="Courier New"/>
                <a:cs typeface="Courier New"/>
              </a:rPr>
              <a:t>{</a:t>
            </a:r>
            <a:endParaRPr sz="13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300">
              <a:latin typeface="Courier New"/>
              <a:cs typeface="Courier New"/>
            </a:endParaRPr>
          </a:p>
          <a:p>
            <a:pPr marL="283845">
              <a:lnSpc>
                <a:spcPct val="100000"/>
              </a:lnSpc>
            </a:pPr>
            <a:r>
              <a:rPr dirty="0" sz="1300" b="1">
                <a:solidFill>
                  <a:srgbClr val="595959"/>
                </a:solidFill>
                <a:latin typeface="Courier New"/>
                <a:cs typeface="Courier New"/>
              </a:rPr>
              <a:t>uint</a:t>
            </a:r>
            <a:r>
              <a:rPr dirty="0" sz="1300" spc="-20" b="1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1300" spc="-10" b="1">
                <a:solidFill>
                  <a:srgbClr val="595959"/>
                </a:solidFill>
                <a:latin typeface="Courier New"/>
                <a:cs typeface="Courier New"/>
              </a:rPr>
              <a:t>locked;</a:t>
            </a:r>
            <a:endParaRPr sz="13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1300">
              <a:latin typeface="Courier New"/>
              <a:cs typeface="Courier New"/>
            </a:endParaRPr>
          </a:p>
          <a:p>
            <a:pPr marL="85725">
              <a:lnSpc>
                <a:spcPct val="100000"/>
              </a:lnSpc>
            </a:pPr>
            <a:r>
              <a:rPr dirty="0" sz="1300" spc="-25" b="1">
                <a:solidFill>
                  <a:srgbClr val="595959"/>
                </a:solidFill>
                <a:latin typeface="Courier New"/>
                <a:cs typeface="Courier New"/>
              </a:rPr>
              <a:t>};</a:t>
            </a:r>
            <a:endParaRPr sz="13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0650">
              <a:lnSpc>
                <a:spcPct val="100000"/>
              </a:lnSpc>
              <a:spcBef>
                <a:spcPts val="140"/>
              </a:spcBef>
            </a:pPr>
            <a:r>
              <a:rPr dirty="0" spc="90"/>
              <a:t>Spinlock</a:t>
            </a:r>
            <a:r>
              <a:rPr dirty="0" spc="-135"/>
              <a:t> </a:t>
            </a:r>
            <a:r>
              <a:rPr dirty="0" spc="125"/>
              <a:t>-</a:t>
            </a:r>
            <a:r>
              <a:rPr dirty="0" spc="-135"/>
              <a:t> </a:t>
            </a:r>
            <a:r>
              <a:rPr dirty="0" spc="-25"/>
              <a:t>xv6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729450" y="2195725"/>
            <a:ext cx="7833359" cy="2386330"/>
          </a:xfrm>
          <a:prstGeom prst="rect">
            <a:avLst/>
          </a:prstGeom>
          <a:solidFill>
            <a:srgbClr val="E9EDEE"/>
          </a:solidFill>
          <a:ln w="9524">
            <a:solidFill>
              <a:srgbClr val="B7B7B7"/>
            </a:solidFill>
          </a:ln>
        </p:spPr>
        <p:txBody>
          <a:bodyPr wrap="square" lIns="0" tIns="78740" rIns="0" bIns="0" rtlCol="0" vert="horz">
            <a:spAutoFit/>
          </a:bodyPr>
          <a:lstStyle/>
          <a:p>
            <a:pPr marL="85725">
              <a:lnSpc>
                <a:spcPct val="100000"/>
              </a:lnSpc>
              <a:spcBef>
                <a:spcPts val="620"/>
              </a:spcBef>
            </a:pPr>
            <a:r>
              <a:rPr dirty="0" sz="1300" spc="-20" b="1">
                <a:solidFill>
                  <a:srgbClr val="595959"/>
                </a:solidFill>
                <a:latin typeface="Courier New"/>
                <a:cs typeface="Courier New"/>
              </a:rPr>
              <a:t>void</a:t>
            </a:r>
            <a:endParaRPr sz="1300">
              <a:latin typeface="Courier New"/>
              <a:cs typeface="Courier New"/>
            </a:endParaRPr>
          </a:p>
          <a:p>
            <a:pPr marL="85725">
              <a:lnSpc>
                <a:spcPct val="100000"/>
              </a:lnSpc>
            </a:pPr>
            <a:r>
              <a:rPr dirty="0" sz="1300" b="1">
                <a:solidFill>
                  <a:srgbClr val="595959"/>
                </a:solidFill>
                <a:latin typeface="Courier New"/>
                <a:cs typeface="Courier New"/>
              </a:rPr>
              <a:t>acquire(struct</a:t>
            </a:r>
            <a:r>
              <a:rPr dirty="0" sz="1300" spc="-55" b="1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595959"/>
                </a:solidFill>
                <a:latin typeface="Courier New"/>
                <a:cs typeface="Courier New"/>
              </a:rPr>
              <a:t>spinlock</a:t>
            </a:r>
            <a:r>
              <a:rPr dirty="0" sz="1300" spc="-55" b="1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1300" spc="-20" b="1">
                <a:solidFill>
                  <a:srgbClr val="595959"/>
                </a:solidFill>
                <a:latin typeface="Courier New"/>
                <a:cs typeface="Courier New"/>
              </a:rPr>
              <a:t>*lk)</a:t>
            </a:r>
            <a:endParaRPr sz="1300">
              <a:latin typeface="Courier New"/>
              <a:cs typeface="Courier New"/>
            </a:endParaRPr>
          </a:p>
          <a:p>
            <a:pPr marL="85725">
              <a:lnSpc>
                <a:spcPct val="100000"/>
              </a:lnSpc>
            </a:pPr>
            <a:r>
              <a:rPr dirty="0" sz="1300" spc="-50" b="1">
                <a:solidFill>
                  <a:srgbClr val="595959"/>
                </a:solidFill>
                <a:latin typeface="Courier New"/>
                <a:cs typeface="Courier New"/>
              </a:rPr>
              <a:t>{</a:t>
            </a:r>
            <a:endParaRPr sz="1300">
              <a:latin typeface="Courier New"/>
              <a:cs typeface="Courier New"/>
            </a:endParaRPr>
          </a:p>
          <a:p>
            <a:pPr marL="85725">
              <a:lnSpc>
                <a:spcPct val="100000"/>
              </a:lnSpc>
            </a:pPr>
            <a:r>
              <a:rPr dirty="0" sz="1300" spc="-10" i="1">
                <a:solidFill>
                  <a:srgbClr val="595959"/>
                </a:solidFill>
                <a:latin typeface="Courier New"/>
                <a:cs typeface="Courier New"/>
              </a:rPr>
              <a:t>[...]</a:t>
            </a:r>
            <a:endParaRPr sz="13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300">
              <a:latin typeface="Courier New"/>
              <a:cs typeface="Courier New"/>
            </a:endParaRPr>
          </a:p>
          <a:p>
            <a:pPr marL="283845">
              <a:lnSpc>
                <a:spcPct val="100000"/>
              </a:lnSpc>
              <a:tabLst>
                <a:tab pos="1075690" algn="l"/>
              </a:tabLst>
            </a:pPr>
            <a:r>
              <a:rPr dirty="0" sz="1300" spc="-10" b="1">
                <a:solidFill>
                  <a:srgbClr val="595959"/>
                </a:solidFill>
                <a:latin typeface="Courier New"/>
                <a:cs typeface="Courier New"/>
              </a:rPr>
              <a:t>while(</a:t>
            </a:r>
            <a:r>
              <a:rPr dirty="0" u="heavy" sz="1300">
                <a:solidFill>
                  <a:srgbClr val="595959"/>
                </a:solidFill>
                <a:uFill>
                  <a:solidFill>
                    <a:srgbClr val="585858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sz="1300" spc="-10" b="1">
                <a:solidFill>
                  <a:srgbClr val="595959"/>
                </a:solidFill>
                <a:latin typeface="Courier New"/>
                <a:cs typeface="Courier New"/>
              </a:rPr>
              <a:t>sync_lock_test_and_set(&amp;lk-</a:t>
            </a:r>
            <a:r>
              <a:rPr dirty="0" sz="1300" b="1">
                <a:solidFill>
                  <a:srgbClr val="595959"/>
                </a:solidFill>
                <a:latin typeface="Courier New"/>
                <a:cs typeface="Courier New"/>
              </a:rPr>
              <a:t>&gt;locked,</a:t>
            </a:r>
            <a:r>
              <a:rPr dirty="0" sz="1300" spc="15" b="1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595959"/>
                </a:solidFill>
                <a:latin typeface="Courier New"/>
                <a:cs typeface="Courier New"/>
              </a:rPr>
              <a:t>1)</a:t>
            </a:r>
            <a:r>
              <a:rPr dirty="0" sz="1300" spc="25" b="1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595959"/>
                </a:solidFill>
                <a:latin typeface="Courier New"/>
                <a:cs typeface="Courier New"/>
              </a:rPr>
              <a:t>!=</a:t>
            </a:r>
            <a:r>
              <a:rPr dirty="0" sz="1300" spc="25" b="1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1300" spc="-25" b="1">
                <a:solidFill>
                  <a:srgbClr val="595959"/>
                </a:solidFill>
                <a:latin typeface="Courier New"/>
                <a:cs typeface="Courier New"/>
              </a:rPr>
              <a:t>0)</a:t>
            </a:r>
            <a:endParaRPr sz="1300">
              <a:latin typeface="Courier New"/>
              <a:cs typeface="Courier New"/>
            </a:endParaRPr>
          </a:p>
          <a:p>
            <a:pPr marL="481965">
              <a:lnSpc>
                <a:spcPct val="100000"/>
              </a:lnSpc>
            </a:pPr>
            <a:r>
              <a:rPr dirty="0" sz="1300" spc="-50" b="1">
                <a:solidFill>
                  <a:srgbClr val="595959"/>
                </a:solidFill>
                <a:latin typeface="Courier New"/>
                <a:cs typeface="Courier New"/>
              </a:rPr>
              <a:t>;</a:t>
            </a:r>
            <a:endParaRPr sz="13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1300">
              <a:latin typeface="Courier New"/>
              <a:cs typeface="Courier New"/>
            </a:endParaRPr>
          </a:p>
          <a:p>
            <a:pPr marL="85725">
              <a:lnSpc>
                <a:spcPct val="100000"/>
              </a:lnSpc>
            </a:pPr>
            <a:r>
              <a:rPr dirty="0" sz="1300" spc="-10" i="1">
                <a:solidFill>
                  <a:srgbClr val="595959"/>
                </a:solidFill>
                <a:latin typeface="Courier New"/>
                <a:cs typeface="Courier New"/>
              </a:rPr>
              <a:t>[...]</a:t>
            </a:r>
            <a:endParaRPr sz="1300">
              <a:latin typeface="Courier New"/>
              <a:cs typeface="Courier New"/>
            </a:endParaRPr>
          </a:p>
          <a:p>
            <a:pPr marL="85725">
              <a:lnSpc>
                <a:spcPct val="100000"/>
              </a:lnSpc>
            </a:pPr>
            <a:r>
              <a:rPr dirty="0" sz="1300" spc="-50" b="1">
                <a:solidFill>
                  <a:srgbClr val="595959"/>
                </a:solidFill>
                <a:latin typeface="Courier New"/>
                <a:cs typeface="Courier New"/>
              </a:rPr>
              <a:t>}</a:t>
            </a:r>
            <a:endParaRPr sz="13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02475" y="638262"/>
            <a:ext cx="3211830" cy="382270"/>
          </a:xfrm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70"/>
              <a:t>Operaciones</a:t>
            </a:r>
            <a:r>
              <a:rPr dirty="0" spc="-180"/>
              <a:t> </a:t>
            </a:r>
            <a:r>
              <a:rPr dirty="0" spc="70"/>
              <a:t>Atómicas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802475" y="1437001"/>
            <a:ext cx="7505065" cy="3202940"/>
          </a:xfrm>
          <a:prstGeom prst="rect">
            <a:avLst/>
          </a:prstGeom>
        </p:spPr>
        <p:txBody>
          <a:bodyPr wrap="square" lIns="0" tIns="31115" rIns="0" bIns="0" rtlCol="0" vert="horz">
            <a:spAutoFit/>
          </a:bodyPr>
          <a:lstStyle/>
          <a:p>
            <a:pPr marL="12700" marR="422275">
              <a:lnSpc>
                <a:spcPts val="1939"/>
              </a:lnSpc>
              <a:spcBef>
                <a:spcPts val="245"/>
              </a:spcBef>
            </a:pP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Es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25">
                <a:solidFill>
                  <a:srgbClr val="595959"/>
                </a:solidFill>
                <a:latin typeface="Tahoma"/>
                <a:cs typeface="Tahoma"/>
              </a:rPr>
              <a:t>una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instrucción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del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procesador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30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garantiza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30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ejecuta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completa: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“todo</a:t>
            </a:r>
            <a:r>
              <a:rPr dirty="0" sz="17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o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nada”.</a:t>
            </a:r>
            <a:endParaRPr sz="1700">
              <a:latin typeface="Tahoma"/>
              <a:cs typeface="Tahoma"/>
            </a:endParaRPr>
          </a:p>
          <a:p>
            <a:pPr algn="just" marL="471805" indent="-305435">
              <a:lnSpc>
                <a:spcPts val="1989"/>
              </a:lnSpc>
              <a:spcBef>
                <a:spcPts val="1050"/>
              </a:spcBef>
              <a:buChar char="-"/>
              <a:tabLst>
                <a:tab pos="471805" algn="l"/>
              </a:tabLst>
            </a:pPr>
            <a:r>
              <a:rPr dirty="0" sz="1700" spc="80">
                <a:solidFill>
                  <a:srgbClr val="595959"/>
                </a:solidFill>
                <a:latin typeface="Tahoma"/>
                <a:cs typeface="Tahoma"/>
              </a:rPr>
              <a:t>No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puede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haber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25">
                <a:solidFill>
                  <a:srgbClr val="595959"/>
                </a:solidFill>
                <a:latin typeface="Tahoma"/>
                <a:cs typeface="Tahoma"/>
              </a:rPr>
              <a:t>una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lectura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parcial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valores,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o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race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conditions</a:t>
            </a:r>
            <a:endParaRPr sz="1700">
              <a:latin typeface="Tahoma"/>
              <a:cs typeface="Tahoma"/>
            </a:endParaRPr>
          </a:p>
          <a:p>
            <a:pPr algn="just" marL="469900" marR="455930" indent="-303530">
              <a:lnSpc>
                <a:spcPts val="1939"/>
              </a:lnSpc>
              <a:spcBef>
                <a:spcPts val="95"/>
              </a:spcBef>
              <a:buChar char="-"/>
              <a:tabLst>
                <a:tab pos="469900" algn="l"/>
                <a:tab pos="471805" algn="l"/>
              </a:tabLst>
            </a:pP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	</a:t>
            </a:r>
            <a:r>
              <a:rPr dirty="0" sz="1700" spc="80">
                <a:solidFill>
                  <a:srgbClr val="595959"/>
                </a:solidFill>
                <a:latin typeface="Tahoma"/>
                <a:cs typeface="Tahoma"/>
              </a:rPr>
              <a:t>No</a:t>
            </a:r>
            <a:r>
              <a:rPr dirty="0" sz="17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puede</a:t>
            </a:r>
            <a:r>
              <a:rPr dirty="0" sz="17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5">
                <a:solidFill>
                  <a:srgbClr val="595959"/>
                </a:solidFill>
                <a:latin typeface="Tahoma"/>
                <a:cs typeface="Tahoma"/>
              </a:rPr>
              <a:t>haber</a:t>
            </a:r>
            <a:r>
              <a:rPr dirty="0" sz="17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15">
                <a:solidFill>
                  <a:srgbClr val="595959"/>
                </a:solidFill>
                <a:latin typeface="Tahoma"/>
                <a:cs typeface="Tahoma"/>
              </a:rPr>
              <a:t>interrupciones</a:t>
            </a:r>
            <a:r>
              <a:rPr dirty="0" sz="17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20">
                <a:solidFill>
                  <a:srgbClr val="595959"/>
                </a:solidFill>
                <a:latin typeface="Tahoma"/>
                <a:cs typeface="Tahoma"/>
              </a:rPr>
              <a:t>entre</a:t>
            </a:r>
            <a:r>
              <a:rPr dirty="0" sz="17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5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7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15">
                <a:solidFill>
                  <a:srgbClr val="595959"/>
                </a:solidFill>
                <a:latin typeface="Tahoma"/>
                <a:cs typeface="Tahoma"/>
              </a:rPr>
              <a:t>lectura</a:t>
            </a:r>
            <a:r>
              <a:rPr dirty="0" sz="17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15">
                <a:solidFill>
                  <a:srgbClr val="595959"/>
                </a:solidFill>
                <a:latin typeface="Tahoma"/>
                <a:cs typeface="Tahoma"/>
              </a:rPr>
              <a:t>y</a:t>
            </a:r>
            <a:r>
              <a:rPr dirty="0" sz="17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15">
                <a:solidFill>
                  <a:srgbClr val="595959"/>
                </a:solidFill>
                <a:latin typeface="Tahoma"/>
                <a:cs typeface="Tahoma"/>
              </a:rPr>
              <a:t>escritura</a:t>
            </a:r>
            <a:r>
              <a:rPr dirty="0" sz="17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30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7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20">
                <a:solidFill>
                  <a:srgbClr val="595959"/>
                </a:solidFill>
                <a:latin typeface="Tahoma"/>
                <a:cs typeface="Tahoma"/>
              </a:rPr>
              <a:t>memoria,</a:t>
            </a:r>
            <a:r>
              <a:rPr dirty="0" sz="1700" spc="-1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tampoco</a:t>
            </a:r>
            <a:r>
              <a:rPr dirty="0" sz="17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30">
                <a:solidFill>
                  <a:srgbClr val="595959"/>
                </a:solidFill>
                <a:latin typeface="Tahoma"/>
                <a:cs typeface="Tahoma"/>
              </a:rPr>
              <a:t>otros</a:t>
            </a:r>
            <a:r>
              <a:rPr dirty="0" sz="17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5">
                <a:solidFill>
                  <a:srgbClr val="595959"/>
                </a:solidFill>
                <a:latin typeface="Tahoma"/>
                <a:cs typeface="Tahoma"/>
              </a:rPr>
              <a:t>procesadores</a:t>
            </a:r>
            <a:r>
              <a:rPr dirty="0" sz="17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pueden</a:t>
            </a:r>
            <a:r>
              <a:rPr dirty="0" sz="17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15">
                <a:solidFill>
                  <a:srgbClr val="595959"/>
                </a:solidFill>
                <a:latin typeface="Tahoma"/>
                <a:cs typeface="Tahoma"/>
              </a:rPr>
              <a:t>modificar</a:t>
            </a:r>
            <a:r>
              <a:rPr dirty="0" sz="17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10">
                <a:solidFill>
                  <a:srgbClr val="595959"/>
                </a:solidFill>
                <a:latin typeface="Tahoma"/>
                <a:cs typeface="Tahoma"/>
              </a:rPr>
              <a:t>los</a:t>
            </a:r>
            <a:r>
              <a:rPr dirty="0" sz="17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5">
                <a:solidFill>
                  <a:srgbClr val="595959"/>
                </a:solidFill>
                <a:latin typeface="Tahoma"/>
                <a:cs typeface="Tahoma"/>
              </a:rPr>
              <a:t>valores</a:t>
            </a:r>
            <a:r>
              <a:rPr dirty="0" sz="17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7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5">
                <a:solidFill>
                  <a:srgbClr val="595959"/>
                </a:solidFill>
                <a:latin typeface="Tahoma"/>
                <a:cs typeface="Tahoma"/>
              </a:rPr>
              <a:t>memoria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20">
                <a:solidFill>
                  <a:srgbClr val="595959"/>
                </a:solidFill>
                <a:latin typeface="Tahoma"/>
                <a:cs typeface="Tahoma"/>
              </a:rPr>
              <a:t>entre</a:t>
            </a:r>
            <a:r>
              <a:rPr dirty="0" sz="17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5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7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15">
                <a:solidFill>
                  <a:srgbClr val="595959"/>
                </a:solidFill>
                <a:latin typeface="Tahoma"/>
                <a:cs typeface="Tahoma"/>
              </a:rPr>
              <a:t>lectura</a:t>
            </a:r>
            <a:r>
              <a:rPr dirty="0" sz="17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15">
                <a:solidFill>
                  <a:srgbClr val="595959"/>
                </a:solidFill>
                <a:latin typeface="Tahoma"/>
                <a:cs typeface="Tahoma"/>
              </a:rPr>
              <a:t>y</a:t>
            </a:r>
            <a:r>
              <a:rPr dirty="0" sz="17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15">
                <a:solidFill>
                  <a:srgbClr val="595959"/>
                </a:solidFill>
                <a:latin typeface="Tahoma"/>
                <a:cs typeface="Tahoma"/>
              </a:rPr>
              <a:t>escritura</a:t>
            </a:r>
            <a:r>
              <a:rPr dirty="0" sz="17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7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5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7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instrucción.</a:t>
            </a:r>
            <a:endParaRPr sz="1700">
              <a:latin typeface="Tahoma"/>
              <a:cs typeface="Tahoma"/>
            </a:endParaRPr>
          </a:p>
          <a:p>
            <a:pPr marL="12700" marR="5080">
              <a:lnSpc>
                <a:spcPts val="1939"/>
              </a:lnSpc>
              <a:spcBef>
                <a:spcPts val="1195"/>
              </a:spcBef>
            </a:pP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7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atomicidad</a:t>
            </a:r>
            <a:r>
              <a:rPr dirty="0" sz="17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30">
                <a:solidFill>
                  <a:srgbClr val="595959"/>
                </a:solidFill>
                <a:latin typeface="Tahoma"/>
                <a:cs typeface="Tahoma"/>
              </a:rPr>
              <a:t>es</a:t>
            </a:r>
            <a:r>
              <a:rPr dirty="0" sz="17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garantizada</a:t>
            </a:r>
            <a:r>
              <a:rPr dirty="0" sz="17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por</a:t>
            </a:r>
            <a:r>
              <a:rPr dirty="0" sz="17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30">
                <a:solidFill>
                  <a:srgbClr val="595959"/>
                </a:solidFill>
                <a:latin typeface="Tahoma"/>
                <a:cs typeface="Tahoma"/>
              </a:rPr>
              <a:t>diseño;</a:t>
            </a:r>
            <a:r>
              <a:rPr dirty="0" sz="17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7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arquitectura</a:t>
            </a:r>
            <a:r>
              <a:rPr dirty="0" sz="17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del</a:t>
            </a:r>
            <a:r>
              <a:rPr dirty="0" sz="17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procesador</a:t>
            </a:r>
            <a:r>
              <a:rPr dirty="0" sz="17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define qué</a:t>
            </a:r>
            <a:r>
              <a:rPr dirty="0" sz="17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instrucciones</a:t>
            </a:r>
            <a:r>
              <a:rPr dirty="0" sz="17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son</a:t>
            </a:r>
            <a:r>
              <a:rPr dirty="0" sz="17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atómicas</a:t>
            </a:r>
            <a:r>
              <a:rPr dirty="0" sz="17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y</a:t>
            </a:r>
            <a:r>
              <a:rPr dirty="0" sz="17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7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implementación</a:t>
            </a:r>
            <a:r>
              <a:rPr dirty="0" sz="17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del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25" b="1">
                <a:solidFill>
                  <a:srgbClr val="595959"/>
                </a:solidFill>
                <a:latin typeface="Tahoma"/>
                <a:cs typeface="Tahoma"/>
              </a:rPr>
              <a:t>hardware </a:t>
            </a:r>
            <a:r>
              <a:rPr dirty="0" sz="1700" spc="-120" b="1">
                <a:solidFill>
                  <a:srgbClr val="595959"/>
                </a:solidFill>
                <a:latin typeface="Tahoma"/>
                <a:cs typeface="Tahoma"/>
              </a:rPr>
              <a:t>garantiza</a:t>
            </a:r>
            <a:r>
              <a:rPr dirty="0" sz="1700" spc="-11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25">
                <a:solidFill>
                  <a:srgbClr val="595959"/>
                </a:solidFill>
                <a:latin typeface="Tahoma"/>
                <a:cs typeface="Tahoma"/>
              </a:rPr>
              <a:t>que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7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instrucción</a:t>
            </a:r>
            <a:r>
              <a:rPr dirty="0" sz="17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30">
                <a:solidFill>
                  <a:srgbClr val="595959"/>
                </a:solidFill>
                <a:latin typeface="Tahoma"/>
                <a:cs typeface="Tahoma"/>
              </a:rPr>
              <a:t>es</a:t>
            </a:r>
            <a:r>
              <a:rPr dirty="0" sz="17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realmente</a:t>
            </a:r>
            <a:r>
              <a:rPr dirty="0" sz="17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atómica.</a:t>
            </a:r>
            <a:endParaRPr sz="1700">
              <a:latin typeface="Tahoma"/>
              <a:cs typeface="Tahoma"/>
            </a:endParaRPr>
          </a:p>
          <a:p>
            <a:pPr marL="12700" marR="189230">
              <a:lnSpc>
                <a:spcPts val="1939"/>
              </a:lnSpc>
              <a:spcBef>
                <a:spcPts val="1195"/>
              </a:spcBef>
            </a:pPr>
            <a:r>
              <a:rPr dirty="0" sz="1700" spc="-50" i="1">
                <a:solidFill>
                  <a:srgbClr val="595959"/>
                </a:solidFill>
                <a:latin typeface="Trebuchet MS"/>
                <a:cs typeface="Trebuchet MS"/>
              </a:rPr>
              <a:t>Las</a:t>
            </a:r>
            <a:r>
              <a:rPr dirty="0" sz="1700" spc="-145" i="1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700" spc="-55" i="1">
                <a:solidFill>
                  <a:srgbClr val="595959"/>
                </a:solidFill>
                <a:latin typeface="Trebuchet MS"/>
                <a:cs typeface="Trebuchet MS"/>
              </a:rPr>
              <a:t>más</a:t>
            </a:r>
            <a:r>
              <a:rPr dirty="0" sz="1700" spc="-140" i="1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700" spc="-100" i="1">
                <a:solidFill>
                  <a:srgbClr val="595959"/>
                </a:solidFill>
                <a:latin typeface="Trebuchet MS"/>
                <a:cs typeface="Trebuchet MS"/>
              </a:rPr>
              <a:t>interesantes</a:t>
            </a:r>
            <a:r>
              <a:rPr dirty="0" sz="1700" spc="-140" i="1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700" spc="-75" i="1">
                <a:solidFill>
                  <a:srgbClr val="595959"/>
                </a:solidFill>
                <a:latin typeface="Trebuchet MS"/>
                <a:cs typeface="Trebuchet MS"/>
              </a:rPr>
              <a:t>para</a:t>
            </a:r>
            <a:r>
              <a:rPr dirty="0" sz="1700" spc="-140" i="1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700" spc="-90" i="1">
                <a:solidFill>
                  <a:srgbClr val="595959"/>
                </a:solidFill>
                <a:latin typeface="Trebuchet MS"/>
                <a:cs typeface="Trebuchet MS"/>
              </a:rPr>
              <a:t>nuestra</a:t>
            </a:r>
            <a:r>
              <a:rPr dirty="0" sz="1700" spc="-145" i="1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700" spc="-95" i="1">
                <a:solidFill>
                  <a:srgbClr val="595959"/>
                </a:solidFill>
                <a:latin typeface="Trebuchet MS"/>
                <a:cs typeface="Trebuchet MS"/>
              </a:rPr>
              <a:t>discusión,</a:t>
            </a:r>
            <a:r>
              <a:rPr dirty="0" sz="1700" spc="-140" i="1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700" spc="-50" i="1">
                <a:solidFill>
                  <a:srgbClr val="595959"/>
                </a:solidFill>
                <a:latin typeface="Trebuchet MS"/>
                <a:cs typeface="Trebuchet MS"/>
              </a:rPr>
              <a:t>son</a:t>
            </a:r>
            <a:r>
              <a:rPr dirty="0" sz="1700" spc="-140" i="1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700" spc="-80" i="1">
                <a:solidFill>
                  <a:srgbClr val="595959"/>
                </a:solidFill>
                <a:latin typeface="Trebuchet MS"/>
                <a:cs typeface="Trebuchet MS"/>
              </a:rPr>
              <a:t>las</a:t>
            </a:r>
            <a:r>
              <a:rPr dirty="0" sz="1700" spc="-140" i="1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700" spc="-85" i="1">
                <a:solidFill>
                  <a:srgbClr val="595959"/>
                </a:solidFill>
                <a:latin typeface="Trebuchet MS"/>
                <a:cs typeface="Trebuchet MS"/>
              </a:rPr>
              <a:t>instrucciones</a:t>
            </a:r>
            <a:r>
              <a:rPr dirty="0" sz="1700" spc="-140" i="1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700" spc="-100" i="1">
                <a:solidFill>
                  <a:srgbClr val="595959"/>
                </a:solidFill>
                <a:latin typeface="Trebuchet MS"/>
                <a:cs typeface="Trebuchet MS"/>
              </a:rPr>
              <a:t>que</a:t>
            </a:r>
            <a:r>
              <a:rPr dirty="0" sz="1700" spc="-145" i="1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700" spc="-70" i="1">
                <a:solidFill>
                  <a:srgbClr val="595959"/>
                </a:solidFill>
                <a:latin typeface="Trebuchet MS"/>
                <a:cs typeface="Trebuchet MS"/>
              </a:rPr>
              <a:t>hacen</a:t>
            </a:r>
            <a:r>
              <a:rPr dirty="0" sz="1700" spc="-140" i="1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700" spc="-55" i="1">
                <a:solidFill>
                  <a:srgbClr val="595959"/>
                </a:solidFill>
                <a:latin typeface="Trebuchet MS"/>
                <a:cs typeface="Trebuchet MS"/>
              </a:rPr>
              <a:t>más</a:t>
            </a:r>
            <a:r>
              <a:rPr dirty="0" sz="1700" spc="-140" i="1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700" spc="-25" i="1">
                <a:solidFill>
                  <a:srgbClr val="595959"/>
                </a:solidFill>
                <a:latin typeface="Trebuchet MS"/>
                <a:cs typeface="Trebuchet MS"/>
              </a:rPr>
              <a:t>de </a:t>
            </a:r>
            <a:r>
              <a:rPr dirty="0" sz="1700" spc="-55" i="1">
                <a:solidFill>
                  <a:srgbClr val="595959"/>
                </a:solidFill>
                <a:latin typeface="Trebuchet MS"/>
                <a:cs typeface="Trebuchet MS"/>
              </a:rPr>
              <a:t>una</a:t>
            </a:r>
            <a:r>
              <a:rPr dirty="0" sz="1700" spc="-160" i="1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700" spc="-55" i="1">
                <a:solidFill>
                  <a:srgbClr val="595959"/>
                </a:solidFill>
                <a:latin typeface="Trebuchet MS"/>
                <a:cs typeface="Trebuchet MS"/>
              </a:rPr>
              <a:t>cosa</a:t>
            </a:r>
            <a:r>
              <a:rPr dirty="0" sz="1700" spc="-160" i="1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700" spc="-30" i="1">
                <a:solidFill>
                  <a:srgbClr val="595959"/>
                </a:solidFill>
                <a:latin typeface="Trebuchet MS"/>
                <a:cs typeface="Trebuchet MS"/>
              </a:rPr>
              <a:t>atómicamente.</a:t>
            </a:r>
            <a:endParaRPr sz="17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0650">
              <a:lnSpc>
                <a:spcPct val="100000"/>
              </a:lnSpc>
              <a:spcBef>
                <a:spcPts val="140"/>
              </a:spcBef>
            </a:pPr>
            <a:r>
              <a:rPr dirty="0" spc="70"/>
              <a:t>Operaciones</a:t>
            </a:r>
            <a:r>
              <a:rPr dirty="0" spc="-110"/>
              <a:t> </a:t>
            </a:r>
            <a:r>
              <a:rPr dirty="0" spc="80"/>
              <a:t>atómicas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899975" y="2032334"/>
            <a:ext cx="7330440" cy="28174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62000" algn="l"/>
              </a:tabLst>
            </a:pPr>
            <a:r>
              <a:rPr dirty="0" sz="1600" i="1">
                <a:latin typeface="Arial"/>
                <a:cs typeface="Arial"/>
              </a:rPr>
              <a:t>type</a:t>
            </a:r>
            <a:r>
              <a:rPr dirty="0" sz="1600" spc="520" i="1">
                <a:latin typeface="Arial"/>
                <a:cs typeface="Arial"/>
              </a:rPr>
              <a:t> </a:t>
            </a:r>
            <a:r>
              <a:rPr dirty="0" u="heavy" sz="1600">
                <a:solidFill>
                  <a:srgbClr val="188037"/>
                </a:solidFill>
                <a:uFill>
                  <a:solidFill>
                    <a:srgbClr val="177F36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sz="1600" spc="-10">
                <a:solidFill>
                  <a:srgbClr val="188037"/>
                </a:solidFill>
                <a:latin typeface="Courier New"/>
                <a:cs typeface="Courier New"/>
              </a:rPr>
              <a:t>sync_lock_test_and_set</a:t>
            </a:r>
            <a:r>
              <a:rPr dirty="0" sz="1600" spc="-8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dirty="0" sz="1600">
                <a:solidFill>
                  <a:srgbClr val="188037"/>
                </a:solidFill>
                <a:latin typeface="Courier New"/>
                <a:cs typeface="Courier New"/>
              </a:rPr>
              <a:t>(</a:t>
            </a:r>
            <a:r>
              <a:rPr dirty="0" sz="1600" i="1">
                <a:latin typeface="Arial"/>
                <a:cs typeface="Arial"/>
              </a:rPr>
              <a:t>type</a:t>
            </a:r>
            <a:r>
              <a:rPr dirty="0" sz="1600" spc="450" i="1"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188037"/>
                </a:solidFill>
                <a:latin typeface="Courier New"/>
                <a:cs typeface="Courier New"/>
              </a:rPr>
              <a:t>*ptr,</a:t>
            </a:r>
            <a:r>
              <a:rPr dirty="0" sz="1600" spc="-75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dirty="0" sz="1600" i="1">
                <a:latin typeface="Arial"/>
                <a:cs typeface="Arial"/>
              </a:rPr>
              <a:t>type</a:t>
            </a:r>
            <a:r>
              <a:rPr dirty="0" sz="1600" spc="450" i="1"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188037"/>
                </a:solidFill>
                <a:latin typeface="Courier New"/>
                <a:cs typeface="Courier New"/>
              </a:rPr>
              <a:t>value,</a:t>
            </a:r>
            <a:r>
              <a:rPr dirty="0" sz="1600" spc="-75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dirty="0" sz="1600" spc="-20">
                <a:solidFill>
                  <a:srgbClr val="188037"/>
                </a:solidFill>
                <a:latin typeface="Courier New"/>
                <a:cs typeface="Courier New"/>
              </a:rPr>
              <a:t>...)</a:t>
            </a:r>
            <a:endParaRPr sz="16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14"/>
              </a:spcBef>
            </a:pPr>
            <a:endParaRPr sz="1600">
              <a:latin typeface="Courier New"/>
              <a:cs typeface="Courier New"/>
            </a:endParaRPr>
          </a:p>
          <a:p>
            <a:pPr marL="12700" marR="5080">
              <a:lnSpc>
                <a:spcPct val="100000"/>
              </a:lnSpc>
            </a:pPr>
            <a:r>
              <a:rPr dirty="0" sz="1400">
                <a:latin typeface="Arial MT"/>
                <a:cs typeface="Arial MT"/>
              </a:rPr>
              <a:t>Este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builtin,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como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lo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describe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Intel,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no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es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una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operación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de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test-and-</a:t>
            </a:r>
            <a:r>
              <a:rPr dirty="0" sz="1400">
                <a:latin typeface="Arial MT"/>
                <a:cs typeface="Arial MT"/>
              </a:rPr>
              <a:t>set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tradicional,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sino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 spc="-25">
                <a:latin typeface="Arial MT"/>
                <a:cs typeface="Arial MT"/>
              </a:rPr>
              <a:t>más </a:t>
            </a:r>
            <a:r>
              <a:rPr dirty="0" sz="1400">
                <a:latin typeface="Arial MT"/>
                <a:cs typeface="Arial MT"/>
              </a:rPr>
              <a:t>bien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una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operación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de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intercambio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atómico.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Escribe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el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valor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en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*ptr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y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devuelve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el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contenido </a:t>
            </a:r>
            <a:r>
              <a:rPr dirty="0" sz="1400">
                <a:latin typeface="Arial MT"/>
                <a:cs typeface="Arial MT"/>
              </a:rPr>
              <a:t>anterior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de</a:t>
            </a:r>
            <a:r>
              <a:rPr dirty="0" sz="1400" spc="-5">
                <a:latin typeface="Arial MT"/>
                <a:cs typeface="Arial MT"/>
              </a:rPr>
              <a:t> </a:t>
            </a:r>
            <a:r>
              <a:rPr dirty="0" sz="1400" spc="-20">
                <a:latin typeface="Arial MT"/>
                <a:cs typeface="Arial MT"/>
              </a:rPr>
              <a:t>*ptr.</a:t>
            </a:r>
            <a:endParaRPr sz="1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400">
                <a:latin typeface="Arial MT"/>
                <a:cs typeface="Arial MT"/>
              </a:rPr>
              <a:t>Realiza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u="heavy" sz="140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todas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las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siguientes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operaciones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de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manera</a:t>
            </a:r>
            <a:r>
              <a:rPr dirty="0" sz="1400" spc="-10">
                <a:latin typeface="Arial MT"/>
                <a:cs typeface="Arial MT"/>
              </a:rPr>
              <a:t> atómica</a:t>
            </a:r>
            <a:endParaRPr sz="1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1400">
              <a:latin typeface="Arial MT"/>
              <a:cs typeface="Arial MT"/>
            </a:endParaRPr>
          </a:p>
          <a:p>
            <a:pPr marL="469265" indent="-376555">
              <a:lnSpc>
                <a:spcPct val="100000"/>
              </a:lnSpc>
              <a:buAutoNum type="arabicPeriod"/>
              <a:tabLst>
                <a:tab pos="469265" algn="l"/>
              </a:tabLst>
            </a:pPr>
            <a:r>
              <a:rPr dirty="0" sz="1400">
                <a:latin typeface="Arial MT"/>
                <a:cs typeface="Arial MT"/>
              </a:rPr>
              <a:t>Lee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el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valor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actual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de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la</a:t>
            </a:r>
            <a:r>
              <a:rPr dirty="0" sz="1400" spc="-10">
                <a:latin typeface="Arial MT"/>
                <a:cs typeface="Arial MT"/>
              </a:rPr>
              <a:t> variable.</a:t>
            </a:r>
            <a:endParaRPr sz="1400">
              <a:latin typeface="Arial MT"/>
              <a:cs typeface="Arial MT"/>
            </a:endParaRPr>
          </a:p>
          <a:p>
            <a:pPr marL="469265" indent="-376555">
              <a:lnSpc>
                <a:spcPct val="100000"/>
              </a:lnSpc>
              <a:buAutoNum type="arabicPeriod"/>
              <a:tabLst>
                <a:tab pos="469265" algn="l"/>
              </a:tabLst>
            </a:pPr>
            <a:r>
              <a:rPr dirty="0" sz="1400">
                <a:latin typeface="Arial MT"/>
                <a:cs typeface="Arial MT"/>
              </a:rPr>
              <a:t>Asigna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un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nuevo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valor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la</a:t>
            </a:r>
            <a:r>
              <a:rPr dirty="0" sz="1400" spc="-10">
                <a:latin typeface="Arial MT"/>
                <a:cs typeface="Arial MT"/>
              </a:rPr>
              <a:t> variable.</a:t>
            </a:r>
            <a:endParaRPr sz="1400">
              <a:latin typeface="Arial MT"/>
              <a:cs typeface="Arial MT"/>
            </a:endParaRPr>
          </a:p>
          <a:p>
            <a:pPr marL="469265" indent="-376555">
              <a:lnSpc>
                <a:spcPct val="100000"/>
              </a:lnSpc>
              <a:buAutoNum type="arabicPeriod"/>
              <a:tabLst>
                <a:tab pos="469265" algn="l"/>
              </a:tabLst>
            </a:pPr>
            <a:r>
              <a:rPr dirty="0" sz="1400">
                <a:latin typeface="Arial MT"/>
                <a:cs typeface="Arial MT"/>
              </a:rPr>
              <a:t>Devuelve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el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valor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original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de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la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variable.</a:t>
            </a:r>
            <a:endParaRPr sz="1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385"/>
              </a:spcBef>
            </a:pPr>
            <a:r>
              <a:rPr dirty="0" sz="1400" i="1">
                <a:latin typeface="Arial"/>
                <a:cs typeface="Arial"/>
              </a:rPr>
              <a:t>Ref:</a:t>
            </a:r>
            <a:r>
              <a:rPr dirty="0" sz="1400" spc="235" i="1">
                <a:latin typeface="Arial"/>
                <a:cs typeface="Arial"/>
              </a:rPr>
              <a:t> </a:t>
            </a:r>
            <a:r>
              <a:rPr dirty="0" u="heavy" sz="1400" spc="-10" i="1">
                <a:solidFill>
                  <a:srgbClr val="1B3678"/>
                </a:solidFill>
                <a:uFill>
                  <a:solidFill>
                    <a:srgbClr val="1B3678"/>
                  </a:solidFill>
                </a:uFill>
                <a:latin typeface="Arial"/>
                <a:cs typeface="Arial"/>
                <a:hlinkClick r:id="rId2"/>
              </a:rPr>
              <a:t>https://gcc.gnu.org/onlinedocs/gcc-4.5.3/gcc/Atomic-Builtins.html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0650">
              <a:lnSpc>
                <a:spcPct val="100000"/>
              </a:lnSpc>
              <a:spcBef>
                <a:spcPts val="140"/>
              </a:spcBef>
            </a:pPr>
            <a:r>
              <a:rPr dirty="0" spc="80"/>
              <a:t>Spinlock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729450" y="1853850"/>
            <a:ext cx="7689215" cy="1986280"/>
          </a:xfrm>
          <a:prstGeom prst="rect">
            <a:avLst/>
          </a:prstGeom>
          <a:solidFill>
            <a:srgbClr val="E9EDEE"/>
          </a:solidFill>
          <a:ln w="9524">
            <a:solidFill>
              <a:srgbClr val="B7B7B7"/>
            </a:solidFill>
          </a:ln>
        </p:spPr>
        <p:txBody>
          <a:bodyPr wrap="square" lIns="0" tIns="78740" rIns="0" bIns="0" rtlCol="0" vert="horz">
            <a:spAutoFit/>
          </a:bodyPr>
          <a:lstStyle/>
          <a:p>
            <a:pPr marL="85725">
              <a:lnSpc>
                <a:spcPct val="100000"/>
              </a:lnSpc>
              <a:spcBef>
                <a:spcPts val="620"/>
              </a:spcBef>
            </a:pPr>
            <a:r>
              <a:rPr dirty="0" sz="1300" spc="-20" b="1">
                <a:solidFill>
                  <a:srgbClr val="595959"/>
                </a:solidFill>
                <a:latin typeface="Courier New"/>
                <a:cs typeface="Courier New"/>
              </a:rPr>
              <a:t>void</a:t>
            </a:r>
            <a:endParaRPr sz="1300">
              <a:latin typeface="Courier New"/>
              <a:cs typeface="Courier New"/>
            </a:endParaRPr>
          </a:p>
          <a:p>
            <a:pPr marL="85725">
              <a:lnSpc>
                <a:spcPct val="100000"/>
              </a:lnSpc>
            </a:pPr>
            <a:r>
              <a:rPr dirty="0" sz="1300" b="1">
                <a:solidFill>
                  <a:srgbClr val="595959"/>
                </a:solidFill>
                <a:latin typeface="Courier New"/>
                <a:cs typeface="Courier New"/>
              </a:rPr>
              <a:t>release(struct</a:t>
            </a:r>
            <a:r>
              <a:rPr dirty="0" sz="1300" spc="-55" b="1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595959"/>
                </a:solidFill>
                <a:latin typeface="Courier New"/>
                <a:cs typeface="Courier New"/>
              </a:rPr>
              <a:t>spinlock</a:t>
            </a:r>
            <a:r>
              <a:rPr dirty="0" sz="1300" spc="-55" b="1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1300" spc="-20" b="1">
                <a:solidFill>
                  <a:srgbClr val="595959"/>
                </a:solidFill>
                <a:latin typeface="Courier New"/>
                <a:cs typeface="Courier New"/>
              </a:rPr>
              <a:t>*lk)</a:t>
            </a:r>
            <a:endParaRPr sz="1300">
              <a:latin typeface="Courier New"/>
              <a:cs typeface="Courier New"/>
            </a:endParaRPr>
          </a:p>
          <a:p>
            <a:pPr marL="85725">
              <a:lnSpc>
                <a:spcPct val="100000"/>
              </a:lnSpc>
            </a:pPr>
            <a:r>
              <a:rPr dirty="0" sz="1300" spc="-50" b="1">
                <a:solidFill>
                  <a:srgbClr val="595959"/>
                </a:solidFill>
                <a:latin typeface="Courier New"/>
                <a:cs typeface="Courier New"/>
              </a:rPr>
              <a:t>{</a:t>
            </a:r>
            <a:endParaRPr sz="1300">
              <a:latin typeface="Courier New"/>
              <a:cs typeface="Courier New"/>
            </a:endParaRPr>
          </a:p>
          <a:p>
            <a:pPr marL="85725">
              <a:lnSpc>
                <a:spcPct val="100000"/>
              </a:lnSpc>
            </a:pPr>
            <a:r>
              <a:rPr dirty="0" sz="1300" spc="-10" i="1">
                <a:solidFill>
                  <a:srgbClr val="595959"/>
                </a:solidFill>
                <a:latin typeface="Courier New"/>
                <a:cs typeface="Courier New"/>
              </a:rPr>
              <a:t>[...]</a:t>
            </a:r>
            <a:endParaRPr sz="13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300">
              <a:latin typeface="Courier New"/>
              <a:cs typeface="Courier New"/>
            </a:endParaRPr>
          </a:p>
          <a:p>
            <a:pPr marL="283845">
              <a:lnSpc>
                <a:spcPct val="100000"/>
              </a:lnSpc>
              <a:tabLst>
                <a:tab pos="481330" algn="l"/>
              </a:tabLst>
            </a:pPr>
            <a:r>
              <a:rPr dirty="0" u="heavy" sz="1300">
                <a:solidFill>
                  <a:srgbClr val="595959"/>
                </a:solidFill>
                <a:uFill>
                  <a:solidFill>
                    <a:srgbClr val="585858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sz="1300" spc="-10" b="1">
                <a:solidFill>
                  <a:srgbClr val="595959"/>
                </a:solidFill>
                <a:latin typeface="Courier New"/>
                <a:cs typeface="Courier New"/>
              </a:rPr>
              <a:t>sync_lock_release(&amp;lk-&gt;locked);</a:t>
            </a:r>
            <a:endParaRPr sz="13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1300">
              <a:latin typeface="Courier New"/>
              <a:cs typeface="Courier New"/>
            </a:endParaRPr>
          </a:p>
          <a:p>
            <a:pPr marL="85725">
              <a:lnSpc>
                <a:spcPct val="100000"/>
              </a:lnSpc>
            </a:pPr>
            <a:r>
              <a:rPr dirty="0" sz="1300" spc="-10" i="1">
                <a:solidFill>
                  <a:srgbClr val="595959"/>
                </a:solidFill>
                <a:latin typeface="Courier New"/>
                <a:cs typeface="Courier New"/>
              </a:rPr>
              <a:t>[...]</a:t>
            </a:r>
            <a:endParaRPr sz="1300">
              <a:latin typeface="Courier New"/>
              <a:cs typeface="Courier New"/>
            </a:endParaRPr>
          </a:p>
          <a:p>
            <a:pPr marL="85725">
              <a:lnSpc>
                <a:spcPct val="100000"/>
              </a:lnSpc>
            </a:pPr>
            <a:r>
              <a:rPr dirty="0" sz="1300" spc="-50" b="1">
                <a:solidFill>
                  <a:srgbClr val="595959"/>
                </a:solidFill>
                <a:latin typeface="Courier New"/>
                <a:cs typeface="Courier New"/>
              </a:rPr>
              <a:t>}</a:t>
            </a:r>
            <a:endParaRPr sz="13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0650">
              <a:lnSpc>
                <a:spcPct val="100000"/>
              </a:lnSpc>
              <a:spcBef>
                <a:spcPts val="140"/>
              </a:spcBef>
            </a:pPr>
            <a:r>
              <a:rPr dirty="0" spc="70"/>
              <a:t>Operaciones</a:t>
            </a:r>
            <a:r>
              <a:rPr dirty="0" spc="-110"/>
              <a:t> </a:t>
            </a:r>
            <a:r>
              <a:rPr dirty="0" spc="80"/>
              <a:t>atómicas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899975" y="4611037"/>
            <a:ext cx="547878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i="1">
                <a:latin typeface="Arial"/>
                <a:cs typeface="Arial"/>
              </a:rPr>
              <a:t>Ref:</a:t>
            </a:r>
            <a:r>
              <a:rPr dirty="0" sz="1400" spc="235" i="1">
                <a:latin typeface="Arial"/>
                <a:cs typeface="Arial"/>
              </a:rPr>
              <a:t> </a:t>
            </a:r>
            <a:r>
              <a:rPr dirty="0" u="heavy" sz="1400" spc="-10" i="1">
                <a:solidFill>
                  <a:srgbClr val="1B3678"/>
                </a:solidFill>
                <a:uFill>
                  <a:solidFill>
                    <a:srgbClr val="1B3678"/>
                  </a:solidFill>
                </a:uFill>
                <a:latin typeface="Arial"/>
                <a:cs typeface="Arial"/>
                <a:hlinkClick r:id="rId2"/>
              </a:rPr>
              <a:t>https://gcc.gnu.org/onlinedocs/gcc-4.5.3/gcc/Atomic-Builtins.html</a:t>
            </a:r>
            <a:endParaRPr sz="1400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99975" y="2571759"/>
            <a:ext cx="7401559" cy="11010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65505" algn="l"/>
              </a:tabLst>
            </a:pPr>
            <a:r>
              <a:rPr dirty="0" sz="1600">
                <a:solidFill>
                  <a:srgbClr val="188037"/>
                </a:solidFill>
                <a:latin typeface="Courier New"/>
                <a:cs typeface="Courier New"/>
              </a:rPr>
              <a:t>void </a:t>
            </a:r>
            <a:r>
              <a:rPr dirty="0" u="heavy" sz="1600">
                <a:solidFill>
                  <a:srgbClr val="188037"/>
                </a:solidFill>
                <a:uFill>
                  <a:solidFill>
                    <a:srgbClr val="177F36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sz="1600" spc="-10">
                <a:solidFill>
                  <a:srgbClr val="188037"/>
                </a:solidFill>
                <a:latin typeface="Courier New"/>
                <a:cs typeface="Courier New"/>
              </a:rPr>
              <a:t>sync_lock_release</a:t>
            </a:r>
            <a:r>
              <a:rPr dirty="0" sz="1600" spc="-75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dirty="0" sz="1600">
                <a:solidFill>
                  <a:srgbClr val="188037"/>
                </a:solidFill>
                <a:latin typeface="Courier New"/>
                <a:cs typeface="Courier New"/>
              </a:rPr>
              <a:t>(</a:t>
            </a:r>
            <a:r>
              <a:rPr dirty="0" sz="1600" i="1">
                <a:latin typeface="Arial"/>
                <a:cs typeface="Arial"/>
              </a:rPr>
              <a:t>type</a:t>
            </a:r>
            <a:r>
              <a:rPr dirty="0" sz="1600" spc="455" i="1"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188037"/>
                </a:solidFill>
                <a:latin typeface="Courier New"/>
                <a:cs typeface="Courier New"/>
              </a:rPr>
              <a:t>*ptr,</a:t>
            </a:r>
            <a:r>
              <a:rPr dirty="0" sz="1600" spc="-75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dirty="0" sz="1600" spc="-20">
                <a:solidFill>
                  <a:srgbClr val="188037"/>
                </a:solidFill>
                <a:latin typeface="Courier New"/>
                <a:cs typeface="Courier New"/>
              </a:rPr>
              <a:t>...)</a:t>
            </a:r>
            <a:endParaRPr sz="1600">
              <a:latin typeface="Courier New"/>
              <a:cs typeface="Courier New"/>
            </a:endParaRPr>
          </a:p>
          <a:p>
            <a:pPr marL="12700" marR="5080">
              <a:lnSpc>
                <a:spcPct val="175000"/>
              </a:lnSpc>
              <a:spcBef>
                <a:spcPts val="665"/>
              </a:spcBef>
              <a:tabLst>
                <a:tab pos="3251835" algn="l"/>
              </a:tabLst>
            </a:pPr>
            <a:r>
              <a:rPr dirty="0" sz="1400">
                <a:latin typeface="Arial MT"/>
                <a:cs typeface="Arial MT"/>
              </a:rPr>
              <a:t>Este builtin libera el lock adquirido por </a:t>
            </a:r>
            <a:r>
              <a:rPr dirty="0" u="sng" sz="14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sz="1400" spc="-10">
                <a:latin typeface="Arial MT"/>
                <a:cs typeface="Arial MT"/>
              </a:rPr>
              <a:t>sync_lock_test_and_set.</a:t>
            </a:r>
            <a:r>
              <a:rPr dirty="0" sz="1400" spc="1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Normalmente</a:t>
            </a:r>
            <a:r>
              <a:rPr dirty="0" sz="1400" spc="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esto</a:t>
            </a:r>
            <a:r>
              <a:rPr dirty="0" sz="1400" spc="15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significa </a:t>
            </a:r>
            <a:r>
              <a:rPr dirty="0" sz="1400">
                <a:latin typeface="Arial MT"/>
                <a:cs typeface="Arial MT"/>
              </a:rPr>
              <a:t>escribir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la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constante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0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en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*ptr.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0650">
              <a:lnSpc>
                <a:spcPct val="100000"/>
              </a:lnSpc>
              <a:spcBef>
                <a:spcPts val="140"/>
              </a:spcBef>
            </a:pPr>
            <a:r>
              <a:rPr dirty="0" spc="80"/>
              <a:t>Spinlock</a:t>
            </a:r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Cuando</a:t>
            </a:r>
            <a:r>
              <a:rPr dirty="0" spc="-195"/>
              <a:t> </a:t>
            </a:r>
            <a:r>
              <a:rPr dirty="0" spc="-25"/>
              <a:t>se</a:t>
            </a:r>
            <a:r>
              <a:rPr dirty="0" spc="-190"/>
              <a:t> </a:t>
            </a:r>
            <a:r>
              <a:rPr dirty="0"/>
              <a:t>debe</a:t>
            </a:r>
            <a:r>
              <a:rPr dirty="0" spc="-190"/>
              <a:t> </a:t>
            </a:r>
            <a:r>
              <a:rPr dirty="0"/>
              <a:t>usar</a:t>
            </a:r>
            <a:r>
              <a:rPr dirty="0" spc="-190"/>
              <a:t> </a:t>
            </a:r>
            <a:r>
              <a:rPr dirty="0" spc="-20"/>
              <a:t>un</a:t>
            </a:r>
            <a:r>
              <a:rPr dirty="0" spc="-190"/>
              <a:t> </a:t>
            </a:r>
            <a:r>
              <a:rPr dirty="0"/>
              <a:t>spinlock</a:t>
            </a:r>
            <a:r>
              <a:rPr dirty="0" spc="-195"/>
              <a:t> </a:t>
            </a:r>
            <a:r>
              <a:rPr dirty="0" spc="-50"/>
              <a:t>(ie</a:t>
            </a:r>
            <a:r>
              <a:rPr dirty="0" spc="-190"/>
              <a:t> </a:t>
            </a:r>
            <a:r>
              <a:rPr dirty="0"/>
              <a:t>busy</a:t>
            </a:r>
            <a:r>
              <a:rPr dirty="0" spc="-190"/>
              <a:t> </a:t>
            </a:r>
            <a:r>
              <a:rPr dirty="0" spc="-10"/>
              <a:t>waiting)?</a:t>
            </a:r>
          </a:p>
          <a:p>
            <a:pPr marL="469265" indent="-311785">
              <a:lnSpc>
                <a:spcPct val="100000"/>
              </a:lnSpc>
              <a:spcBef>
                <a:spcPts val="2280"/>
              </a:spcBef>
              <a:buChar char="-"/>
              <a:tabLst>
                <a:tab pos="469265" algn="l"/>
              </a:tabLst>
            </a:pPr>
            <a:r>
              <a:rPr dirty="0"/>
              <a:t>Cuando</a:t>
            </a:r>
            <a:r>
              <a:rPr dirty="0" spc="-190"/>
              <a:t> </a:t>
            </a:r>
            <a:r>
              <a:rPr dirty="0"/>
              <a:t>el</a:t>
            </a:r>
            <a:r>
              <a:rPr dirty="0" spc="-185"/>
              <a:t> </a:t>
            </a:r>
            <a:r>
              <a:rPr dirty="0"/>
              <a:t>tiempo</a:t>
            </a:r>
            <a:r>
              <a:rPr dirty="0" spc="-185"/>
              <a:t> </a:t>
            </a:r>
            <a:r>
              <a:rPr dirty="0"/>
              <a:t>que</a:t>
            </a:r>
            <a:r>
              <a:rPr dirty="0" spc="-185"/>
              <a:t> </a:t>
            </a:r>
            <a:r>
              <a:rPr dirty="0" spc="-25"/>
              <a:t>se</a:t>
            </a:r>
            <a:r>
              <a:rPr dirty="0" spc="-185"/>
              <a:t> </a:t>
            </a:r>
            <a:r>
              <a:rPr dirty="0" spc="-10"/>
              <a:t>posee</a:t>
            </a:r>
            <a:r>
              <a:rPr dirty="0" spc="-190"/>
              <a:t> </a:t>
            </a:r>
            <a:r>
              <a:rPr dirty="0"/>
              <a:t>el</a:t>
            </a:r>
            <a:r>
              <a:rPr dirty="0" spc="-185"/>
              <a:t> </a:t>
            </a:r>
            <a:r>
              <a:rPr dirty="0"/>
              <a:t>lock</a:t>
            </a:r>
            <a:r>
              <a:rPr dirty="0" spc="-185"/>
              <a:t> </a:t>
            </a:r>
            <a:r>
              <a:rPr dirty="0" spc="-25"/>
              <a:t>es</a:t>
            </a:r>
            <a:r>
              <a:rPr dirty="0" spc="-185"/>
              <a:t> </a:t>
            </a:r>
            <a:r>
              <a:rPr dirty="0" spc="-10"/>
              <a:t>corto</a:t>
            </a:r>
          </a:p>
          <a:p>
            <a:pPr marL="469900" marR="76200" indent="-312420">
              <a:lnSpc>
                <a:spcPct val="100000"/>
              </a:lnSpc>
              <a:buChar char="-"/>
              <a:tabLst>
                <a:tab pos="469900" algn="l"/>
              </a:tabLst>
            </a:pPr>
            <a:r>
              <a:rPr dirty="0"/>
              <a:t>Cuando</a:t>
            </a:r>
            <a:r>
              <a:rPr dirty="0" spc="-170"/>
              <a:t> </a:t>
            </a:r>
            <a:r>
              <a:rPr dirty="0" spc="-35"/>
              <a:t>hay</a:t>
            </a:r>
            <a:r>
              <a:rPr dirty="0" spc="-170"/>
              <a:t> </a:t>
            </a:r>
            <a:r>
              <a:rPr dirty="0" spc="-10"/>
              <a:t>poca</a:t>
            </a:r>
            <a:r>
              <a:rPr dirty="0" spc="-165"/>
              <a:t> </a:t>
            </a:r>
            <a:r>
              <a:rPr dirty="0"/>
              <a:t>contention</a:t>
            </a:r>
            <a:r>
              <a:rPr dirty="0" spc="-170"/>
              <a:t> </a:t>
            </a:r>
            <a:r>
              <a:rPr dirty="0"/>
              <a:t>por</a:t>
            </a:r>
            <a:r>
              <a:rPr dirty="0" spc="-165"/>
              <a:t> </a:t>
            </a:r>
            <a:r>
              <a:rPr dirty="0"/>
              <a:t>los</a:t>
            </a:r>
            <a:r>
              <a:rPr dirty="0" spc="-170"/>
              <a:t> </a:t>
            </a:r>
            <a:r>
              <a:rPr dirty="0" spc="-25"/>
              <a:t>locks.</a:t>
            </a:r>
            <a:r>
              <a:rPr dirty="0" spc="-165"/>
              <a:t> </a:t>
            </a:r>
            <a:r>
              <a:rPr dirty="0" spc="-10"/>
              <a:t>Locking</a:t>
            </a:r>
            <a:r>
              <a:rPr dirty="0" spc="-170"/>
              <a:t> </a:t>
            </a:r>
            <a:r>
              <a:rPr dirty="0" spc="-10"/>
              <a:t>optimista,</a:t>
            </a:r>
            <a:r>
              <a:rPr dirty="0" spc="-165"/>
              <a:t> </a:t>
            </a:r>
            <a:r>
              <a:rPr dirty="0"/>
              <a:t>lo</a:t>
            </a:r>
            <a:r>
              <a:rPr dirty="0" spc="-170"/>
              <a:t> </a:t>
            </a:r>
            <a:r>
              <a:rPr dirty="0" spc="-25"/>
              <a:t>más </a:t>
            </a:r>
            <a:r>
              <a:rPr dirty="0"/>
              <a:t>probable</a:t>
            </a:r>
            <a:r>
              <a:rPr dirty="0" spc="-165"/>
              <a:t> </a:t>
            </a:r>
            <a:r>
              <a:rPr dirty="0" spc="-25"/>
              <a:t>es</a:t>
            </a:r>
            <a:r>
              <a:rPr dirty="0" spc="-165"/>
              <a:t> </a:t>
            </a:r>
            <a:r>
              <a:rPr dirty="0"/>
              <a:t>obtener</a:t>
            </a:r>
            <a:r>
              <a:rPr dirty="0" spc="-165"/>
              <a:t> </a:t>
            </a:r>
            <a:r>
              <a:rPr dirty="0"/>
              <a:t>el</a:t>
            </a:r>
            <a:r>
              <a:rPr dirty="0" spc="-165"/>
              <a:t> </a:t>
            </a:r>
            <a:r>
              <a:rPr dirty="0"/>
              <a:t>lock</a:t>
            </a:r>
            <a:r>
              <a:rPr dirty="0" spc="-165"/>
              <a:t> </a:t>
            </a:r>
            <a:r>
              <a:rPr dirty="0"/>
              <a:t>y</a:t>
            </a:r>
            <a:r>
              <a:rPr dirty="0" spc="-165"/>
              <a:t> </a:t>
            </a:r>
            <a:r>
              <a:rPr dirty="0"/>
              <a:t>no</a:t>
            </a:r>
            <a:r>
              <a:rPr dirty="0" spc="-165"/>
              <a:t> </a:t>
            </a:r>
            <a:r>
              <a:rPr dirty="0"/>
              <a:t>competir</a:t>
            </a:r>
            <a:r>
              <a:rPr dirty="0" spc="-165"/>
              <a:t> </a:t>
            </a:r>
            <a:r>
              <a:rPr dirty="0"/>
              <a:t>con</a:t>
            </a:r>
            <a:r>
              <a:rPr dirty="0" spc="-165"/>
              <a:t> </a:t>
            </a:r>
            <a:r>
              <a:rPr dirty="0"/>
              <a:t>otros</a:t>
            </a:r>
            <a:r>
              <a:rPr dirty="0" spc="-165"/>
              <a:t> </a:t>
            </a:r>
            <a:r>
              <a:rPr dirty="0" spc="-10"/>
              <a:t>threads.</a:t>
            </a:r>
          </a:p>
          <a:p>
            <a:pPr marL="469900" marR="5080" indent="-312420">
              <a:lnSpc>
                <a:spcPct val="100000"/>
              </a:lnSpc>
              <a:buChar char="-"/>
              <a:tabLst>
                <a:tab pos="469900" algn="l"/>
              </a:tabLst>
            </a:pPr>
            <a:r>
              <a:rPr dirty="0"/>
              <a:t>Cuando</a:t>
            </a:r>
            <a:r>
              <a:rPr dirty="0" spc="-170"/>
              <a:t> </a:t>
            </a:r>
            <a:r>
              <a:rPr dirty="0" spc="-35"/>
              <a:t>hay</a:t>
            </a:r>
            <a:r>
              <a:rPr dirty="0" spc="-170"/>
              <a:t> </a:t>
            </a:r>
            <a:r>
              <a:rPr dirty="0" spc="-10"/>
              <a:t>paralelismo</a:t>
            </a:r>
            <a:r>
              <a:rPr dirty="0" spc="-165"/>
              <a:t> </a:t>
            </a:r>
            <a:r>
              <a:rPr dirty="0"/>
              <a:t>real</a:t>
            </a:r>
            <a:r>
              <a:rPr dirty="0" spc="-170"/>
              <a:t> </a:t>
            </a:r>
            <a:r>
              <a:rPr dirty="0" spc="-10"/>
              <a:t>(multiples</a:t>
            </a:r>
            <a:r>
              <a:rPr dirty="0" spc="-170"/>
              <a:t> </a:t>
            </a:r>
            <a:r>
              <a:rPr dirty="0" spc="-25"/>
              <a:t>procesadores).</a:t>
            </a:r>
            <a:r>
              <a:rPr dirty="0" spc="-165"/>
              <a:t> </a:t>
            </a:r>
            <a:r>
              <a:rPr dirty="0"/>
              <a:t>Sino</a:t>
            </a:r>
            <a:r>
              <a:rPr dirty="0" spc="-170"/>
              <a:t> </a:t>
            </a:r>
            <a:r>
              <a:rPr dirty="0" spc="-25"/>
              <a:t>no</a:t>
            </a:r>
            <a:r>
              <a:rPr dirty="0" spc="500"/>
              <a:t> </a:t>
            </a:r>
            <a:r>
              <a:rPr dirty="0"/>
              <a:t>habrá</a:t>
            </a:r>
            <a:r>
              <a:rPr dirty="0" spc="95"/>
              <a:t> </a:t>
            </a:r>
            <a:r>
              <a:rPr dirty="0" spc="-10"/>
              <a:t>ningún</a:t>
            </a:r>
            <a:r>
              <a:rPr dirty="0" spc="-150"/>
              <a:t> </a:t>
            </a:r>
            <a:r>
              <a:rPr dirty="0"/>
              <a:t>otro</a:t>
            </a:r>
            <a:r>
              <a:rPr dirty="0" spc="-150"/>
              <a:t> </a:t>
            </a:r>
            <a:r>
              <a:rPr dirty="0"/>
              <a:t>hilo</a:t>
            </a:r>
            <a:r>
              <a:rPr dirty="0" spc="-150"/>
              <a:t> </a:t>
            </a:r>
            <a:r>
              <a:rPr dirty="0"/>
              <a:t>realmente</a:t>
            </a:r>
            <a:r>
              <a:rPr dirty="0" spc="-150"/>
              <a:t> </a:t>
            </a:r>
            <a:r>
              <a:rPr dirty="0"/>
              <a:t>corriendo</a:t>
            </a:r>
            <a:r>
              <a:rPr dirty="0" spc="-150"/>
              <a:t> </a:t>
            </a:r>
            <a:r>
              <a:rPr dirty="0"/>
              <a:t>que</a:t>
            </a:r>
            <a:r>
              <a:rPr dirty="0" spc="-150"/>
              <a:t> </a:t>
            </a:r>
            <a:r>
              <a:rPr dirty="0" spc="-20"/>
              <a:t>pueda</a:t>
            </a:r>
            <a:r>
              <a:rPr dirty="0" spc="-150"/>
              <a:t> </a:t>
            </a:r>
            <a:r>
              <a:rPr dirty="0"/>
              <a:t>liberar</a:t>
            </a:r>
            <a:r>
              <a:rPr dirty="0" spc="-150"/>
              <a:t> </a:t>
            </a:r>
            <a:r>
              <a:rPr dirty="0" spc="-25"/>
              <a:t>el </a:t>
            </a:r>
            <a:r>
              <a:rPr dirty="0" spc="-10"/>
              <a:t>lock.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0650">
              <a:lnSpc>
                <a:spcPct val="100000"/>
              </a:lnSpc>
              <a:spcBef>
                <a:spcPts val="140"/>
              </a:spcBef>
            </a:pPr>
            <a:r>
              <a:rPr dirty="0" spc="114"/>
              <a:t>Sleep</a:t>
            </a:r>
            <a:r>
              <a:rPr dirty="0" spc="-130"/>
              <a:t> </a:t>
            </a:r>
            <a:r>
              <a:rPr dirty="0" spc="65"/>
              <a:t>lock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802475" y="2103898"/>
            <a:ext cx="7407909" cy="2631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Es</a:t>
            </a:r>
            <a:r>
              <a:rPr dirty="0" sz="1900" spc="-2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2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900" spc="-2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lock</a:t>
            </a:r>
            <a:r>
              <a:rPr dirty="0" sz="1900" spc="-2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900" spc="-2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25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9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implementa</a:t>
            </a:r>
            <a:r>
              <a:rPr dirty="0" sz="1900" spc="-2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cediendo</a:t>
            </a:r>
            <a:r>
              <a:rPr dirty="0" sz="1900" spc="-2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900" spc="-2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10">
                <a:solidFill>
                  <a:srgbClr val="595959"/>
                </a:solidFill>
                <a:latin typeface="Tahoma"/>
                <a:cs typeface="Tahoma"/>
              </a:rPr>
              <a:t>procesador.</a:t>
            </a:r>
            <a:endParaRPr sz="1900">
              <a:latin typeface="Tahoma"/>
              <a:cs typeface="Tahoma"/>
            </a:endParaRPr>
          </a:p>
          <a:p>
            <a:pPr marL="469265" indent="-374015">
              <a:lnSpc>
                <a:spcPct val="100000"/>
              </a:lnSpc>
              <a:buFont typeface="Arial MT"/>
              <a:buChar char="●"/>
              <a:tabLst>
                <a:tab pos="469265" algn="l"/>
              </a:tabLst>
            </a:pP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900" spc="-2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proceso</a:t>
            </a:r>
            <a:r>
              <a:rPr dirty="0" sz="19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si</a:t>
            </a:r>
            <a:r>
              <a:rPr dirty="0" sz="1900" spc="-2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no</a:t>
            </a:r>
            <a:r>
              <a:rPr dirty="0" sz="19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10">
                <a:solidFill>
                  <a:srgbClr val="595959"/>
                </a:solidFill>
                <a:latin typeface="Tahoma"/>
                <a:cs typeface="Tahoma"/>
              </a:rPr>
              <a:t>logra</a:t>
            </a:r>
            <a:r>
              <a:rPr dirty="0" sz="1900" spc="-2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conseguir</a:t>
            </a:r>
            <a:r>
              <a:rPr dirty="0" sz="19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900" spc="-2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lock</a:t>
            </a:r>
            <a:r>
              <a:rPr dirty="0" sz="19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25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900" spc="-2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10">
                <a:solidFill>
                  <a:srgbClr val="595959"/>
                </a:solidFill>
                <a:latin typeface="Tahoma"/>
                <a:cs typeface="Tahoma"/>
              </a:rPr>
              <a:t>va</a:t>
            </a:r>
            <a:r>
              <a:rPr dirty="0" sz="19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40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900" spc="-2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10">
                <a:solidFill>
                  <a:srgbClr val="595959"/>
                </a:solidFill>
                <a:latin typeface="Tahoma"/>
                <a:cs typeface="Tahoma"/>
              </a:rPr>
              <a:t>dormir.</a:t>
            </a:r>
            <a:endParaRPr sz="1900">
              <a:latin typeface="Tahoma"/>
              <a:cs typeface="Tahoma"/>
            </a:endParaRPr>
          </a:p>
          <a:p>
            <a:pPr marL="469900" marR="293370" indent="-374650">
              <a:lnSpc>
                <a:spcPct val="100000"/>
              </a:lnSpc>
              <a:buFont typeface="Arial MT"/>
              <a:buChar char="●"/>
              <a:tabLst>
                <a:tab pos="469900" algn="l"/>
              </a:tabLst>
            </a:pP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Cuando</a:t>
            </a:r>
            <a:r>
              <a:rPr dirty="0" sz="19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9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lock</a:t>
            </a:r>
            <a:r>
              <a:rPr dirty="0" sz="19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25">
                <a:solidFill>
                  <a:srgbClr val="595959"/>
                </a:solidFill>
                <a:latin typeface="Tahoma"/>
                <a:cs typeface="Tahoma"/>
              </a:rPr>
              <a:t>es</a:t>
            </a:r>
            <a:r>
              <a:rPr dirty="0" sz="19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liberado</a:t>
            </a:r>
            <a:r>
              <a:rPr dirty="0" sz="19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los</a:t>
            </a:r>
            <a:r>
              <a:rPr dirty="0" sz="19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procesos</a:t>
            </a:r>
            <a:r>
              <a:rPr dirty="0" sz="19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10">
                <a:solidFill>
                  <a:srgbClr val="595959"/>
                </a:solidFill>
                <a:latin typeface="Tahoma"/>
                <a:cs typeface="Tahoma"/>
              </a:rPr>
              <a:t>esperando</a:t>
            </a:r>
            <a:r>
              <a:rPr dirty="0" sz="19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por</a:t>
            </a:r>
            <a:r>
              <a:rPr dirty="0" sz="19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9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lock</a:t>
            </a:r>
            <a:r>
              <a:rPr dirty="0" sz="19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25">
                <a:solidFill>
                  <a:srgbClr val="595959"/>
                </a:solidFill>
                <a:latin typeface="Tahoma"/>
                <a:cs typeface="Tahoma"/>
              </a:rPr>
              <a:t>se </a:t>
            </a:r>
            <a:r>
              <a:rPr dirty="0" sz="1900" spc="-10">
                <a:solidFill>
                  <a:srgbClr val="595959"/>
                </a:solidFill>
                <a:latin typeface="Tahoma"/>
                <a:cs typeface="Tahoma"/>
              </a:rPr>
              <a:t>despiertan</a:t>
            </a:r>
            <a:endParaRPr sz="19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280"/>
              </a:spcBef>
            </a:pPr>
            <a:r>
              <a:rPr dirty="0" sz="1900" spc="60">
                <a:solidFill>
                  <a:srgbClr val="595959"/>
                </a:solidFill>
                <a:latin typeface="Tahoma"/>
                <a:cs typeface="Tahoma"/>
              </a:rPr>
              <a:t>2</a:t>
            </a:r>
            <a:r>
              <a:rPr dirty="0" sz="19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alternativas</a:t>
            </a:r>
            <a:r>
              <a:rPr dirty="0" sz="19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20">
                <a:solidFill>
                  <a:srgbClr val="595959"/>
                </a:solidFill>
                <a:latin typeface="Tahoma"/>
                <a:cs typeface="Tahoma"/>
              </a:rPr>
              <a:t>para</a:t>
            </a:r>
            <a:r>
              <a:rPr dirty="0" sz="19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10">
                <a:solidFill>
                  <a:srgbClr val="595959"/>
                </a:solidFill>
                <a:latin typeface="Tahoma"/>
                <a:cs typeface="Tahoma"/>
              </a:rPr>
              <a:t>despertarlos:</a:t>
            </a:r>
            <a:endParaRPr sz="1900">
              <a:latin typeface="Tahoma"/>
              <a:cs typeface="Tahoma"/>
            </a:endParaRPr>
          </a:p>
          <a:p>
            <a:pPr marL="469265" indent="-311785">
              <a:lnSpc>
                <a:spcPct val="100000"/>
              </a:lnSpc>
              <a:buChar char="-"/>
              <a:tabLst>
                <a:tab pos="469265" algn="l"/>
              </a:tabLst>
            </a:pP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9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OS</a:t>
            </a:r>
            <a:r>
              <a:rPr dirty="0" sz="19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elige</a:t>
            </a:r>
            <a:r>
              <a:rPr dirty="0" sz="19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uno</a:t>
            </a:r>
            <a:r>
              <a:rPr dirty="0" sz="19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y</a:t>
            </a:r>
            <a:r>
              <a:rPr dirty="0" sz="19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lo</a:t>
            </a:r>
            <a:r>
              <a:rPr dirty="0" sz="19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10">
                <a:solidFill>
                  <a:srgbClr val="595959"/>
                </a:solidFill>
                <a:latin typeface="Tahoma"/>
                <a:cs typeface="Tahoma"/>
              </a:rPr>
              <a:t>despierta.</a:t>
            </a:r>
            <a:r>
              <a:rPr dirty="0" sz="19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Ese</a:t>
            </a:r>
            <a:r>
              <a:rPr dirty="0" sz="19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obtiene</a:t>
            </a:r>
            <a:r>
              <a:rPr dirty="0" sz="19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9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10">
                <a:solidFill>
                  <a:srgbClr val="595959"/>
                </a:solidFill>
                <a:latin typeface="Tahoma"/>
                <a:cs typeface="Tahoma"/>
              </a:rPr>
              <a:t>lock.</a:t>
            </a:r>
            <a:endParaRPr sz="1900">
              <a:latin typeface="Tahoma"/>
              <a:cs typeface="Tahoma"/>
            </a:endParaRPr>
          </a:p>
          <a:p>
            <a:pPr marL="469900" marR="5080" indent="-312420">
              <a:lnSpc>
                <a:spcPct val="100000"/>
              </a:lnSpc>
              <a:buChar char="-"/>
              <a:tabLst>
                <a:tab pos="469900" algn="l"/>
              </a:tabLst>
            </a:pP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9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OS</a:t>
            </a:r>
            <a:r>
              <a:rPr dirty="0" sz="19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despierta</a:t>
            </a:r>
            <a:r>
              <a:rPr dirty="0" sz="19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40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9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todos</a:t>
            </a:r>
            <a:r>
              <a:rPr dirty="0" sz="19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y</a:t>
            </a:r>
            <a:r>
              <a:rPr dirty="0" sz="19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todos</a:t>
            </a:r>
            <a:r>
              <a:rPr dirty="0" sz="19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10">
                <a:solidFill>
                  <a:srgbClr val="595959"/>
                </a:solidFill>
                <a:latin typeface="Tahoma"/>
                <a:cs typeface="Tahoma"/>
              </a:rPr>
              <a:t>vuelven</a:t>
            </a:r>
            <a:r>
              <a:rPr dirty="0" sz="19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40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9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competir</a:t>
            </a:r>
            <a:r>
              <a:rPr dirty="0" sz="19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20">
                <a:solidFill>
                  <a:srgbClr val="595959"/>
                </a:solidFill>
                <a:latin typeface="Tahoma"/>
                <a:cs typeface="Tahoma"/>
              </a:rPr>
              <a:t>para</a:t>
            </a:r>
            <a:r>
              <a:rPr dirty="0" sz="19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obtener</a:t>
            </a:r>
            <a:r>
              <a:rPr dirty="0" sz="19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25">
                <a:solidFill>
                  <a:srgbClr val="595959"/>
                </a:solidFill>
                <a:latin typeface="Tahoma"/>
                <a:cs typeface="Tahoma"/>
              </a:rPr>
              <a:t>el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lock</a:t>
            </a:r>
            <a:r>
              <a:rPr dirty="0" sz="19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25">
                <a:solidFill>
                  <a:srgbClr val="595959"/>
                </a:solidFill>
                <a:latin typeface="Tahoma"/>
                <a:cs typeface="Tahoma"/>
              </a:rPr>
              <a:t>(xv6</a:t>
            </a:r>
            <a:r>
              <a:rPr dirty="0" sz="19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10">
                <a:solidFill>
                  <a:srgbClr val="595959"/>
                </a:solidFill>
                <a:latin typeface="Tahoma"/>
                <a:cs typeface="Tahoma"/>
              </a:rPr>
              <a:t>hace</a:t>
            </a:r>
            <a:r>
              <a:rPr dirty="0" sz="19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20">
                <a:solidFill>
                  <a:srgbClr val="595959"/>
                </a:solidFill>
                <a:latin typeface="Tahoma"/>
                <a:cs typeface="Tahoma"/>
              </a:rPr>
              <a:t>esto)</a:t>
            </a:r>
            <a:endParaRPr sz="19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02475" y="2103898"/>
            <a:ext cx="7251065" cy="2052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Cuando</a:t>
            </a:r>
            <a:r>
              <a:rPr dirty="0" sz="19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25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9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debe</a:t>
            </a:r>
            <a:r>
              <a:rPr dirty="0" sz="19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usar</a:t>
            </a:r>
            <a:r>
              <a:rPr dirty="0" sz="1900" spc="-2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2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9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sleep</a:t>
            </a:r>
            <a:r>
              <a:rPr dirty="0" sz="19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10">
                <a:solidFill>
                  <a:srgbClr val="595959"/>
                </a:solidFill>
                <a:latin typeface="Tahoma"/>
                <a:cs typeface="Tahoma"/>
              </a:rPr>
              <a:t>lock?</a:t>
            </a:r>
            <a:endParaRPr sz="1900">
              <a:latin typeface="Tahoma"/>
              <a:cs typeface="Tahoma"/>
            </a:endParaRPr>
          </a:p>
          <a:p>
            <a:pPr algn="just" marL="469900" marR="5080" indent="-312420">
              <a:lnSpc>
                <a:spcPct val="100000"/>
              </a:lnSpc>
              <a:spcBef>
                <a:spcPts val="2280"/>
              </a:spcBef>
              <a:buChar char="-"/>
              <a:tabLst>
                <a:tab pos="469900" algn="l"/>
                <a:tab pos="471170" algn="l"/>
              </a:tabLst>
            </a:pP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	</a:t>
            </a:r>
            <a:r>
              <a:rPr dirty="0" sz="1900" spc="20">
                <a:solidFill>
                  <a:srgbClr val="595959"/>
                </a:solidFill>
                <a:latin typeface="Tahoma"/>
                <a:cs typeface="Tahoma"/>
              </a:rPr>
              <a:t>Cuando</a:t>
            </a:r>
            <a:r>
              <a:rPr dirty="0" sz="1900" spc="-229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900" spc="-229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15">
                <a:solidFill>
                  <a:srgbClr val="595959"/>
                </a:solidFill>
                <a:latin typeface="Tahoma"/>
                <a:cs typeface="Tahoma"/>
              </a:rPr>
              <a:t>espera</a:t>
            </a:r>
            <a:r>
              <a:rPr dirty="0" sz="1900" spc="-229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15">
                <a:solidFill>
                  <a:srgbClr val="595959"/>
                </a:solidFill>
                <a:latin typeface="Tahoma"/>
                <a:cs typeface="Tahoma"/>
              </a:rPr>
              <a:t>será</a:t>
            </a:r>
            <a:r>
              <a:rPr dirty="0" sz="1900" spc="-229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10">
                <a:solidFill>
                  <a:srgbClr val="595959"/>
                </a:solidFill>
                <a:latin typeface="Tahoma"/>
                <a:cs typeface="Tahoma"/>
              </a:rPr>
              <a:t>larga</a:t>
            </a:r>
            <a:r>
              <a:rPr dirty="0" sz="1900" spc="-229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114">
                <a:solidFill>
                  <a:srgbClr val="595959"/>
                </a:solidFill>
                <a:latin typeface="Tahoma"/>
                <a:cs typeface="Tahoma"/>
              </a:rPr>
              <a:t>(eg.</a:t>
            </a:r>
            <a:r>
              <a:rPr dirty="0" sz="1900" spc="-229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15">
                <a:solidFill>
                  <a:srgbClr val="595959"/>
                </a:solidFill>
                <a:latin typeface="Tahoma"/>
                <a:cs typeface="Tahoma"/>
              </a:rPr>
              <a:t>cuando</a:t>
            </a:r>
            <a:r>
              <a:rPr dirty="0" sz="1900" spc="-229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20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900" spc="-229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15">
                <a:solidFill>
                  <a:srgbClr val="595959"/>
                </a:solidFill>
                <a:latin typeface="Tahoma"/>
                <a:cs typeface="Tahoma"/>
              </a:rPr>
              <a:t>espera</a:t>
            </a:r>
            <a:r>
              <a:rPr dirty="0" sz="1900" spc="-229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900" spc="-229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2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900" spc="-229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5">
                <a:solidFill>
                  <a:srgbClr val="595959"/>
                </a:solidFill>
                <a:latin typeface="Tahoma"/>
                <a:cs typeface="Tahoma"/>
              </a:rPr>
              <a:t>disco</a:t>
            </a:r>
            <a:r>
              <a:rPr dirty="0" sz="1900" spc="-229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30">
                <a:solidFill>
                  <a:srgbClr val="595959"/>
                </a:solidFill>
                <a:latin typeface="Tahoma"/>
                <a:cs typeface="Tahoma"/>
              </a:rPr>
              <a:t>lea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20">
                <a:solidFill>
                  <a:srgbClr val="595959"/>
                </a:solidFill>
                <a:latin typeface="Tahoma"/>
                <a:cs typeface="Tahoma"/>
              </a:rPr>
              <a:t>bloques)</a:t>
            </a:r>
            <a:r>
              <a:rPr dirty="0" sz="1900" spc="-229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15">
                <a:solidFill>
                  <a:srgbClr val="595959"/>
                </a:solidFill>
                <a:latin typeface="Tahoma"/>
                <a:cs typeface="Tahoma"/>
              </a:rPr>
              <a:t>y</a:t>
            </a:r>
            <a:r>
              <a:rPr dirty="0" sz="1900" spc="-229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no</a:t>
            </a:r>
            <a:r>
              <a:rPr dirty="0" sz="1900" spc="-229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queremos</a:t>
            </a:r>
            <a:r>
              <a:rPr dirty="0" sz="1900" spc="-229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5">
                <a:solidFill>
                  <a:srgbClr val="595959"/>
                </a:solidFill>
                <a:latin typeface="Tahoma"/>
                <a:cs typeface="Tahoma"/>
              </a:rPr>
              <a:t>bloquear</a:t>
            </a:r>
            <a:r>
              <a:rPr dirty="0" sz="1900" spc="-229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2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900" spc="-229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10">
                <a:solidFill>
                  <a:srgbClr val="595959"/>
                </a:solidFill>
                <a:latin typeface="Tahoma"/>
                <a:cs typeface="Tahoma"/>
              </a:rPr>
              <a:t>acceso</a:t>
            </a:r>
            <a:r>
              <a:rPr dirty="0" sz="1900" spc="-229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al</a:t>
            </a:r>
            <a:r>
              <a:rPr dirty="0" sz="1900" spc="-229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125">
                <a:solidFill>
                  <a:srgbClr val="595959"/>
                </a:solidFill>
                <a:latin typeface="Tahoma"/>
                <a:cs typeface="Tahoma"/>
              </a:rPr>
              <a:t>CPU</a:t>
            </a:r>
            <a:r>
              <a:rPr dirty="0" sz="1900" spc="-229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15">
                <a:solidFill>
                  <a:srgbClr val="595959"/>
                </a:solidFill>
                <a:latin typeface="Tahoma"/>
                <a:cs typeface="Tahoma"/>
              </a:rPr>
              <a:t>para</a:t>
            </a:r>
            <a:r>
              <a:rPr dirty="0" sz="1900" spc="-229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5">
                <a:solidFill>
                  <a:srgbClr val="595959"/>
                </a:solidFill>
                <a:latin typeface="Tahoma"/>
                <a:cs typeface="Tahoma"/>
              </a:rPr>
              <a:t>los</a:t>
            </a:r>
            <a:r>
              <a:rPr dirty="0" sz="1900" spc="-229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25">
                <a:solidFill>
                  <a:srgbClr val="595959"/>
                </a:solidFill>
                <a:latin typeface="Tahoma"/>
                <a:cs typeface="Tahoma"/>
              </a:rPr>
              <a:t>otros</a:t>
            </a:r>
            <a:r>
              <a:rPr dirty="0" sz="1900" spc="1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20">
                <a:solidFill>
                  <a:srgbClr val="595959"/>
                </a:solidFill>
                <a:latin typeface="Tahoma"/>
                <a:cs typeface="Tahoma"/>
              </a:rPr>
              <a:t>procesos.</a:t>
            </a:r>
            <a:endParaRPr sz="1900">
              <a:latin typeface="Tahoma"/>
              <a:cs typeface="Tahoma"/>
            </a:endParaRPr>
          </a:p>
          <a:p>
            <a:pPr algn="just" marL="469900" marR="90170" indent="-312420">
              <a:lnSpc>
                <a:spcPct val="100000"/>
              </a:lnSpc>
              <a:buChar char="-"/>
              <a:tabLst>
                <a:tab pos="469900" algn="l"/>
                <a:tab pos="471170" algn="l"/>
              </a:tabLst>
            </a:pP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	</a:t>
            </a:r>
            <a:r>
              <a:rPr dirty="0" sz="1900" spc="-6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900" spc="-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25">
                <a:solidFill>
                  <a:srgbClr val="595959"/>
                </a:solidFill>
                <a:latin typeface="Tahoma"/>
                <a:cs typeface="Tahoma"/>
              </a:rPr>
              <a:t>sistemas</a:t>
            </a:r>
            <a:r>
              <a:rPr dirty="0" sz="19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8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900" spc="-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105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900" spc="-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20">
                <a:solidFill>
                  <a:srgbClr val="595959"/>
                </a:solidFill>
                <a:latin typeface="Tahoma"/>
                <a:cs typeface="Tahoma"/>
              </a:rPr>
              <a:t>solo</a:t>
            </a:r>
            <a:r>
              <a:rPr dirty="0" sz="19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35">
                <a:solidFill>
                  <a:srgbClr val="595959"/>
                </a:solidFill>
                <a:latin typeface="Tahoma"/>
                <a:cs typeface="Tahoma"/>
              </a:rPr>
              <a:t>procesador,</a:t>
            </a:r>
            <a:r>
              <a:rPr dirty="0" sz="1900" spc="-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25">
                <a:solidFill>
                  <a:srgbClr val="595959"/>
                </a:solidFill>
                <a:latin typeface="Tahoma"/>
                <a:cs typeface="Tahoma"/>
              </a:rPr>
              <a:t>donde</a:t>
            </a:r>
            <a:r>
              <a:rPr dirty="0" sz="1900" spc="-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105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900" spc="-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spin-</a:t>
            </a:r>
            <a:r>
              <a:rPr dirty="0" sz="1900" spc="-20">
                <a:solidFill>
                  <a:srgbClr val="595959"/>
                </a:solidFill>
                <a:latin typeface="Tahoma"/>
                <a:cs typeface="Tahoma"/>
              </a:rPr>
              <a:t>lock</a:t>
            </a:r>
            <a:r>
              <a:rPr dirty="0" sz="1900" spc="-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20">
                <a:solidFill>
                  <a:srgbClr val="595959"/>
                </a:solidFill>
                <a:latin typeface="Tahoma"/>
                <a:cs typeface="Tahoma"/>
              </a:rPr>
              <a:t>solo</a:t>
            </a:r>
            <a:r>
              <a:rPr dirty="0" sz="1900" spc="-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10">
                <a:solidFill>
                  <a:srgbClr val="595959"/>
                </a:solidFill>
                <a:latin typeface="Tahoma"/>
                <a:cs typeface="Tahoma"/>
              </a:rPr>
              <a:t>sería desalojado</a:t>
            </a:r>
            <a:r>
              <a:rPr dirty="0" sz="19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del</a:t>
            </a:r>
            <a:r>
              <a:rPr dirty="0" sz="1900" spc="-2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procesador</a:t>
            </a:r>
            <a:r>
              <a:rPr dirty="0" sz="19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al</a:t>
            </a:r>
            <a:r>
              <a:rPr dirty="0" sz="1900" spc="-2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10">
                <a:solidFill>
                  <a:srgbClr val="595959"/>
                </a:solidFill>
                <a:latin typeface="Tahoma"/>
                <a:cs typeface="Tahoma"/>
              </a:rPr>
              <a:t>acabarse</a:t>
            </a:r>
            <a:r>
              <a:rPr dirty="0" sz="1900" spc="-2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25">
                <a:solidFill>
                  <a:srgbClr val="595959"/>
                </a:solidFill>
                <a:latin typeface="Tahoma"/>
                <a:cs typeface="Tahoma"/>
              </a:rPr>
              <a:t>su</a:t>
            </a:r>
            <a:r>
              <a:rPr dirty="0" sz="19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10">
                <a:solidFill>
                  <a:srgbClr val="595959"/>
                </a:solidFill>
                <a:latin typeface="Tahoma"/>
                <a:cs typeface="Tahoma"/>
              </a:rPr>
              <a:t>timeslice.</a:t>
            </a:r>
            <a:endParaRPr sz="1900">
              <a:latin typeface="Tahoma"/>
              <a:cs typeface="Tahom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0650">
              <a:lnSpc>
                <a:spcPct val="100000"/>
              </a:lnSpc>
              <a:spcBef>
                <a:spcPts val="140"/>
              </a:spcBef>
            </a:pPr>
            <a:r>
              <a:rPr dirty="0" spc="114"/>
              <a:t>Sleep</a:t>
            </a:r>
            <a:r>
              <a:rPr dirty="0" spc="-130"/>
              <a:t> </a:t>
            </a:r>
            <a:r>
              <a:rPr dirty="0" spc="65"/>
              <a:t>lock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0650">
              <a:lnSpc>
                <a:spcPct val="100000"/>
              </a:lnSpc>
              <a:spcBef>
                <a:spcPts val="140"/>
              </a:spcBef>
            </a:pPr>
            <a:r>
              <a:rPr dirty="0" spc="90"/>
              <a:t>Sleeplock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727650" y="2633424"/>
            <a:ext cx="7689215" cy="1047115"/>
          </a:xfrm>
          <a:prstGeom prst="rect">
            <a:avLst/>
          </a:prstGeom>
          <a:solidFill>
            <a:srgbClr val="E9EDEE"/>
          </a:solidFill>
          <a:ln w="9524">
            <a:solidFill>
              <a:srgbClr val="B7B7B7"/>
            </a:solidFill>
          </a:ln>
        </p:spPr>
        <p:txBody>
          <a:bodyPr wrap="square" lIns="0" tIns="78740" rIns="0" bIns="0" rtlCol="0" vert="horz">
            <a:spAutoFit/>
          </a:bodyPr>
          <a:lstStyle/>
          <a:p>
            <a:pPr marL="85725">
              <a:lnSpc>
                <a:spcPct val="100000"/>
              </a:lnSpc>
              <a:spcBef>
                <a:spcPts val="620"/>
              </a:spcBef>
            </a:pPr>
            <a:r>
              <a:rPr dirty="0" sz="1400" b="1">
                <a:latin typeface="Courier New"/>
                <a:cs typeface="Courier New"/>
              </a:rPr>
              <a:t>struct</a:t>
            </a:r>
            <a:r>
              <a:rPr dirty="0" sz="1400" spc="-40" b="1">
                <a:latin typeface="Courier New"/>
                <a:cs typeface="Courier New"/>
              </a:rPr>
              <a:t> </a:t>
            </a:r>
            <a:r>
              <a:rPr dirty="0" sz="1400" b="1">
                <a:latin typeface="Courier New"/>
                <a:cs typeface="Courier New"/>
              </a:rPr>
              <a:t>sleeplock</a:t>
            </a:r>
            <a:r>
              <a:rPr dirty="0" sz="1400" spc="-35" b="1">
                <a:latin typeface="Courier New"/>
                <a:cs typeface="Courier New"/>
              </a:rPr>
              <a:t> </a:t>
            </a:r>
            <a:r>
              <a:rPr dirty="0" sz="1400" spc="-50" b="1">
                <a:latin typeface="Courier New"/>
                <a:cs typeface="Courier New"/>
              </a:rPr>
              <a:t>{</a:t>
            </a:r>
            <a:endParaRPr sz="1400">
              <a:latin typeface="Courier New"/>
              <a:cs typeface="Courier New"/>
            </a:endParaRPr>
          </a:p>
          <a:p>
            <a:pPr marL="192405">
              <a:lnSpc>
                <a:spcPct val="100000"/>
              </a:lnSpc>
              <a:tabLst>
                <a:tab pos="2218690" algn="l"/>
              </a:tabLst>
            </a:pPr>
            <a:r>
              <a:rPr dirty="0" sz="1400" b="1">
                <a:latin typeface="Courier New"/>
                <a:cs typeface="Courier New"/>
              </a:rPr>
              <a:t>uint</a:t>
            </a:r>
            <a:r>
              <a:rPr dirty="0" sz="1400" spc="-20" b="1">
                <a:latin typeface="Courier New"/>
                <a:cs typeface="Courier New"/>
              </a:rPr>
              <a:t> </a:t>
            </a:r>
            <a:r>
              <a:rPr dirty="0" sz="1400" spc="-10" b="1">
                <a:latin typeface="Courier New"/>
                <a:cs typeface="Courier New"/>
              </a:rPr>
              <a:t>locked;</a:t>
            </a:r>
            <a:r>
              <a:rPr dirty="0" sz="1400" b="1">
                <a:latin typeface="Courier New"/>
                <a:cs typeface="Courier New"/>
              </a:rPr>
              <a:t>	//</a:t>
            </a:r>
            <a:r>
              <a:rPr dirty="0" sz="1400" spc="-25" b="1">
                <a:latin typeface="Courier New"/>
                <a:cs typeface="Courier New"/>
              </a:rPr>
              <a:t> </a:t>
            </a:r>
            <a:r>
              <a:rPr dirty="0" sz="1400" b="1">
                <a:latin typeface="Courier New"/>
                <a:cs typeface="Courier New"/>
              </a:rPr>
              <a:t>Is</a:t>
            </a:r>
            <a:r>
              <a:rPr dirty="0" sz="1400" spc="-15" b="1">
                <a:latin typeface="Courier New"/>
                <a:cs typeface="Courier New"/>
              </a:rPr>
              <a:t> </a:t>
            </a:r>
            <a:r>
              <a:rPr dirty="0" sz="1400" b="1">
                <a:latin typeface="Courier New"/>
                <a:cs typeface="Courier New"/>
              </a:rPr>
              <a:t>the</a:t>
            </a:r>
            <a:r>
              <a:rPr dirty="0" sz="1400" spc="-15" b="1">
                <a:latin typeface="Courier New"/>
                <a:cs typeface="Courier New"/>
              </a:rPr>
              <a:t> </a:t>
            </a:r>
            <a:r>
              <a:rPr dirty="0" sz="1400" b="1">
                <a:latin typeface="Courier New"/>
                <a:cs typeface="Courier New"/>
              </a:rPr>
              <a:t>lock</a:t>
            </a:r>
            <a:r>
              <a:rPr dirty="0" sz="1400" spc="-10" b="1">
                <a:latin typeface="Courier New"/>
                <a:cs typeface="Courier New"/>
              </a:rPr>
              <a:t> held?</a:t>
            </a:r>
            <a:endParaRPr sz="1400">
              <a:latin typeface="Courier New"/>
              <a:cs typeface="Courier New"/>
            </a:endParaRPr>
          </a:p>
          <a:p>
            <a:pPr marL="192405">
              <a:lnSpc>
                <a:spcPct val="100000"/>
              </a:lnSpc>
            </a:pPr>
            <a:r>
              <a:rPr dirty="0" sz="1400" b="1">
                <a:latin typeface="Courier New"/>
                <a:cs typeface="Courier New"/>
              </a:rPr>
              <a:t>struct</a:t>
            </a:r>
            <a:r>
              <a:rPr dirty="0" sz="1400" spc="-30" b="1">
                <a:latin typeface="Courier New"/>
                <a:cs typeface="Courier New"/>
              </a:rPr>
              <a:t> </a:t>
            </a:r>
            <a:r>
              <a:rPr dirty="0" sz="1400" b="1">
                <a:latin typeface="Courier New"/>
                <a:cs typeface="Courier New"/>
              </a:rPr>
              <a:t>spinlock</a:t>
            </a:r>
            <a:r>
              <a:rPr dirty="0" sz="1400" spc="-30" b="1">
                <a:latin typeface="Courier New"/>
                <a:cs typeface="Courier New"/>
              </a:rPr>
              <a:t> </a:t>
            </a:r>
            <a:r>
              <a:rPr dirty="0" sz="1400" b="1">
                <a:latin typeface="Courier New"/>
                <a:cs typeface="Courier New"/>
              </a:rPr>
              <a:t>lk;</a:t>
            </a:r>
            <a:r>
              <a:rPr dirty="0" sz="1400" spc="-30" b="1">
                <a:latin typeface="Courier New"/>
                <a:cs typeface="Courier New"/>
              </a:rPr>
              <a:t> </a:t>
            </a:r>
            <a:r>
              <a:rPr dirty="0" sz="1400" b="1">
                <a:latin typeface="Courier New"/>
                <a:cs typeface="Courier New"/>
              </a:rPr>
              <a:t>//</a:t>
            </a:r>
            <a:r>
              <a:rPr dirty="0" sz="1400" spc="-25" b="1">
                <a:latin typeface="Courier New"/>
                <a:cs typeface="Courier New"/>
              </a:rPr>
              <a:t> </a:t>
            </a:r>
            <a:r>
              <a:rPr dirty="0" sz="1400" b="1">
                <a:latin typeface="Courier New"/>
                <a:cs typeface="Courier New"/>
              </a:rPr>
              <a:t>spinlock</a:t>
            </a:r>
            <a:r>
              <a:rPr dirty="0" sz="1400" spc="-30" b="1">
                <a:latin typeface="Courier New"/>
                <a:cs typeface="Courier New"/>
              </a:rPr>
              <a:t> </a:t>
            </a:r>
            <a:r>
              <a:rPr dirty="0" sz="1400" b="1">
                <a:latin typeface="Courier New"/>
                <a:cs typeface="Courier New"/>
              </a:rPr>
              <a:t>protecting</a:t>
            </a:r>
            <a:r>
              <a:rPr dirty="0" sz="1400" spc="-30" b="1">
                <a:latin typeface="Courier New"/>
                <a:cs typeface="Courier New"/>
              </a:rPr>
              <a:t> </a:t>
            </a:r>
            <a:r>
              <a:rPr dirty="0" sz="1400" b="1">
                <a:latin typeface="Courier New"/>
                <a:cs typeface="Courier New"/>
              </a:rPr>
              <a:t>this</a:t>
            </a:r>
            <a:r>
              <a:rPr dirty="0" sz="1400" spc="-30" b="1">
                <a:latin typeface="Courier New"/>
                <a:cs typeface="Courier New"/>
              </a:rPr>
              <a:t> </a:t>
            </a:r>
            <a:r>
              <a:rPr dirty="0" sz="1400" b="1">
                <a:latin typeface="Courier New"/>
                <a:cs typeface="Courier New"/>
              </a:rPr>
              <a:t>sleep</a:t>
            </a:r>
            <a:r>
              <a:rPr dirty="0" sz="1400" spc="-25" b="1">
                <a:latin typeface="Courier New"/>
                <a:cs typeface="Courier New"/>
              </a:rPr>
              <a:t> </a:t>
            </a:r>
            <a:r>
              <a:rPr dirty="0" sz="1400" spc="-20" b="1">
                <a:latin typeface="Courier New"/>
                <a:cs typeface="Courier New"/>
              </a:rPr>
              <a:t>lock</a:t>
            </a:r>
            <a:endParaRPr sz="1400">
              <a:latin typeface="Courier New"/>
              <a:cs typeface="Courier New"/>
            </a:endParaRPr>
          </a:p>
          <a:p>
            <a:pPr marL="85725">
              <a:lnSpc>
                <a:spcPct val="100000"/>
              </a:lnSpc>
            </a:pPr>
            <a:r>
              <a:rPr dirty="0" sz="1400" spc="-25" b="1">
                <a:latin typeface="Courier New"/>
                <a:cs typeface="Courier New"/>
              </a:rPr>
              <a:t>};</a:t>
            </a:r>
            <a:endParaRPr sz="1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0650">
              <a:lnSpc>
                <a:spcPct val="100000"/>
              </a:lnSpc>
              <a:spcBef>
                <a:spcPts val="140"/>
              </a:spcBef>
            </a:pPr>
            <a:r>
              <a:rPr dirty="0" spc="90"/>
              <a:t>Sleeplock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729450" y="1853850"/>
            <a:ext cx="7689215" cy="3201670"/>
          </a:xfrm>
          <a:prstGeom prst="rect">
            <a:avLst/>
          </a:prstGeom>
          <a:solidFill>
            <a:srgbClr val="E9EDEE"/>
          </a:solidFill>
          <a:ln w="9524">
            <a:solidFill>
              <a:srgbClr val="B7B7B7"/>
            </a:solidFill>
          </a:ln>
        </p:spPr>
        <p:txBody>
          <a:bodyPr wrap="square" lIns="0" tIns="78740" rIns="0" bIns="0" rtlCol="0" vert="horz">
            <a:spAutoFit/>
          </a:bodyPr>
          <a:lstStyle/>
          <a:p>
            <a:pPr marL="85725">
              <a:lnSpc>
                <a:spcPct val="100000"/>
              </a:lnSpc>
              <a:spcBef>
                <a:spcPts val="620"/>
              </a:spcBef>
            </a:pPr>
            <a:r>
              <a:rPr dirty="0" sz="1400" spc="-20" b="1">
                <a:latin typeface="Courier New"/>
                <a:cs typeface="Courier New"/>
              </a:rPr>
              <a:t>void</a:t>
            </a:r>
            <a:endParaRPr sz="1400">
              <a:latin typeface="Courier New"/>
              <a:cs typeface="Courier New"/>
            </a:endParaRPr>
          </a:p>
          <a:p>
            <a:pPr marL="85725">
              <a:lnSpc>
                <a:spcPct val="100000"/>
              </a:lnSpc>
            </a:pPr>
            <a:r>
              <a:rPr dirty="0" sz="1400" b="1">
                <a:latin typeface="Courier New"/>
                <a:cs typeface="Courier New"/>
              </a:rPr>
              <a:t>acquiresleep(struct</a:t>
            </a:r>
            <a:r>
              <a:rPr dirty="0" sz="1400" spc="-80" b="1">
                <a:latin typeface="Courier New"/>
                <a:cs typeface="Courier New"/>
              </a:rPr>
              <a:t> </a:t>
            </a:r>
            <a:r>
              <a:rPr dirty="0" sz="1400" b="1">
                <a:latin typeface="Courier New"/>
                <a:cs typeface="Courier New"/>
              </a:rPr>
              <a:t>sleeplock</a:t>
            </a:r>
            <a:r>
              <a:rPr dirty="0" sz="1400" spc="-70" b="1">
                <a:latin typeface="Courier New"/>
                <a:cs typeface="Courier New"/>
              </a:rPr>
              <a:t> </a:t>
            </a:r>
            <a:r>
              <a:rPr dirty="0" sz="1400" spc="-20" b="1">
                <a:latin typeface="Courier New"/>
                <a:cs typeface="Courier New"/>
              </a:rPr>
              <a:t>*lk)</a:t>
            </a:r>
            <a:endParaRPr sz="1400">
              <a:latin typeface="Courier New"/>
              <a:cs typeface="Courier New"/>
            </a:endParaRPr>
          </a:p>
          <a:p>
            <a:pPr marL="85725">
              <a:lnSpc>
                <a:spcPct val="100000"/>
              </a:lnSpc>
            </a:pPr>
            <a:r>
              <a:rPr dirty="0" sz="1400" spc="-50" b="1">
                <a:latin typeface="Courier New"/>
                <a:cs typeface="Courier New"/>
              </a:rPr>
              <a:t>{</a:t>
            </a:r>
            <a:endParaRPr sz="1400">
              <a:latin typeface="Courier New"/>
              <a:cs typeface="Courier New"/>
            </a:endParaRPr>
          </a:p>
          <a:p>
            <a:pPr marL="192405">
              <a:lnSpc>
                <a:spcPct val="100000"/>
              </a:lnSpc>
            </a:pPr>
            <a:r>
              <a:rPr dirty="0" sz="1400" spc="-10" b="1">
                <a:latin typeface="Courier New"/>
                <a:cs typeface="Courier New"/>
              </a:rPr>
              <a:t>acquire(&amp;lk-&gt;lk);</a:t>
            </a:r>
            <a:endParaRPr sz="14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400">
              <a:latin typeface="Courier New"/>
              <a:cs typeface="Courier New"/>
            </a:endParaRPr>
          </a:p>
          <a:p>
            <a:pPr marL="192405">
              <a:lnSpc>
                <a:spcPct val="100000"/>
              </a:lnSpc>
            </a:pPr>
            <a:r>
              <a:rPr dirty="0" sz="1400" b="1">
                <a:latin typeface="Courier New"/>
                <a:cs typeface="Courier New"/>
              </a:rPr>
              <a:t>while</a:t>
            </a:r>
            <a:r>
              <a:rPr dirty="0" sz="1400" spc="-35" b="1">
                <a:latin typeface="Courier New"/>
                <a:cs typeface="Courier New"/>
              </a:rPr>
              <a:t> </a:t>
            </a:r>
            <a:r>
              <a:rPr dirty="0" sz="1400" spc="-10" b="1">
                <a:latin typeface="Courier New"/>
                <a:cs typeface="Courier New"/>
              </a:rPr>
              <a:t>(lk-</a:t>
            </a:r>
            <a:r>
              <a:rPr dirty="0" sz="1400" b="1">
                <a:latin typeface="Courier New"/>
                <a:cs typeface="Courier New"/>
              </a:rPr>
              <a:t>&gt;locked)</a:t>
            </a:r>
            <a:r>
              <a:rPr dirty="0" sz="1400" spc="-20" b="1">
                <a:latin typeface="Courier New"/>
                <a:cs typeface="Courier New"/>
              </a:rPr>
              <a:t> </a:t>
            </a:r>
            <a:r>
              <a:rPr dirty="0" sz="1400" spc="-50" b="1">
                <a:latin typeface="Courier New"/>
                <a:cs typeface="Courier New"/>
              </a:rPr>
              <a:t>{</a:t>
            </a:r>
            <a:endParaRPr sz="1400">
              <a:latin typeface="Courier New"/>
              <a:cs typeface="Courier New"/>
            </a:endParaRPr>
          </a:p>
          <a:p>
            <a:pPr marL="405765">
              <a:lnSpc>
                <a:spcPct val="100000"/>
              </a:lnSpc>
            </a:pPr>
            <a:r>
              <a:rPr dirty="0" sz="1400">
                <a:latin typeface="Courier New"/>
                <a:cs typeface="Courier New"/>
              </a:rPr>
              <a:t>//</a:t>
            </a:r>
            <a:r>
              <a:rPr dirty="0" sz="1400" spc="-35">
                <a:latin typeface="Courier New"/>
                <a:cs typeface="Courier New"/>
              </a:rPr>
              <a:t> </a:t>
            </a:r>
            <a:r>
              <a:rPr dirty="0" sz="1400">
                <a:latin typeface="Courier New"/>
                <a:cs typeface="Courier New"/>
              </a:rPr>
              <a:t>Atomically</a:t>
            </a:r>
            <a:r>
              <a:rPr dirty="0" sz="1400" spc="-25">
                <a:latin typeface="Courier New"/>
                <a:cs typeface="Courier New"/>
              </a:rPr>
              <a:t> </a:t>
            </a:r>
            <a:r>
              <a:rPr dirty="0" sz="1400">
                <a:latin typeface="Courier New"/>
                <a:cs typeface="Courier New"/>
              </a:rPr>
              <a:t>release</a:t>
            </a:r>
            <a:r>
              <a:rPr dirty="0" sz="1400" spc="-25">
                <a:latin typeface="Courier New"/>
                <a:cs typeface="Courier New"/>
              </a:rPr>
              <a:t> </a:t>
            </a:r>
            <a:r>
              <a:rPr dirty="0" sz="1400">
                <a:latin typeface="Courier New"/>
                <a:cs typeface="Courier New"/>
              </a:rPr>
              <a:t>lock</a:t>
            </a:r>
            <a:r>
              <a:rPr dirty="0" sz="1400" spc="-20">
                <a:latin typeface="Courier New"/>
                <a:cs typeface="Courier New"/>
              </a:rPr>
              <a:t> </a:t>
            </a:r>
            <a:r>
              <a:rPr dirty="0" sz="1400">
                <a:latin typeface="Courier New"/>
                <a:cs typeface="Courier New"/>
              </a:rPr>
              <a:t>and</a:t>
            </a:r>
            <a:r>
              <a:rPr dirty="0" sz="1400" spc="-25">
                <a:latin typeface="Courier New"/>
                <a:cs typeface="Courier New"/>
              </a:rPr>
              <a:t> </a:t>
            </a:r>
            <a:r>
              <a:rPr dirty="0" sz="1400">
                <a:latin typeface="Courier New"/>
                <a:cs typeface="Courier New"/>
              </a:rPr>
              <a:t>sleep</a:t>
            </a:r>
            <a:r>
              <a:rPr dirty="0" sz="1400" spc="-25">
                <a:latin typeface="Courier New"/>
                <a:cs typeface="Courier New"/>
              </a:rPr>
              <a:t> </a:t>
            </a:r>
            <a:r>
              <a:rPr dirty="0" sz="1400">
                <a:latin typeface="Courier New"/>
                <a:cs typeface="Courier New"/>
              </a:rPr>
              <a:t>on</a:t>
            </a:r>
            <a:r>
              <a:rPr dirty="0" sz="1400" spc="-20">
                <a:latin typeface="Courier New"/>
                <a:cs typeface="Courier New"/>
              </a:rPr>
              <a:t> </a:t>
            </a:r>
            <a:r>
              <a:rPr dirty="0" sz="1400" spc="-10">
                <a:latin typeface="Courier New"/>
                <a:cs typeface="Courier New"/>
              </a:rPr>
              <a:t>chan.</a:t>
            </a:r>
            <a:endParaRPr sz="1400">
              <a:latin typeface="Courier New"/>
              <a:cs typeface="Courier New"/>
            </a:endParaRPr>
          </a:p>
          <a:p>
            <a:pPr marL="405765">
              <a:lnSpc>
                <a:spcPct val="100000"/>
              </a:lnSpc>
            </a:pPr>
            <a:r>
              <a:rPr dirty="0" sz="1400">
                <a:latin typeface="Courier New"/>
                <a:cs typeface="Courier New"/>
              </a:rPr>
              <a:t>//</a:t>
            </a:r>
            <a:r>
              <a:rPr dirty="0" sz="1400" spc="-25">
                <a:latin typeface="Courier New"/>
                <a:cs typeface="Courier New"/>
              </a:rPr>
              <a:t> </a:t>
            </a:r>
            <a:r>
              <a:rPr dirty="0" sz="1400">
                <a:latin typeface="Courier New"/>
                <a:cs typeface="Courier New"/>
              </a:rPr>
              <a:t>Reacquires</a:t>
            </a:r>
            <a:r>
              <a:rPr dirty="0" sz="1400" spc="-25">
                <a:latin typeface="Courier New"/>
                <a:cs typeface="Courier New"/>
              </a:rPr>
              <a:t> </a:t>
            </a:r>
            <a:r>
              <a:rPr dirty="0" sz="1400">
                <a:latin typeface="Courier New"/>
                <a:cs typeface="Courier New"/>
              </a:rPr>
              <a:t>lock</a:t>
            </a:r>
            <a:r>
              <a:rPr dirty="0" sz="1400" spc="-25">
                <a:latin typeface="Courier New"/>
                <a:cs typeface="Courier New"/>
              </a:rPr>
              <a:t> </a:t>
            </a:r>
            <a:r>
              <a:rPr dirty="0" sz="1400">
                <a:latin typeface="Courier New"/>
                <a:cs typeface="Courier New"/>
              </a:rPr>
              <a:t>when</a:t>
            </a:r>
            <a:r>
              <a:rPr dirty="0" sz="1400" spc="-25">
                <a:latin typeface="Courier New"/>
                <a:cs typeface="Courier New"/>
              </a:rPr>
              <a:t> </a:t>
            </a:r>
            <a:r>
              <a:rPr dirty="0" sz="1400" spc="-10">
                <a:latin typeface="Courier New"/>
                <a:cs typeface="Courier New"/>
              </a:rPr>
              <a:t>awakened.</a:t>
            </a:r>
            <a:endParaRPr sz="1400">
              <a:latin typeface="Courier New"/>
              <a:cs typeface="Courier New"/>
            </a:endParaRPr>
          </a:p>
          <a:p>
            <a:pPr marL="405765">
              <a:lnSpc>
                <a:spcPct val="100000"/>
              </a:lnSpc>
            </a:pPr>
            <a:r>
              <a:rPr dirty="0" sz="1400" b="1">
                <a:latin typeface="Courier New"/>
                <a:cs typeface="Courier New"/>
              </a:rPr>
              <a:t>sleep(lk,</a:t>
            </a:r>
            <a:r>
              <a:rPr dirty="0" sz="1400" spc="-25" b="1">
                <a:latin typeface="Courier New"/>
                <a:cs typeface="Courier New"/>
              </a:rPr>
              <a:t> </a:t>
            </a:r>
            <a:r>
              <a:rPr dirty="0" sz="1400" spc="-10" b="1">
                <a:latin typeface="Courier New"/>
                <a:cs typeface="Courier New"/>
              </a:rPr>
              <a:t>&amp;lk-&gt;lk);</a:t>
            </a:r>
            <a:endParaRPr sz="1400">
              <a:latin typeface="Courier New"/>
              <a:cs typeface="Courier New"/>
            </a:endParaRPr>
          </a:p>
          <a:p>
            <a:pPr marL="192405">
              <a:lnSpc>
                <a:spcPct val="100000"/>
              </a:lnSpc>
            </a:pPr>
            <a:r>
              <a:rPr dirty="0" sz="1400" spc="-50" b="1">
                <a:latin typeface="Courier New"/>
                <a:cs typeface="Courier New"/>
              </a:rPr>
              <a:t>}</a:t>
            </a:r>
            <a:endParaRPr sz="1400">
              <a:latin typeface="Courier New"/>
              <a:cs typeface="Courier New"/>
            </a:endParaRPr>
          </a:p>
          <a:p>
            <a:pPr marL="192405">
              <a:lnSpc>
                <a:spcPct val="100000"/>
              </a:lnSpc>
            </a:pPr>
            <a:r>
              <a:rPr dirty="0" sz="1400" spc="-10" b="1">
                <a:latin typeface="Courier New"/>
                <a:cs typeface="Courier New"/>
              </a:rPr>
              <a:t>lk-</a:t>
            </a:r>
            <a:r>
              <a:rPr dirty="0" sz="1400" b="1">
                <a:latin typeface="Courier New"/>
                <a:cs typeface="Courier New"/>
              </a:rPr>
              <a:t>&gt;locked</a:t>
            </a:r>
            <a:r>
              <a:rPr dirty="0" sz="1400" spc="-15" b="1">
                <a:latin typeface="Courier New"/>
                <a:cs typeface="Courier New"/>
              </a:rPr>
              <a:t> </a:t>
            </a:r>
            <a:r>
              <a:rPr dirty="0" sz="1400" b="1">
                <a:latin typeface="Courier New"/>
                <a:cs typeface="Courier New"/>
              </a:rPr>
              <a:t>=</a:t>
            </a:r>
            <a:r>
              <a:rPr dirty="0" sz="1400" spc="-10" b="1">
                <a:latin typeface="Courier New"/>
                <a:cs typeface="Courier New"/>
              </a:rPr>
              <a:t> </a:t>
            </a:r>
            <a:r>
              <a:rPr dirty="0" sz="1400" spc="-25" b="1">
                <a:latin typeface="Courier New"/>
                <a:cs typeface="Courier New"/>
              </a:rPr>
              <a:t>1;</a:t>
            </a:r>
            <a:endParaRPr sz="14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1400">
              <a:latin typeface="Courier New"/>
              <a:cs typeface="Courier New"/>
            </a:endParaRPr>
          </a:p>
          <a:p>
            <a:pPr marL="192405">
              <a:lnSpc>
                <a:spcPct val="100000"/>
              </a:lnSpc>
            </a:pPr>
            <a:r>
              <a:rPr dirty="0" sz="1400" spc="-10" b="1">
                <a:latin typeface="Courier New"/>
                <a:cs typeface="Courier New"/>
              </a:rPr>
              <a:t>release(&amp;lk-&gt;lk);</a:t>
            </a:r>
            <a:endParaRPr sz="1400">
              <a:latin typeface="Courier New"/>
              <a:cs typeface="Courier New"/>
            </a:endParaRPr>
          </a:p>
          <a:p>
            <a:pPr marL="85725">
              <a:lnSpc>
                <a:spcPct val="100000"/>
              </a:lnSpc>
            </a:pPr>
            <a:r>
              <a:rPr dirty="0" sz="1400" spc="-50" b="1">
                <a:latin typeface="Courier New"/>
                <a:cs typeface="Courier New"/>
              </a:rPr>
              <a:t>}</a:t>
            </a:r>
            <a:endParaRPr sz="1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0650">
              <a:lnSpc>
                <a:spcPct val="100000"/>
              </a:lnSpc>
              <a:spcBef>
                <a:spcPts val="140"/>
              </a:spcBef>
            </a:pPr>
            <a:r>
              <a:rPr dirty="0" spc="90"/>
              <a:t>Sleeplock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729450" y="1853850"/>
            <a:ext cx="7689215" cy="2555240"/>
          </a:xfrm>
          <a:prstGeom prst="rect">
            <a:avLst/>
          </a:prstGeom>
          <a:solidFill>
            <a:srgbClr val="E9EDEE"/>
          </a:solidFill>
          <a:ln w="9524">
            <a:solidFill>
              <a:srgbClr val="B7B7B7"/>
            </a:solidFill>
          </a:ln>
        </p:spPr>
        <p:txBody>
          <a:bodyPr wrap="square" lIns="0" tIns="78740" rIns="0" bIns="0" rtlCol="0" vert="horz">
            <a:spAutoFit/>
          </a:bodyPr>
          <a:lstStyle/>
          <a:p>
            <a:pPr marL="85725">
              <a:lnSpc>
                <a:spcPct val="100000"/>
              </a:lnSpc>
              <a:spcBef>
                <a:spcPts val="620"/>
              </a:spcBef>
            </a:pPr>
            <a:r>
              <a:rPr dirty="0" sz="1400" spc="-20" b="1">
                <a:latin typeface="Courier New"/>
                <a:cs typeface="Courier New"/>
              </a:rPr>
              <a:t>void</a:t>
            </a:r>
            <a:endParaRPr sz="1400">
              <a:latin typeface="Courier New"/>
              <a:cs typeface="Courier New"/>
            </a:endParaRPr>
          </a:p>
          <a:p>
            <a:pPr marL="85725">
              <a:lnSpc>
                <a:spcPct val="100000"/>
              </a:lnSpc>
            </a:pPr>
            <a:r>
              <a:rPr dirty="0" sz="1400" b="1">
                <a:latin typeface="Courier New"/>
                <a:cs typeface="Courier New"/>
              </a:rPr>
              <a:t>releasesleep(struct</a:t>
            </a:r>
            <a:r>
              <a:rPr dirty="0" sz="1400" spc="-80" b="1">
                <a:latin typeface="Courier New"/>
                <a:cs typeface="Courier New"/>
              </a:rPr>
              <a:t> </a:t>
            </a:r>
            <a:r>
              <a:rPr dirty="0" sz="1400" b="1">
                <a:latin typeface="Courier New"/>
                <a:cs typeface="Courier New"/>
              </a:rPr>
              <a:t>sleeplock</a:t>
            </a:r>
            <a:r>
              <a:rPr dirty="0" sz="1400" spc="-70" b="1">
                <a:latin typeface="Courier New"/>
                <a:cs typeface="Courier New"/>
              </a:rPr>
              <a:t> </a:t>
            </a:r>
            <a:r>
              <a:rPr dirty="0" sz="1400" spc="-20" b="1">
                <a:latin typeface="Courier New"/>
                <a:cs typeface="Courier New"/>
              </a:rPr>
              <a:t>*lk)</a:t>
            </a:r>
            <a:endParaRPr sz="1400">
              <a:latin typeface="Courier New"/>
              <a:cs typeface="Courier New"/>
            </a:endParaRPr>
          </a:p>
          <a:p>
            <a:pPr marL="85725">
              <a:lnSpc>
                <a:spcPct val="100000"/>
              </a:lnSpc>
            </a:pPr>
            <a:r>
              <a:rPr dirty="0" sz="1400" spc="-50" b="1">
                <a:latin typeface="Courier New"/>
                <a:cs typeface="Courier New"/>
              </a:rPr>
              <a:t>{</a:t>
            </a:r>
            <a:endParaRPr sz="1400">
              <a:latin typeface="Courier New"/>
              <a:cs typeface="Courier New"/>
            </a:endParaRPr>
          </a:p>
          <a:p>
            <a:pPr marL="192405">
              <a:lnSpc>
                <a:spcPct val="100000"/>
              </a:lnSpc>
            </a:pPr>
            <a:r>
              <a:rPr dirty="0" sz="1400" spc="-10" b="1">
                <a:latin typeface="Courier New"/>
                <a:cs typeface="Courier New"/>
              </a:rPr>
              <a:t>acquire(&amp;lk-&gt;lk);</a:t>
            </a:r>
            <a:endParaRPr sz="14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400">
              <a:latin typeface="Courier New"/>
              <a:cs typeface="Courier New"/>
            </a:endParaRPr>
          </a:p>
          <a:p>
            <a:pPr marL="192405">
              <a:lnSpc>
                <a:spcPct val="100000"/>
              </a:lnSpc>
            </a:pPr>
            <a:r>
              <a:rPr dirty="0" sz="1400" spc="-10" b="1">
                <a:latin typeface="Courier New"/>
                <a:cs typeface="Courier New"/>
              </a:rPr>
              <a:t>lk-</a:t>
            </a:r>
            <a:r>
              <a:rPr dirty="0" sz="1400" b="1">
                <a:latin typeface="Courier New"/>
                <a:cs typeface="Courier New"/>
              </a:rPr>
              <a:t>&gt;locked</a:t>
            </a:r>
            <a:r>
              <a:rPr dirty="0" sz="1400" spc="-15" b="1">
                <a:latin typeface="Courier New"/>
                <a:cs typeface="Courier New"/>
              </a:rPr>
              <a:t> </a:t>
            </a:r>
            <a:r>
              <a:rPr dirty="0" sz="1400" b="1">
                <a:latin typeface="Courier New"/>
                <a:cs typeface="Courier New"/>
              </a:rPr>
              <a:t>=</a:t>
            </a:r>
            <a:r>
              <a:rPr dirty="0" sz="1400" spc="-10" b="1">
                <a:latin typeface="Courier New"/>
                <a:cs typeface="Courier New"/>
              </a:rPr>
              <a:t> </a:t>
            </a:r>
            <a:r>
              <a:rPr dirty="0" sz="1400" spc="-25" b="1">
                <a:latin typeface="Courier New"/>
                <a:cs typeface="Courier New"/>
              </a:rPr>
              <a:t>0;</a:t>
            </a:r>
            <a:endParaRPr sz="1400">
              <a:latin typeface="Courier New"/>
              <a:cs typeface="Courier New"/>
            </a:endParaRPr>
          </a:p>
          <a:p>
            <a:pPr marL="192405">
              <a:lnSpc>
                <a:spcPct val="100000"/>
              </a:lnSpc>
            </a:pPr>
            <a:r>
              <a:rPr dirty="0" sz="1400">
                <a:latin typeface="Courier New"/>
                <a:cs typeface="Courier New"/>
              </a:rPr>
              <a:t>//</a:t>
            </a:r>
            <a:r>
              <a:rPr dirty="0" sz="1400" spc="-35">
                <a:latin typeface="Courier New"/>
                <a:cs typeface="Courier New"/>
              </a:rPr>
              <a:t> </a:t>
            </a:r>
            <a:r>
              <a:rPr dirty="0" sz="1400">
                <a:latin typeface="Courier New"/>
                <a:cs typeface="Courier New"/>
              </a:rPr>
              <a:t>Wake</a:t>
            </a:r>
            <a:r>
              <a:rPr dirty="0" sz="1400" spc="-20">
                <a:latin typeface="Courier New"/>
                <a:cs typeface="Courier New"/>
              </a:rPr>
              <a:t> </a:t>
            </a:r>
            <a:r>
              <a:rPr dirty="0" sz="1400">
                <a:latin typeface="Courier New"/>
                <a:cs typeface="Courier New"/>
              </a:rPr>
              <a:t>up</a:t>
            </a:r>
            <a:r>
              <a:rPr dirty="0" sz="1400" spc="-20">
                <a:latin typeface="Courier New"/>
                <a:cs typeface="Courier New"/>
              </a:rPr>
              <a:t> </a:t>
            </a:r>
            <a:r>
              <a:rPr dirty="0" sz="1400">
                <a:latin typeface="Courier New"/>
                <a:cs typeface="Courier New"/>
              </a:rPr>
              <a:t>all</a:t>
            </a:r>
            <a:r>
              <a:rPr dirty="0" sz="1400" spc="-25">
                <a:latin typeface="Courier New"/>
                <a:cs typeface="Courier New"/>
              </a:rPr>
              <a:t> </a:t>
            </a:r>
            <a:r>
              <a:rPr dirty="0" sz="1400">
                <a:latin typeface="Courier New"/>
                <a:cs typeface="Courier New"/>
              </a:rPr>
              <a:t>processes</a:t>
            </a:r>
            <a:r>
              <a:rPr dirty="0" sz="1400" spc="-20">
                <a:latin typeface="Courier New"/>
                <a:cs typeface="Courier New"/>
              </a:rPr>
              <a:t> </a:t>
            </a:r>
            <a:r>
              <a:rPr dirty="0" sz="1400">
                <a:latin typeface="Courier New"/>
                <a:cs typeface="Courier New"/>
              </a:rPr>
              <a:t>sleeping</a:t>
            </a:r>
            <a:r>
              <a:rPr dirty="0" sz="1400" spc="-20">
                <a:latin typeface="Courier New"/>
                <a:cs typeface="Courier New"/>
              </a:rPr>
              <a:t> </a:t>
            </a:r>
            <a:r>
              <a:rPr dirty="0" sz="1400">
                <a:latin typeface="Courier New"/>
                <a:cs typeface="Courier New"/>
              </a:rPr>
              <a:t>on</a:t>
            </a:r>
            <a:r>
              <a:rPr dirty="0" sz="1400" spc="-20">
                <a:latin typeface="Courier New"/>
                <a:cs typeface="Courier New"/>
              </a:rPr>
              <a:t> </a:t>
            </a:r>
            <a:r>
              <a:rPr dirty="0" sz="1400" spc="-10">
                <a:latin typeface="Courier New"/>
                <a:cs typeface="Courier New"/>
              </a:rPr>
              <a:t>chan.</a:t>
            </a:r>
            <a:endParaRPr sz="1400">
              <a:latin typeface="Courier New"/>
              <a:cs typeface="Courier New"/>
            </a:endParaRPr>
          </a:p>
          <a:p>
            <a:pPr marL="192405">
              <a:lnSpc>
                <a:spcPct val="100000"/>
              </a:lnSpc>
            </a:pPr>
            <a:r>
              <a:rPr dirty="0" sz="1400" spc="-10" b="1">
                <a:latin typeface="Courier New"/>
                <a:cs typeface="Courier New"/>
              </a:rPr>
              <a:t>wakeup(lk);</a:t>
            </a:r>
            <a:endParaRPr sz="14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1400">
              <a:latin typeface="Courier New"/>
              <a:cs typeface="Courier New"/>
            </a:endParaRPr>
          </a:p>
          <a:p>
            <a:pPr marL="192405">
              <a:lnSpc>
                <a:spcPct val="100000"/>
              </a:lnSpc>
            </a:pPr>
            <a:r>
              <a:rPr dirty="0" sz="1400" spc="-10" b="1">
                <a:latin typeface="Courier New"/>
                <a:cs typeface="Courier New"/>
              </a:rPr>
              <a:t>release(&amp;lk-&gt;lk);</a:t>
            </a:r>
            <a:endParaRPr sz="1400">
              <a:latin typeface="Courier New"/>
              <a:cs typeface="Courier New"/>
            </a:endParaRPr>
          </a:p>
          <a:p>
            <a:pPr marL="85725">
              <a:lnSpc>
                <a:spcPct val="100000"/>
              </a:lnSpc>
            </a:pPr>
            <a:r>
              <a:rPr dirty="0" sz="1400" spc="-50" b="1">
                <a:latin typeface="Courier New"/>
                <a:cs typeface="Courier New"/>
              </a:rPr>
              <a:t>}</a:t>
            </a:r>
            <a:endParaRPr sz="1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9144000" cy="488315"/>
          </a:xfrm>
          <a:custGeom>
            <a:avLst/>
            <a:gdLst/>
            <a:ahLst/>
            <a:cxnLst/>
            <a:rect l="l" t="t" r="r" b="b"/>
            <a:pathLst>
              <a:path w="9144000" h="488315">
                <a:moveTo>
                  <a:pt x="9143999" y="487799"/>
                </a:moveTo>
                <a:lnTo>
                  <a:pt x="0" y="4877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487799"/>
                </a:lnTo>
                <a:close/>
              </a:path>
            </a:pathLst>
          </a:custGeom>
          <a:solidFill>
            <a:srgbClr val="E9EDEE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830391" y="1191255"/>
            <a:ext cx="746125" cy="46355"/>
            <a:chOff x="830391" y="1191255"/>
            <a:chExt cx="746125" cy="46355"/>
          </a:xfrm>
        </p:grpSpPr>
        <p:sp>
          <p:nvSpPr>
            <p:cNvPr id="4" name="object 4" descr=""/>
            <p:cNvSpPr/>
            <p:nvPr/>
          </p:nvSpPr>
          <p:spPr>
            <a:xfrm>
              <a:off x="1203295" y="1191255"/>
              <a:ext cx="373380" cy="46355"/>
            </a:xfrm>
            <a:custGeom>
              <a:avLst/>
              <a:gdLst/>
              <a:ahLst/>
              <a:cxnLst/>
              <a:rect l="l" t="t" r="r" b="b"/>
              <a:pathLst>
                <a:path w="373380" h="46355">
                  <a:moveTo>
                    <a:pt x="372859" y="45826"/>
                  </a:moveTo>
                  <a:lnTo>
                    <a:pt x="0" y="45826"/>
                  </a:lnTo>
                  <a:lnTo>
                    <a:pt x="0" y="0"/>
                  </a:lnTo>
                  <a:lnTo>
                    <a:pt x="372859" y="0"/>
                  </a:lnTo>
                  <a:lnTo>
                    <a:pt x="372859" y="45826"/>
                  </a:lnTo>
                  <a:close/>
                </a:path>
              </a:pathLst>
            </a:custGeom>
            <a:solidFill>
              <a:srgbClr val="EB55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830391" y="1191255"/>
              <a:ext cx="376555" cy="46355"/>
            </a:xfrm>
            <a:custGeom>
              <a:avLst/>
              <a:gdLst/>
              <a:ahLst/>
              <a:cxnLst/>
              <a:rect l="l" t="t" r="r" b="b"/>
              <a:pathLst>
                <a:path w="376555" h="46355">
                  <a:moveTo>
                    <a:pt x="376012" y="45826"/>
                  </a:moveTo>
                  <a:lnTo>
                    <a:pt x="0" y="45826"/>
                  </a:lnTo>
                  <a:lnTo>
                    <a:pt x="0" y="0"/>
                  </a:lnTo>
                  <a:lnTo>
                    <a:pt x="376012" y="0"/>
                  </a:lnTo>
                  <a:lnTo>
                    <a:pt x="376012" y="45826"/>
                  </a:lnTo>
                  <a:close/>
                </a:path>
              </a:pathLst>
            </a:custGeom>
            <a:solidFill>
              <a:srgbClr val="1A998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0650">
              <a:lnSpc>
                <a:spcPct val="100000"/>
              </a:lnSpc>
              <a:spcBef>
                <a:spcPts val="140"/>
              </a:spcBef>
            </a:pPr>
            <a:r>
              <a:rPr dirty="0" spc="100"/>
              <a:t>Deadlock</a:t>
            </a:r>
          </a:p>
        </p:txBody>
      </p: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75850" y="1676550"/>
            <a:ext cx="3464317" cy="2984850"/>
          </a:xfrm>
          <a:prstGeom prst="rect">
            <a:avLst/>
          </a:prstGeom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0650">
              <a:lnSpc>
                <a:spcPct val="100000"/>
              </a:lnSpc>
              <a:spcBef>
                <a:spcPts val="140"/>
              </a:spcBef>
            </a:pPr>
            <a:r>
              <a:rPr dirty="0" spc="100"/>
              <a:t>Deadlock</a:t>
            </a:r>
          </a:p>
        </p:txBody>
      </p:sp>
      <p:sp>
        <p:nvSpPr>
          <p:cNvPr id="3" name="object 3" descr=""/>
          <p:cNvSpPr/>
          <p:nvPr/>
        </p:nvSpPr>
        <p:spPr>
          <a:xfrm>
            <a:off x="890225" y="2153124"/>
            <a:ext cx="3099435" cy="2124075"/>
          </a:xfrm>
          <a:custGeom>
            <a:avLst/>
            <a:gdLst/>
            <a:ahLst/>
            <a:cxnLst/>
            <a:rect l="l" t="t" r="r" b="b"/>
            <a:pathLst>
              <a:path w="3099435" h="2124075">
                <a:moveTo>
                  <a:pt x="3099299" y="2123999"/>
                </a:moveTo>
                <a:lnTo>
                  <a:pt x="0" y="2123999"/>
                </a:lnTo>
                <a:lnTo>
                  <a:pt x="0" y="0"/>
                </a:lnTo>
                <a:lnTo>
                  <a:pt x="3099299" y="0"/>
                </a:lnTo>
                <a:lnTo>
                  <a:pt x="3099299" y="2123999"/>
                </a:lnTo>
                <a:close/>
              </a:path>
            </a:pathLst>
          </a:custGeom>
          <a:solidFill>
            <a:srgbClr val="E9EDE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963250" y="2217006"/>
            <a:ext cx="92011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Thread</a:t>
            </a:r>
            <a:r>
              <a:rPr dirty="0" sz="1800" spc="-2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60">
                <a:solidFill>
                  <a:srgbClr val="595959"/>
                </a:solidFill>
                <a:latin typeface="Tahoma"/>
                <a:cs typeface="Tahoma"/>
              </a:rPr>
              <a:t>1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963250" y="2765646"/>
            <a:ext cx="1808480" cy="1397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82804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solidFill>
                  <a:srgbClr val="595959"/>
                </a:solidFill>
                <a:latin typeface="Courier New"/>
                <a:cs typeface="Courier New"/>
              </a:rPr>
              <a:t>lock(a) lock(b)</a:t>
            </a:r>
            <a:endParaRPr sz="1800">
              <a:latin typeface="Courier New"/>
              <a:cs typeface="Courier New"/>
            </a:endParaRPr>
          </a:p>
          <a:p>
            <a:pPr marL="12700" marR="5080">
              <a:lnSpc>
                <a:spcPct val="100000"/>
              </a:lnSpc>
            </a:pPr>
            <a:r>
              <a:rPr dirty="0" sz="1800" b="1">
                <a:solidFill>
                  <a:srgbClr val="595959"/>
                </a:solidFill>
                <a:latin typeface="Courier New"/>
                <a:cs typeface="Courier New"/>
              </a:rPr>
              <a:t>..</a:t>
            </a:r>
            <a:r>
              <a:rPr dirty="0" sz="1800" spc="-20" b="1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595959"/>
                </a:solidFill>
                <a:latin typeface="Courier New"/>
                <a:cs typeface="Courier New"/>
              </a:rPr>
              <a:t>hacer</a:t>
            </a:r>
            <a:r>
              <a:rPr dirty="0" sz="1800" spc="-15" b="1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1800" spc="-20" b="1">
                <a:solidFill>
                  <a:srgbClr val="595959"/>
                </a:solidFill>
                <a:latin typeface="Courier New"/>
                <a:cs typeface="Courier New"/>
              </a:rPr>
              <a:t>algo </a:t>
            </a:r>
            <a:r>
              <a:rPr dirty="0" sz="1800" spc="-10" b="1">
                <a:solidFill>
                  <a:srgbClr val="595959"/>
                </a:solidFill>
                <a:latin typeface="Courier New"/>
                <a:cs typeface="Courier New"/>
              </a:rPr>
              <a:t>unlock(b) unlock(a)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5318850" y="2153124"/>
            <a:ext cx="3099435" cy="2124075"/>
          </a:xfrm>
          <a:custGeom>
            <a:avLst/>
            <a:gdLst/>
            <a:ahLst/>
            <a:cxnLst/>
            <a:rect l="l" t="t" r="r" b="b"/>
            <a:pathLst>
              <a:path w="3099434" h="2124075">
                <a:moveTo>
                  <a:pt x="3099299" y="2123999"/>
                </a:moveTo>
                <a:lnTo>
                  <a:pt x="0" y="2123999"/>
                </a:lnTo>
                <a:lnTo>
                  <a:pt x="0" y="0"/>
                </a:lnTo>
                <a:lnTo>
                  <a:pt x="3099299" y="0"/>
                </a:lnTo>
                <a:lnTo>
                  <a:pt x="3099299" y="2123999"/>
                </a:lnTo>
                <a:close/>
              </a:path>
            </a:pathLst>
          </a:custGeom>
          <a:solidFill>
            <a:srgbClr val="E9EDE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5391874" y="2217006"/>
            <a:ext cx="92011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Thread</a:t>
            </a:r>
            <a:r>
              <a:rPr dirty="0" sz="1800" spc="-2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60">
                <a:solidFill>
                  <a:srgbClr val="595959"/>
                </a:solidFill>
                <a:latin typeface="Tahoma"/>
                <a:cs typeface="Tahoma"/>
              </a:rPr>
              <a:t>2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5391874" y="2765646"/>
            <a:ext cx="1808480" cy="1397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82804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solidFill>
                  <a:srgbClr val="595959"/>
                </a:solidFill>
                <a:latin typeface="Courier New"/>
                <a:cs typeface="Courier New"/>
              </a:rPr>
              <a:t>lock(b) lock(a)</a:t>
            </a:r>
            <a:endParaRPr sz="1800">
              <a:latin typeface="Courier New"/>
              <a:cs typeface="Courier New"/>
            </a:endParaRPr>
          </a:p>
          <a:p>
            <a:pPr marL="12700" marR="5080">
              <a:lnSpc>
                <a:spcPct val="100000"/>
              </a:lnSpc>
            </a:pPr>
            <a:r>
              <a:rPr dirty="0" sz="1800" b="1">
                <a:solidFill>
                  <a:srgbClr val="595959"/>
                </a:solidFill>
                <a:latin typeface="Courier New"/>
                <a:cs typeface="Courier New"/>
              </a:rPr>
              <a:t>..</a:t>
            </a:r>
            <a:r>
              <a:rPr dirty="0" sz="1800" spc="-20" b="1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595959"/>
                </a:solidFill>
                <a:latin typeface="Courier New"/>
                <a:cs typeface="Courier New"/>
              </a:rPr>
              <a:t>hacer</a:t>
            </a:r>
            <a:r>
              <a:rPr dirty="0" sz="1800" spc="-15" b="1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1800" spc="-20" b="1">
                <a:solidFill>
                  <a:srgbClr val="595959"/>
                </a:solidFill>
                <a:latin typeface="Courier New"/>
                <a:cs typeface="Courier New"/>
              </a:rPr>
              <a:t>algo </a:t>
            </a:r>
            <a:r>
              <a:rPr dirty="0" sz="1800" spc="-10" b="1">
                <a:solidFill>
                  <a:srgbClr val="595959"/>
                </a:solidFill>
                <a:latin typeface="Courier New"/>
                <a:cs typeface="Courier New"/>
              </a:rPr>
              <a:t>unlock(b) unlock(a)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9" name="object 9" descr=""/>
          <p:cNvSpPr/>
          <p:nvPr/>
        </p:nvSpPr>
        <p:spPr>
          <a:xfrm>
            <a:off x="2285850" y="2934324"/>
            <a:ext cx="3088640" cy="340995"/>
          </a:xfrm>
          <a:custGeom>
            <a:avLst/>
            <a:gdLst/>
            <a:ahLst/>
            <a:cxnLst/>
            <a:rect l="l" t="t" r="r" b="b"/>
            <a:pathLst>
              <a:path w="3088640" h="340995">
                <a:moveTo>
                  <a:pt x="0" y="0"/>
                </a:moveTo>
                <a:lnTo>
                  <a:pt x="3032999" y="280799"/>
                </a:lnTo>
              </a:path>
              <a:path w="3088640" h="340995">
                <a:moveTo>
                  <a:pt x="33124" y="340799"/>
                </a:moveTo>
                <a:lnTo>
                  <a:pt x="3088324" y="0"/>
                </a:lnTo>
              </a:path>
            </a:pathLst>
          </a:custGeom>
          <a:ln w="9524">
            <a:solidFill>
              <a:srgbClr val="1A1A1A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0650">
              <a:lnSpc>
                <a:spcPct val="100000"/>
              </a:lnSpc>
              <a:spcBef>
                <a:spcPts val="140"/>
              </a:spcBef>
            </a:pPr>
            <a:r>
              <a:rPr dirty="0" spc="100"/>
              <a:t>Deadlock</a:t>
            </a:r>
          </a:p>
        </p:txBody>
      </p:sp>
      <p:graphicFrame>
        <p:nvGraphicFramePr>
          <p:cNvPr id="3" name="object 3" descr=""/>
          <p:cNvGraphicFramePr>
            <a:graphicFrameLocks noGrp="1"/>
          </p:cNvGraphicFramePr>
          <p:nvPr/>
        </p:nvGraphicFramePr>
        <p:xfrm>
          <a:off x="890225" y="2153124"/>
          <a:ext cx="7604125" cy="21215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20165"/>
                <a:gridCol w="1779270"/>
                <a:gridCol w="1329689"/>
                <a:gridCol w="3099434"/>
              </a:tblGrid>
              <a:tr h="508634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dirty="0" sz="1800">
                          <a:solidFill>
                            <a:srgbClr val="595959"/>
                          </a:solidFill>
                          <a:latin typeface="Tahoma"/>
                          <a:cs typeface="Tahoma"/>
                        </a:rPr>
                        <a:t>Thread</a:t>
                      </a:r>
                      <a:r>
                        <a:rPr dirty="0" sz="1800" spc="-220">
                          <a:solidFill>
                            <a:srgbClr val="59595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800" spc="-60">
                          <a:solidFill>
                            <a:srgbClr val="595959"/>
                          </a:solidFill>
                          <a:latin typeface="Tahoma"/>
                          <a:cs typeface="Tahoma"/>
                        </a:rPr>
                        <a:t>1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B="0" marT="76200">
                    <a:solidFill>
                      <a:srgbClr val="E9ED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E9ED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dirty="0" sz="1800">
                          <a:solidFill>
                            <a:srgbClr val="595959"/>
                          </a:solidFill>
                          <a:latin typeface="Tahoma"/>
                          <a:cs typeface="Tahoma"/>
                        </a:rPr>
                        <a:t>Thread</a:t>
                      </a:r>
                      <a:r>
                        <a:rPr dirty="0" sz="1800" spc="-220">
                          <a:solidFill>
                            <a:srgbClr val="59595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800" spc="-60">
                          <a:solidFill>
                            <a:srgbClr val="595959"/>
                          </a:solidFill>
                          <a:latin typeface="Tahoma"/>
                          <a:cs typeface="Tahoma"/>
                        </a:rPr>
                        <a:t>2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B="0" marT="76200">
                    <a:solidFill>
                      <a:srgbClr val="E9EDEE"/>
                    </a:solidFill>
                  </a:tcPr>
                </a:tc>
              </a:tr>
              <a:tr h="421005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915"/>
                        </a:spcBef>
                      </a:pPr>
                      <a:r>
                        <a:rPr dirty="0" sz="1800" spc="-10" b="1">
                          <a:solidFill>
                            <a:srgbClr val="595959"/>
                          </a:solidFill>
                          <a:latin typeface="Courier New"/>
                          <a:cs typeface="Courier New"/>
                        </a:rPr>
                        <a:t>lock(a)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B="0" marT="116205">
                    <a:solidFill>
                      <a:srgbClr val="E9ED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E9ED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915"/>
                        </a:spcBef>
                      </a:pPr>
                      <a:r>
                        <a:rPr dirty="0" sz="1800" spc="-10" b="1">
                          <a:solidFill>
                            <a:srgbClr val="595959"/>
                          </a:solidFill>
                          <a:latin typeface="Courier New"/>
                          <a:cs typeface="Courier New"/>
                        </a:rPr>
                        <a:t>lock(a)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B="0" marT="116205">
                    <a:solidFill>
                      <a:srgbClr val="E9EDEE"/>
                    </a:solidFill>
                  </a:tcPr>
                </a:tc>
              </a:tr>
              <a:tr h="273685">
                <a:tc>
                  <a:txBody>
                    <a:bodyPr/>
                    <a:lstStyle/>
                    <a:p>
                      <a:pPr marL="85725">
                        <a:lnSpc>
                          <a:spcPts val="1920"/>
                        </a:lnSpc>
                      </a:pPr>
                      <a:r>
                        <a:rPr dirty="0" sz="1800" spc="-10" b="1">
                          <a:solidFill>
                            <a:srgbClr val="595959"/>
                          </a:solidFill>
                          <a:latin typeface="Courier New"/>
                          <a:cs typeface="Courier New"/>
                        </a:rPr>
                        <a:t>lock(b)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9ED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E9ED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ts val="1920"/>
                        </a:lnSpc>
                      </a:pPr>
                      <a:r>
                        <a:rPr dirty="0" sz="1800" spc="-10" b="1">
                          <a:solidFill>
                            <a:srgbClr val="595959"/>
                          </a:solidFill>
                          <a:latin typeface="Courier New"/>
                          <a:cs typeface="Courier New"/>
                        </a:rPr>
                        <a:t>lock(b)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9EDEE"/>
                    </a:solidFill>
                  </a:tcPr>
                </a:tc>
              </a:tr>
              <a:tr h="273685">
                <a:tc>
                  <a:txBody>
                    <a:bodyPr/>
                    <a:lstStyle/>
                    <a:p>
                      <a:pPr marL="85725">
                        <a:lnSpc>
                          <a:spcPts val="1920"/>
                        </a:lnSpc>
                      </a:pPr>
                      <a:r>
                        <a:rPr dirty="0" sz="1800" b="1">
                          <a:solidFill>
                            <a:srgbClr val="595959"/>
                          </a:solidFill>
                          <a:latin typeface="Courier New"/>
                          <a:cs typeface="Courier New"/>
                        </a:rPr>
                        <a:t>..</a:t>
                      </a:r>
                      <a:r>
                        <a:rPr dirty="0" sz="1800" spc="-10" b="1">
                          <a:solidFill>
                            <a:srgbClr val="595959"/>
                          </a:solidFill>
                          <a:latin typeface="Courier New"/>
                          <a:cs typeface="Courier New"/>
                        </a:rPr>
                        <a:t> hacer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9ED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920"/>
                        </a:lnSpc>
                      </a:pPr>
                      <a:r>
                        <a:rPr dirty="0" sz="1800" spc="-20" b="1">
                          <a:solidFill>
                            <a:srgbClr val="595959"/>
                          </a:solidFill>
                          <a:latin typeface="Courier New"/>
                          <a:cs typeface="Courier New"/>
                        </a:rPr>
                        <a:t>algo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9ED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ts val="1920"/>
                        </a:lnSpc>
                      </a:pPr>
                      <a:r>
                        <a:rPr dirty="0" sz="1800" b="1">
                          <a:solidFill>
                            <a:srgbClr val="595959"/>
                          </a:solidFill>
                          <a:latin typeface="Courier New"/>
                          <a:cs typeface="Courier New"/>
                        </a:rPr>
                        <a:t>..</a:t>
                      </a:r>
                      <a:r>
                        <a:rPr dirty="0" sz="1800" spc="-20" b="1">
                          <a:solidFill>
                            <a:srgbClr val="595959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800" b="1">
                          <a:solidFill>
                            <a:srgbClr val="595959"/>
                          </a:solidFill>
                          <a:latin typeface="Courier New"/>
                          <a:cs typeface="Courier New"/>
                        </a:rPr>
                        <a:t>hacer</a:t>
                      </a:r>
                      <a:r>
                        <a:rPr dirty="0" sz="1800" spc="-15" b="1">
                          <a:solidFill>
                            <a:srgbClr val="595959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800" spc="-20" b="1">
                          <a:solidFill>
                            <a:srgbClr val="595959"/>
                          </a:solidFill>
                          <a:latin typeface="Courier New"/>
                          <a:cs typeface="Courier New"/>
                        </a:rPr>
                        <a:t>algo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9EDEE"/>
                    </a:solidFill>
                  </a:tcPr>
                </a:tc>
              </a:tr>
              <a:tr h="273685">
                <a:tc>
                  <a:txBody>
                    <a:bodyPr/>
                    <a:lstStyle/>
                    <a:p>
                      <a:pPr marL="85725">
                        <a:lnSpc>
                          <a:spcPts val="1920"/>
                        </a:lnSpc>
                      </a:pPr>
                      <a:r>
                        <a:rPr dirty="0" sz="1800" spc="-10" b="1">
                          <a:solidFill>
                            <a:srgbClr val="595959"/>
                          </a:solidFill>
                          <a:latin typeface="Courier New"/>
                          <a:cs typeface="Courier New"/>
                        </a:rPr>
                        <a:t>unlock(b)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9ED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E9ED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ts val="1920"/>
                        </a:lnSpc>
                      </a:pPr>
                      <a:r>
                        <a:rPr dirty="0" sz="1800" spc="-10" b="1">
                          <a:solidFill>
                            <a:srgbClr val="595959"/>
                          </a:solidFill>
                          <a:latin typeface="Courier New"/>
                          <a:cs typeface="Courier New"/>
                        </a:rPr>
                        <a:t>unlock(b)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9EDEE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85725">
                        <a:lnSpc>
                          <a:spcPts val="1920"/>
                        </a:lnSpc>
                      </a:pPr>
                      <a:r>
                        <a:rPr dirty="0" sz="1800" spc="-10" b="1">
                          <a:solidFill>
                            <a:srgbClr val="595959"/>
                          </a:solidFill>
                          <a:latin typeface="Courier New"/>
                          <a:cs typeface="Courier New"/>
                        </a:rPr>
                        <a:t>unlock(a)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9ED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E9ED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ts val="1920"/>
                        </a:lnSpc>
                      </a:pPr>
                      <a:r>
                        <a:rPr dirty="0" sz="1800" spc="-10" b="1">
                          <a:solidFill>
                            <a:srgbClr val="595959"/>
                          </a:solidFill>
                          <a:latin typeface="Courier New"/>
                          <a:cs typeface="Courier New"/>
                        </a:rPr>
                        <a:t>unlock(a)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9EDE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7 - Memoria II - Locks</dc:title>
  <dcterms:created xsi:type="dcterms:W3CDTF">2026-03-16T16:08:22Z</dcterms:created>
  <dcterms:modified xsi:type="dcterms:W3CDTF">2026-03-16T16:08:22Z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2026-03-16T00:00:00Z</vt:filetime>
  </property>
  <property fmtid="{D5CDD505-2E9C-101B-9397-08002B2CF9AE}" pid="3" name="Creator">
    <vt:lpwstr>Google</vt:lpwstr>
  </property>
  <property fmtid="{D5CDD505-2E9C-101B-9397-08002B2CF9AE}" pid="4" name="LastSaved">
    <vt:filetime>2026-03-16T00:00:00Z</vt:filetime>
  </property>
</Properties>
</file>