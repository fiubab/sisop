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1.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97.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89.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20.xml"/>
  <Override ContentType="application/vnd.openxmlformats-officedocument.presentationml.notesSlide+xml" PartName="/ppt/notesSlides/notesSlide60.xml"/>
  <Override ContentType="application/vnd.openxmlformats-officedocument.presentationml.notesSlide+xml" PartName="/ppt/notesSlides/notesSlide18.xml"/>
  <Override ContentType="application/vnd.openxmlformats-officedocument.presentationml.notesSlide+xml" PartName="/ppt/notesSlides/notesSlide48.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92.xml"/>
  <Override ContentType="application/vnd.openxmlformats-officedocument.presentationml.notesSlide+xml" PartName="/ppt/notesSlides/notesSlide84.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90.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2.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28.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6.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96.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84.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2.xml"/>
  <Override ContentType="application/vnd.openxmlformats-officedocument.presentationml.slide+xml" PartName="/ppt/slides/slide98.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76.xml"/>
  <Override ContentType="application/vnd.openxmlformats-officedocument.presentationml.slide+xml" PartName="/ppt/slides/slide63.xml"/>
  <Override ContentType="application/vnd.openxmlformats-officedocument.presentationml.slide+xml" PartName="/ppt/slides/slide93.xml"/>
  <Override ContentType="application/vnd.openxmlformats-officedocument.presentationml.slide+xml" PartName="/ppt/slides/slide101.xml"/>
  <Override ContentType="application/vnd.openxmlformats-officedocument.presentationml.slide+xml" PartName="/ppt/slides/slide80.xml"/>
  <Override ContentType="application/vnd.openxmlformats-officedocument.presentationml.slide+xml" PartName="/ppt/slides/slide61.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9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97.xml"/>
  <Override ContentType="application/vnd.openxmlformats-officedocument.presentationml.slide+xml" PartName="/ppt/slides/slide11.xml"/>
  <Override ContentType="application/vnd.openxmlformats-officedocument.presentationml.slide+xml" PartName="/ppt/slides/slide6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49.xml"/>
  <Override ContentType="application/vnd.openxmlformats-officedocument.presentationml.slide+xml" PartName="/ppt/slides/slide83.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100.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88.xml"/>
  <Override ContentType="application/vnd.openxmlformats-officedocument.presentationml.slide+xml" PartName="/ppt/slides/slide9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Lst>
  <p:sldSz cy="5143500" cx="9144000"/>
  <p:notesSz cx="6858000" cy="9144000"/>
  <p:embeddedFontLst>
    <p:embeddedFont>
      <p:font typeface="Raleway"/>
      <p:regular r:id="rId108"/>
      <p:bold r:id="rId109"/>
      <p:italic r:id="rId110"/>
      <p:boldItalic r:id="rId111"/>
    </p:embeddedFont>
    <p:embeddedFont>
      <p:font typeface="Lato"/>
      <p:regular r:id="rId112"/>
      <p:bold r:id="rId113"/>
      <p:italic r:id="rId114"/>
      <p:boldItalic r:id="rId115"/>
    </p:embeddedFont>
    <p:embeddedFont>
      <p:font typeface="Roboto Mono"/>
      <p:regular r:id="rId116"/>
      <p:bold r:id="rId117"/>
      <p:italic r:id="rId118"/>
      <p:boldItalic r:id="rId11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3F75F61-047C-4CFA-BD21-34768C335794}">
  <a:tblStyle styleId="{13F75F61-047C-4CFA-BD21-34768C335794}" styleName="Table_0">
    <a:wholeTbl>
      <a:tcTxStyle>
        <a:font>
          <a:latin typeface="Arial"/>
          <a:ea typeface="Arial"/>
          <a:cs typeface="Arial"/>
        </a:font>
        <a:srgbClr val="000000"/>
      </a:tcTxStyle>
      <a:tcStyle>
        <a:tcBdr>
          <a:left>
            <a:ln cap="flat" cmpd="sng">
              <a:solidFill>
                <a:srgbClr val="000000"/>
              </a:solidFill>
              <a:prstDash val="solid"/>
              <a:round/>
              <a:headEnd len="sm" w="sm" type="none"/>
              <a:tailEnd len="sm" w="sm" type="none"/>
            </a:ln>
          </a:left>
          <a:right>
            <a:ln cap="flat" cmpd="sng">
              <a:solidFill>
                <a:srgbClr val="000000"/>
              </a:solidFill>
              <a:prstDash val="solid"/>
              <a:round/>
              <a:headEnd len="sm" w="sm" type="none"/>
              <a:tailEnd len="sm" w="sm" type="none"/>
            </a:ln>
          </a:right>
          <a:top>
            <a:ln cap="flat" cmpd="sng">
              <a:solidFill>
                <a:srgbClr val="000000"/>
              </a:solidFill>
              <a:prstDash val="solid"/>
              <a:round/>
              <a:headEnd len="sm" w="sm" type="none"/>
              <a:tailEnd len="sm" w="sm" type="none"/>
            </a:ln>
          </a:top>
          <a:bottom>
            <a:ln cap="flat" cmpd="sng">
              <a:solidFill>
                <a:srgbClr val="000000"/>
              </a:solidFill>
              <a:prstDash val="solid"/>
              <a:round/>
              <a:headEnd len="sm" w="sm" type="none"/>
              <a:tailEnd len="sm" w="sm" type="none"/>
            </a:ln>
          </a:bottom>
          <a:insideH>
            <a:ln cap="flat" cmpd="sng">
              <a:solidFill>
                <a:srgbClr val="000000"/>
              </a:solidFill>
              <a:prstDash val="solid"/>
              <a:round/>
              <a:headEnd len="sm" w="sm" type="none"/>
              <a:tailEnd len="sm" w="sm" type="none"/>
            </a:ln>
          </a:insideH>
          <a:insideV>
            <a:ln cap="flat" cmpd="sng">
              <a:solidFill>
                <a:srgbClr val="000000"/>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07" Type="http://schemas.openxmlformats.org/officeDocument/2006/relationships/slide" Target="slides/slide101.xml"/><Relationship Id="rId106" Type="http://schemas.openxmlformats.org/officeDocument/2006/relationships/slide" Target="slides/slide100.xml"/><Relationship Id="rId105" Type="http://schemas.openxmlformats.org/officeDocument/2006/relationships/slide" Target="slides/slide99.xml"/><Relationship Id="rId104" Type="http://schemas.openxmlformats.org/officeDocument/2006/relationships/slide" Target="slides/slide98.xml"/><Relationship Id="rId109" Type="http://schemas.openxmlformats.org/officeDocument/2006/relationships/font" Target="fonts/Raleway-bold.fntdata"/><Relationship Id="rId108" Type="http://schemas.openxmlformats.org/officeDocument/2006/relationships/font" Target="fonts/Raleway-regular.fntdata"/><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103" Type="http://schemas.openxmlformats.org/officeDocument/2006/relationships/slide" Target="slides/slide97.xml"/><Relationship Id="rId102" Type="http://schemas.openxmlformats.org/officeDocument/2006/relationships/slide" Target="slides/slide96.xml"/><Relationship Id="rId101" Type="http://schemas.openxmlformats.org/officeDocument/2006/relationships/slide" Target="slides/slide95.xml"/><Relationship Id="rId100" Type="http://schemas.openxmlformats.org/officeDocument/2006/relationships/slide" Target="slides/slide94.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95" Type="http://schemas.openxmlformats.org/officeDocument/2006/relationships/slide" Target="slides/slide89.xml"/><Relationship Id="rId94" Type="http://schemas.openxmlformats.org/officeDocument/2006/relationships/slide" Target="slides/slide88.xml"/><Relationship Id="rId97" Type="http://schemas.openxmlformats.org/officeDocument/2006/relationships/slide" Target="slides/slide91.xml"/><Relationship Id="rId96" Type="http://schemas.openxmlformats.org/officeDocument/2006/relationships/slide" Target="slides/slide90.xml"/><Relationship Id="rId11" Type="http://schemas.openxmlformats.org/officeDocument/2006/relationships/slide" Target="slides/slide5.xml"/><Relationship Id="rId99" Type="http://schemas.openxmlformats.org/officeDocument/2006/relationships/slide" Target="slides/slide93.xml"/><Relationship Id="rId10" Type="http://schemas.openxmlformats.org/officeDocument/2006/relationships/slide" Target="slides/slide4.xml"/><Relationship Id="rId98" Type="http://schemas.openxmlformats.org/officeDocument/2006/relationships/slide" Target="slides/slide92.xml"/><Relationship Id="rId13" Type="http://schemas.openxmlformats.org/officeDocument/2006/relationships/slide" Target="slides/slide7.xml"/><Relationship Id="rId12" Type="http://schemas.openxmlformats.org/officeDocument/2006/relationships/slide" Target="slides/slide6.xml"/><Relationship Id="rId91" Type="http://schemas.openxmlformats.org/officeDocument/2006/relationships/slide" Target="slides/slide85.xml"/><Relationship Id="rId90" Type="http://schemas.openxmlformats.org/officeDocument/2006/relationships/slide" Target="slides/slide84.xml"/><Relationship Id="rId93" Type="http://schemas.openxmlformats.org/officeDocument/2006/relationships/slide" Target="slides/slide87.xml"/><Relationship Id="rId92" Type="http://schemas.openxmlformats.org/officeDocument/2006/relationships/slide" Target="slides/slide86.xml"/><Relationship Id="rId118" Type="http://schemas.openxmlformats.org/officeDocument/2006/relationships/font" Target="fonts/RobotoMono-italic.fntdata"/><Relationship Id="rId117" Type="http://schemas.openxmlformats.org/officeDocument/2006/relationships/font" Target="fonts/RobotoMono-bold.fntdata"/><Relationship Id="rId116" Type="http://schemas.openxmlformats.org/officeDocument/2006/relationships/font" Target="fonts/RobotoMono-regular.fntdata"/><Relationship Id="rId115" Type="http://schemas.openxmlformats.org/officeDocument/2006/relationships/font" Target="fonts/Lato-boldItalic.fntdata"/><Relationship Id="rId119" Type="http://schemas.openxmlformats.org/officeDocument/2006/relationships/font" Target="fonts/RobotoMono-boldItalic.fntdata"/><Relationship Id="rId15" Type="http://schemas.openxmlformats.org/officeDocument/2006/relationships/slide" Target="slides/slide9.xml"/><Relationship Id="rId110" Type="http://schemas.openxmlformats.org/officeDocument/2006/relationships/font" Target="fonts/Raleway-italic.fntdata"/><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14" Type="http://schemas.openxmlformats.org/officeDocument/2006/relationships/font" Target="fonts/Lato-italic.fntdata"/><Relationship Id="rId18" Type="http://schemas.openxmlformats.org/officeDocument/2006/relationships/slide" Target="slides/slide12.xml"/><Relationship Id="rId113" Type="http://schemas.openxmlformats.org/officeDocument/2006/relationships/font" Target="fonts/Lato-bold.fntdata"/><Relationship Id="rId112" Type="http://schemas.openxmlformats.org/officeDocument/2006/relationships/font" Target="fonts/Lato-regular.fntdata"/><Relationship Id="rId111" Type="http://schemas.openxmlformats.org/officeDocument/2006/relationships/font" Target="fonts/Raleway-boldItalic.fntdata"/><Relationship Id="rId84" Type="http://schemas.openxmlformats.org/officeDocument/2006/relationships/slide" Target="slides/slide78.xml"/><Relationship Id="rId83" Type="http://schemas.openxmlformats.org/officeDocument/2006/relationships/slide" Target="slides/slide77.xml"/><Relationship Id="rId86" Type="http://schemas.openxmlformats.org/officeDocument/2006/relationships/slide" Target="slides/slide80.xml"/><Relationship Id="rId85" Type="http://schemas.openxmlformats.org/officeDocument/2006/relationships/slide" Target="slides/slide79.xml"/><Relationship Id="rId88" Type="http://schemas.openxmlformats.org/officeDocument/2006/relationships/slide" Target="slides/slide82.xml"/><Relationship Id="rId87" Type="http://schemas.openxmlformats.org/officeDocument/2006/relationships/slide" Target="slides/slide81.xml"/><Relationship Id="rId89" Type="http://schemas.openxmlformats.org/officeDocument/2006/relationships/slide" Target="slides/slide83.xml"/><Relationship Id="rId80" Type="http://schemas.openxmlformats.org/officeDocument/2006/relationships/slide" Target="slides/slide74.xml"/><Relationship Id="rId82" Type="http://schemas.openxmlformats.org/officeDocument/2006/relationships/slide" Target="slides/slide76.xml"/><Relationship Id="rId81" Type="http://schemas.openxmlformats.org/officeDocument/2006/relationships/slide" Target="slides/slide75.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slide" Target="slides/slide67.xml"/><Relationship Id="rId72" Type="http://schemas.openxmlformats.org/officeDocument/2006/relationships/slide" Target="slides/slide66.xml"/><Relationship Id="rId75" Type="http://schemas.openxmlformats.org/officeDocument/2006/relationships/slide" Target="slides/slide69.xml"/><Relationship Id="rId74" Type="http://schemas.openxmlformats.org/officeDocument/2006/relationships/slide" Target="slides/slide68.xml"/><Relationship Id="rId77" Type="http://schemas.openxmlformats.org/officeDocument/2006/relationships/slide" Target="slides/slide71.xml"/><Relationship Id="rId76" Type="http://schemas.openxmlformats.org/officeDocument/2006/relationships/slide" Target="slides/slide70.xml"/><Relationship Id="rId79" Type="http://schemas.openxmlformats.org/officeDocument/2006/relationships/slide" Target="slides/slide73.xml"/><Relationship Id="rId78" Type="http://schemas.openxmlformats.org/officeDocument/2006/relationships/slide" Target="slides/slide72.xml"/><Relationship Id="rId71" Type="http://schemas.openxmlformats.org/officeDocument/2006/relationships/slide" Target="slides/slide65.xml"/><Relationship Id="rId70" Type="http://schemas.openxmlformats.org/officeDocument/2006/relationships/slide" Target="slides/slide64.xml"/><Relationship Id="rId62" Type="http://schemas.openxmlformats.org/officeDocument/2006/relationships/slide" Target="slides/slide56.xml"/><Relationship Id="rId61" Type="http://schemas.openxmlformats.org/officeDocument/2006/relationships/slide" Target="slides/slide55.xml"/><Relationship Id="rId64" Type="http://schemas.openxmlformats.org/officeDocument/2006/relationships/slide" Target="slides/slide58.xml"/><Relationship Id="rId63" Type="http://schemas.openxmlformats.org/officeDocument/2006/relationships/slide" Target="slides/slide57.xml"/><Relationship Id="rId66" Type="http://schemas.openxmlformats.org/officeDocument/2006/relationships/slide" Target="slides/slide60.xml"/><Relationship Id="rId65" Type="http://schemas.openxmlformats.org/officeDocument/2006/relationships/slide" Target="slides/slide59.xml"/><Relationship Id="rId68" Type="http://schemas.openxmlformats.org/officeDocument/2006/relationships/slide" Target="slides/slide62.xml"/><Relationship Id="rId67" Type="http://schemas.openxmlformats.org/officeDocument/2006/relationships/slide" Target="slides/slide61.xml"/><Relationship Id="rId60" Type="http://schemas.openxmlformats.org/officeDocument/2006/relationships/slide" Target="slides/slide54.xml"/><Relationship Id="rId69" Type="http://schemas.openxmlformats.org/officeDocument/2006/relationships/slide" Target="slides/slide6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55" Type="http://schemas.openxmlformats.org/officeDocument/2006/relationships/slide" Target="slides/slide49.xml"/><Relationship Id="rId54" Type="http://schemas.openxmlformats.org/officeDocument/2006/relationships/slide" Target="slides/slide48.xml"/><Relationship Id="rId57" Type="http://schemas.openxmlformats.org/officeDocument/2006/relationships/slide" Target="slides/slide51.xml"/><Relationship Id="rId56" Type="http://schemas.openxmlformats.org/officeDocument/2006/relationships/slide" Target="slides/slide50.xml"/><Relationship Id="rId59" Type="http://schemas.openxmlformats.org/officeDocument/2006/relationships/slide" Target="slides/slide53.xml"/><Relationship Id="rId58" Type="http://schemas.openxmlformats.org/officeDocument/2006/relationships/slide" Target="slides/slide5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11db554e79e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11db554e79e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11db554e79e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11db554e79e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11db554e79e_0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11db554e79e_0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  Arquitectura de von Newman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217c2ea9d2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217c2ea9d2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217c2ea9d2a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217c2ea9d2a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11db554e79e_0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11db554e79e_0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Eniac 1945</a:t>
            </a:r>
            <a:endParaRPr/>
          </a:p>
          <a:p>
            <a:pPr indent="0" lvl="0" marL="0" rtl="0" algn="l">
              <a:spcBef>
                <a:spcPts val="0"/>
              </a:spcBef>
              <a:spcAft>
                <a:spcPts val="0"/>
              </a:spcAft>
              <a:buNone/>
            </a:pPr>
            <a:r>
              <a:rPr lang="en"/>
              <a:t>Baby manchester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11db554e79e_0_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11db554e79e_0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1200"/>
              </a:spcBef>
              <a:spcAft>
                <a:spcPts val="0"/>
              </a:spcAft>
              <a:buClr>
                <a:schemeClr val="dk1"/>
              </a:buClr>
              <a:buSzPts val="1100"/>
              <a:buAutoNum type="arabicPeriod"/>
            </a:pPr>
            <a:r>
              <a:rPr lang="en"/>
              <a:t>P-Cores: designed for heavy-duty work and are your standard, high-performance CPU cores.</a:t>
            </a:r>
            <a:endParaRPr/>
          </a:p>
          <a:p>
            <a:pPr indent="-298450" lvl="0" marL="457200" rtl="0" algn="l">
              <a:lnSpc>
                <a:spcPct val="115000"/>
              </a:lnSpc>
              <a:spcBef>
                <a:spcPts val="0"/>
              </a:spcBef>
              <a:spcAft>
                <a:spcPts val="0"/>
              </a:spcAft>
              <a:buClr>
                <a:schemeClr val="dk1"/>
              </a:buClr>
              <a:buSzPts val="1100"/>
              <a:buAutoNum type="arabicPeriod"/>
            </a:pPr>
            <a:r>
              <a:rPr lang="en"/>
              <a:t>E-Cores: Ultra-efficient and are used for background tasks that run constantly but don't require much processing power. In simpler terms, P-Cores are the power cores while E-Cores are the efficient ones in the system</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21c166002de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21c166002de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21c166002d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21c166002d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215b22d75e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215b22d75e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1f3e47deb65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1f3e47deb65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1f3e47deb65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1f3e47deb65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Según Commers[COM]:Un </a:t>
            </a:r>
            <a:r>
              <a:rPr b="1" lang="en">
                <a:solidFill>
                  <a:schemeClr val="dk1"/>
                </a:solidFill>
              </a:rPr>
              <a:t>sistema operativo</a:t>
            </a:r>
            <a:r>
              <a:rPr lang="en">
                <a:solidFill>
                  <a:schemeClr val="dk1"/>
                </a:solidFill>
              </a:rPr>
              <a:t> está diseñado para </a:t>
            </a:r>
            <a:r>
              <a:rPr b="1" lang="en">
                <a:solidFill>
                  <a:schemeClr val="dk1"/>
                </a:solidFill>
              </a:rPr>
              <a:t>ocultar</a:t>
            </a:r>
            <a:r>
              <a:rPr lang="en">
                <a:solidFill>
                  <a:schemeClr val="dk1"/>
                </a:solidFill>
              </a:rPr>
              <a:t> detalles de </a:t>
            </a:r>
            <a:r>
              <a:rPr b="1" lang="en">
                <a:solidFill>
                  <a:schemeClr val="dk1"/>
                </a:solidFill>
              </a:rPr>
              <a:t>hardware de bajo nivel</a:t>
            </a:r>
            <a:r>
              <a:rPr lang="en">
                <a:solidFill>
                  <a:schemeClr val="dk1"/>
                </a:solidFill>
              </a:rPr>
              <a:t> y para crear una </a:t>
            </a:r>
            <a:r>
              <a:rPr b="1" lang="en">
                <a:solidFill>
                  <a:schemeClr val="dk1"/>
                </a:solidFill>
              </a:rPr>
              <a:t>máquina abstracta</a:t>
            </a:r>
            <a:r>
              <a:rPr lang="en">
                <a:solidFill>
                  <a:schemeClr val="dk1"/>
                </a:solidFill>
              </a:rPr>
              <a:t> que le proporcione a las </a:t>
            </a:r>
            <a:r>
              <a:rPr b="1" lang="en">
                <a:solidFill>
                  <a:schemeClr val="dk1"/>
                </a:solidFill>
              </a:rPr>
              <a:t>aplicaciones</a:t>
            </a:r>
            <a:r>
              <a:rPr lang="en">
                <a:solidFill>
                  <a:schemeClr val="dk1"/>
                </a:solidFill>
              </a:rPr>
              <a:t> servicios de </a:t>
            </a:r>
            <a:r>
              <a:rPr b="1" lang="en">
                <a:solidFill>
                  <a:schemeClr val="dk1"/>
                </a:solidFill>
              </a:rPr>
              <a:t>alto nivel</a:t>
            </a:r>
            <a:r>
              <a:rPr lang="en">
                <a:solidFill>
                  <a:schemeClr val="dk1"/>
                </a:solidFill>
              </a:rPr>
              <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Según Maurice Bach [BCH]:El sistema operativo </a:t>
            </a:r>
            <a:r>
              <a:rPr b="1" lang="en">
                <a:solidFill>
                  <a:schemeClr val="dk1"/>
                </a:solidFill>
              </a:rPr>
              <a:t>interactúa directamente con el hardware</a:t>
            </a:r>
            <a:r>
              <a:rPr lang="en">
                <a:solidFill>
                  <a:schemeClr val="dk1"/>
                </a:solidFill>
              </a:rPr>
              <a:t>, proporcionando </a:t>
            </a:r>
            <a:r>
              <a:rPr b="1" lang="en">
                <a:solidFill>
                  <a:schemeClr val="dk1"/>
                </a:solidFill>
              </a:rPr>
              <a:t>servicios comunes</a:t>
            </a:r>
            <a:r>
              <a:rPr lang="en">
                <a:solidFill>
                  <a:schemeClr val="dk1"/>
                </a:solidFill>
              </a:rPr>
              <a:t> a los programas y </a:t>
            </a:r>
            <a:r>
              <a:rPr b="1" lang="en">
                <a:solidFill>
                  <a:schemeClr val="dk1"/>
                </a:solidFill>
              </a:rPr>
              <a:t>aislándolos</a:t>
            </a:r>
            <a:r>
              <a:rPr lang="en">
                <a:solidFill>
                  <a:schemeClr val="dk1"/>
                </a:solidFill>
              </a:rPr>
              <a:t> de idiosincrasia de hardware.</a:t>
            </a:r>
            <a:endParaRPr>
              <a:solidFill>
                <a:schemeClr val="dk1"/>
              </a:solidFill>
            </a:endParaRPr>
          </a:p>
          <a:p>
            <a:pPr indent="0" lvl="0" marL="0" rtl="0" algn="l">
              <a:lnSpc>
                <a:spcPct val="115000"/>
              </a:lnSpc>
              <a:spcBef>
                <a:spcPts val="1200"/>
              </a:spcBef>
              <a:spcAft>
                <a:spcPts val="1200"/>
              </a:spcAft>
              <a:buNone/>
            </a:pPr>
            <a:r>
              <a:rPr lang="en">
                <a:solidFill>
                  <a:schemeClr val="dk1"/>
                </a:solidFill>
              </a:rPr>
              <a:t>otra definición dada por [STV] : Un Sistema Operativo puede definirse como el </a:t>
            </a:r>
            <a:r>
              <a:rPr b="1" lang="en">
                <a:solidFill>
                  <a:schemeClr val="dk1"/>
                </a:solidFill>
              </a:rPr>
              <a:t>software</a:t>
            </a:r>
            <a:r>
              <a:rPr lang="en">
                <a:solidFill>
                  <a:schemeClr val="dk1"/>
                </a:solidFill>
              </a:rPr>
              <a:t> que </a:t>
            </a:r>
            <a:r>
              <a:rPr b="1" lang="en">
                <a:solidFill>
                  <a:schemeClr val="dk1"/>
                </a:solidFill>
              </a:rPr>
              <a:t>controla</a:t>
            </a:r>
            <a:r>
              <a:rPr lang="en">
                <a:solidFill>
                  <a:schemeClr val="dk1"/>
                </a:solidFill>
              </a:rPr>
              <a:t> los </a:t>
            </a:r>
            <a:r>
              <a:rPr b="1" lang="en">
                <a:solidFill>
                  <a:schemeClr val="dk1"/>
                </a:solidFill>
              </a:rPr>
              <a:t>recursos de hardware</a:t>
            </a:r>
            <a:r>
              <a:rPr lang="en">
                <a:solidFill>
                  <a:schemeClr val="dk1"/>
                </a:solidFill>
              </a:rPr>
              <a:t> de una </a:t>
            </a:r>
            <a:r>
              <a:rPr b="1" lang="en">
                <a:solidFill>
                  <a:schemeClr val="dk1"/>
                </a:solidFill>
              </a:rPr>
              <a:t>computadora</a:t>
            </a:r>
            <a:r>
              <a:rPr lang="en">
                <a:solidFill>
                  <a:schemeClr val="dk1"/>
                </a:solidFill>
              </a:rPr>
              <a:t> y </a:t>
            </a:r>
            <a:r>
              <a:rPr b="1" lang="en">
                <a:solidFill>
                  <a:schemeClr val="dk1"/>
                </a:solidFill>
              </a:rPr>
              <a:t>provee</a:t>
            </a:r>
            <a:r>
              <a:rPr lang="en">
                <a:solidFill>
                  <a:schemeClr val="dk1"/>
                </a:solidFill>
              </a:rPr>
              <a:t> un </a:t>
            </a:r>
            <a:r>
              <a:rPr b="1" lang="en">
                <a:solidFill>
                  <a:schemeClr val="dk1"/>
                </a:solidFill>
              </a:rPr>
              <a:t>ambiente</a:t>
            </a:r>
            <a:r>
              <a:rPr lang="en">
                <a:solidFill>
                  <a:schemeClr val="dk1"/>
                </a:solidFill>
              </a:rPr>
              <a:t> bajo el cual los </a:t>
            </a:r>
            <a:r>
              <a:rPr b="1" lang="en">
                <a:solidFill>
                  <a:schemeClr val="dk1"/>
                </a:solidFill>
              </a:rPr>
              <a:t>programas pueden ejecutarse</a:t>
            </a:r>
            <a:r>
              <a:rPr lang="en">
                <a:solidFill>
                  <a:schemeClr val="dk1"/>
                </a:solidFill>
              </a:rPr>
              <a:t>.</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217c2ea9d2a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217c2ea9d2a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Según Commers[COM]:Un </a:t>
            </a:r>
            <a:r>
              <a:rPr b="1" lang="en">
                <a:solidFill>
                  <a:schemeClr val="dk1"/>
                </a:solidFill>
              </a:rPr>
              <a:t>sistema operativo</a:t>
            </a:r>
            <a:r>
              <a:rPr lang="en">
                <a:solidFill>
                  <a:schemeClr val="dk1"/>
                </a:solidFill>
              </a:rPr>
              <a:t> está diseñado para </a:t>
            </a:r>
            <a:r>
              <a:rPr b="1" lang="en">
                <a:solidFill>
                  <a:schemeClr val="dk1"/>
                </a:solidFill>
              </a:rPr>
              <a:t>ocultar</a:t>
            </a:r>
            <a:r>
              <a:rPr lang="en">
                <a:solidFill>
                  <a:schemeClr val="dk1"/>
                </a:solidFill>
              </a:rPr>
              <a:t> detalles de </a:t>
            </a:r>
            <a:r>
              <a:rPr b="1" lang="en">
                <a:solidFill>
                  <a:schemeClr val="dk1"/>
                </a:solidFill>
              </a:rPr>
              <a:t>hardware de bajo nivel</a:t>
            </a:r>
            <a:r>
              <a:rPr lang="en">
                <a:solidFill>
                  <a:schemeClr val="dk1"/>
                </a:solidFill>
              </a:rPr>
              <a:t> y para crear una </a:t>
            </a:r>
            <a:r>
              <a:rPr b="1" lang="en">
                <a:solidFill>
                  <a:schemeClr val="dk1"/>
                </a:solidFill>
              </a:rPr>
              <a:t>máquina abstracta</a:t>
            </a:r>
            <a:r>
              <a:rPr lang="en">
                <a:solidFill>
                  <a:schemeClr val="dk1"/>
                </a:solidFill>
              </a:rPr>
              <a:t> que le proporcione a las </a:t>
            </a:r>
            <a:r>
              <a:rPr b="1" lang="en">
                <a:solidFill>
                  <a:schemeClr val="dk1"/>
                </a:solidFill>
              </a:rPr>
              <a:t>aplicaciones</a:t>
            </a:r>
            <a:r>
              <a:rPr lang="en">
                <a:solidFill>
                  <a:schemeClr val="dk1"/>
                </a:solidFill>
              </a:rPr>
              <a:t> servicios de </a:t>
            </a:r>
            <a:r>
              <a:rPr b="1" lang="en">
                <a:solidFill>
                  <a:schemeClr val="dk1"/>
                </a:solidFill>
              </a:rPr>
              <a:t>alto nivel</a:t>
            </a:r>
            <a:r>
              <a:rPr lang="en">
                <a:solidFill>
                  <a:schemeClr val="dk1"/>
                </a:solidFill>
              </a:rPr>
              <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Según Maurice Bach [BCH]:El sistema operativo </a:t>
            </a:r>
            <a:r>
              <a:rPr b="1" lang="en">
                <a:solidFill>
                  <a:schemeClr val="dk1"/>
                </a:solidFill>
              </a:rPr>
              <a:t>interactúa directamente con el hardware</a:t>
            </a:r>
            <a:r>
              <a:rPr lang="en">
                <a:solidFill>
                  <a:schemeClr val="dk1"/>
                </a:solidFill>
              </a:rPr>
              <a:t>, proporcionando </a:t>
            </a:r>
            <a:r>
              <a:rPr b="1" lang="en">
                <a:solidFill>
                  <a:schemeClr val="dk1"/>
                </a:solidFill>
              </a:rPr>
              <a:t>servicios comunes</a:t>
            </a:r>
            <a:r>
              <a:rPr lang="en">
                <a:solidFill>
                  <a:schemeClr val="dk1"/>
                </a:solidFill>
              </a:rPr>
              <a:t> a los programas y </a:t>
            </a:r>
            <a:r>
              <a:rPr b="1" lang="en">
                <a:solidFill>
                  <a:schemeClr val="dk1"/>
                </a:solidFill>
              </a:rPr>
              <a:t>aislándolos</a:t>
            </a:r>
            <a:r>
              <a:rPr lang="en">
                <a:solidFill>
                  <a:schemeClr val="dk1"/>
                </a:solidFill>
              </a:rPr>
              <a:t> de idiosincrasia de hardware.</a:t>
            </a:r>
            <a:endParaRPr>
              <a:solidFill>
                <a:schemeClr val="dk1"/>
              </a:solidFill>
            </a:endParaRPr>
          </a:p>
          <a:p>
            <a:pPr indent="0" lvl="0" marL="0" rtl="0" algn="l">
              <a:lnSpc>
                <a:spcPct val="115000"/>
              </a:lnSpc>
              <a:spcBef>
                <a:spcPts val="1200"/>
              </a:spcBef>
              <a:spcAft>
                <a:spcPts val="1200"/>
              </a:spcAft>
              <a:buNone/>
            </a:pPr>
            <a:r>
              <a:rPr lang="en">
                <a:solidFill>
                  <a:schemeClr val="dk1"/>
                </a:solidFill>
              </a:rPr>
              <a:t>otra definición dada por [STV] : Un Sistema Operativo puede definirse como el </a:t>
            </a:r>
            <a:r>
              <a:rPr b="1" lang="en">
                <a:solidFill>
                  <a:schemeClr val="dk1"/>
                </a:solidFill>
              </a:rPr>
              <a:t>software</a:t>
            </a:r>
            <a:r>
              <a:rPr lang="en">
                <a:solidFill>
                  <a:schemeClr val="dk1"/>
                </a:solidFill>
              </a:rPr>
              <a:t> que </a:t>
            </a:r>
            <a:r>
              <a:rPr b="1" lang="en">
                <a:solidFill>
                  <a:schemeClr val="dk1"/>
                </a:solidFill>
              </a:rPr>
              <a:t>controla</a:t>
            </a:r>
            <a:r>
              <a:rPr lang="en">
                <a:solidFill>
                  <a:schemeClr val="dk1"/>
                </a:solidFill>
              </a:rPr>
              <a:t> los </a:t>
            </a:r>
            <a:r>
              <a:rPr b="1" lang="en">
                <a:solidFill>
                  <a:schemeClr val="dk1"/>
                </a:solidFill>
              </a:rPr>
              <a:t>recursos de hardware</a:t>
            </a:r>
            <a:r>
              <a:rPr lang="en">
                <a:solidFill>
                  <a:schemeClr val="dk1"/>
                </a:solidFill>
              </a:rPr>
              <a:t> de una </a:t>
            </a:r>
            <a:r>
              <a:rPr b="1" lang="en">
                <a:solidFill>
                  <a:schemeClr val="dk1"/>
                </a:solidFill>
              </a:rPr>
              <a:t>computadora</a:t>
            </a:r>
            <a:r>
              <a:rPr lang="en">
                <a:solidFill>
                  <a:schemeClr val="dk1"/>
                </a:solidFill>
              </a:rPr>
              <a:t> y </a:t>
            </a:r>
            <a:r>
              <a:rPr b="1" lang="en">
                <a:solidFill>
                  <a:schemeClr val="dk1"/>
                </a:solidFill>
              </a:rPr>
              <a:t>provee</a:t>
            </a:r>
            <a:r>
              <a:rPr lang="en">
                <a:solidFill>
                  <a:schemeClr val="dk1"/>
                </a:solidFill>
              </a:rPr>
              <a:t> un </a:t>
            </a:r>
            <a:r>
              <a:rPr b="1" lang="en">
                <a:solidFill>
                  <a:schemeClr val="dk1"/>
                </a:solidFill>
              </a:rPr>
              <a:t>ambiente</a:t>
            </a:r>
            <a:r>
              <a:rPr lang="en">
                <a:solidFill>
                  <a:schemeClr val="dk1"/>
                </a:solidFill>
              </a:rPr>
              <a:t> bajo el cual los </a:t>
            </a:r>
            <a:r>
              <a:rPr b="1" lang="en">
                <a:solidFill>
                  <a:schemeClr val="dk1"/>
                </a:solidFill>
              </a:rPr>
              <a:t>programas pueden ejecutarse</a:t>
            </a:r>
            <a:r>
              <a:rPr lang="en">
                <a:solidFill>
                  <a:schemeClr val="dk1"/>
                </a:solidFill>
              </a:rPr>
              <a:t>.</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11db554e79e_0_1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11db554e79e_0_1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11db554e79e_0_1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11db554e79e_0_1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solidFill>
                  <a:srgbClr val="595959"/>
                </a:solidFill>
                <a:latin typeface="Lato"/>
                <a:ea typeface="Lato"/>
                <a:cs typeface="Lato"/>
                <a:sym typeface="Lato"/>
              </a:rPr>
              <a:t>	El procesador	</a:t>
            </a:r>
            <a:endParaRPr>
              <a:solidFill>
                <a:srgbClr val="595959"/>
              </a:solidFill>
              <a:latin typeface="Lato"/>
              <a:ea typeface="Lato"/>
              <a:cs typeface="Lato"/>
              <a:sym typeface="Lato"/>
            </a:endParaRPr>
          </a:p>
          <a:p>
            <a:pPr indent="0" lvl="0" marL="0" rtl="0" algn="l">
              <a:lnSpc>
                <a:spcPct val="115000"/>
              </a:lnSpc>
              <a:spcBef>
                <a:spcPts val="1200"/>
              </a:spcBef>
              <a:spcAft>
                <a:spcPts val="0"/>
              </a:spcAft>
              <a:buClr>
                <a:schemeClr val="dk1"/>
              </a:buClr>
              <a:buSzPts val="1100"/>
              <a:buFont typeface="Arial"/>
              <a:buNone/>
            </a:pPr>
            <a:r>
              <a:rPr lang="en">
                <a:solidFill>
                  <a:srgbClr val="595959"/>
                </a:solidFill>
                <a:latin typeface="Lato"/>
                <a:ea typeface="Lato"/>
                <a:cs typeface="Lato"/>
                <a:sym typeface="Lato"/>
              </a:rPr>
              <a:t>            La memoria</a:t>
            </a:r>
            <a:endParaRPr>
              <a:solidFill>
                <a:srgbClr val="595959"/>
              </a:solidFill>
              <a:latin typeface="Lato"/>
              <a:ea typeface="Lato"/>
              <a:cs typeface="Lato"/>
              <a:sym typeface="Lato"/>
            </a:endParaRPr>
          </a:p>
          <a:p>
            <a:pPr indent="0" lvl="0" marL="0" rtl="0" algn="l">
              <a:lnSpc>
                <a:spcPct val="115000"/>
              </a:lnSpc>
              <a:spcBef>
                <a:spcPts val="1200"/>
              </a:spcBef>
              <a:spcAft>
                <a:spcPts val="0"/>
              </a:spcAft>
              <a:buClr>
                <a:schemeClr val="dk1"/>
              </a:buClr>
              <a:buSzPts val="1100"/>
              <a:buFont typeface="Arial"/>
              <a:buNone/>
            </a:pPr>
            <a:r>
              <a:rPr lang="en">
                <a:solidFill>
                  <a:srgbClr val="595959"/>
                </a:solidFill>
                <a:latin typeface="Lato"/>
                <a:ea typeface="Lato"/>
                <a:cs typeface="Lato"/>
                <a:sym typeface="Lato"/>
              </a:rPr>
              <a:t>	La persistencia (dispositivos de almacenamiento).</a:t>
            </a:r>
            <a:endParaRPr>
              <a:solidFill>
                <a:srgbClr val="595959"/>
              </a:solidFill>
              <a:latin typeface="Lato"/>
              <a:ea typeface="Lato"/>
              <a:cs typeface="Lato"/>
              <a:sym typeface="Lato"/>
            </a:endParaRPr>
          </a:p>
          <a:p>
            <a:pPr indent="0" lvl="0" marL="0" rtl="0" algn="l">
              <a:spcBef>
                <a:spcPts val="120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11db554e79e_0_1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11db554e79e_0_1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11db554e79e_0_2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 name="Google Shape;204;g11db554e79e_0_2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218d5ee265e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0" name="Google Shape;210;g218d5ee265e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21c166002de_0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21c166002de_0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22030725f9b_1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2" name="Google Shape;222;g22030725f9b_1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22030725f9b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1" name="Google Shape;231;g22030725f9b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22030725f9b_1_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8" name="Google Shape;238;g22030725f9b_1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22030725f9b_1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7" name="Google Shape;247;g22030725f9b_1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22030725f9b_1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4" name="Google Shape;254;g22030725f9b_1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22030725f9b_1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1" name="Google Shape;261;g22030725f9b_1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22030725f9b_1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8" name="Google Shape;268;g22030725f9b_1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22030725f9b_1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g22030725f9b_1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22030725f9b_1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2" name="Google Shape;282;g22030725f9b_1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g22030725f9b_1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9" name="Google Shape;289;g22030725f9b_1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22030725f9b_1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6" name="Google Shape;296;g22030725f9b_1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g22030725f9b_1_1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3" name="Google Shape;303;g22030725f9b_1_1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g22030725f9b_1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1" name="Google Shape;311;g22030725f9b_1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g22030725f9b_1_1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8" name="Google Shape;318;g22030725f9b_1_1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g22030725f9b_1_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6" name="Google Shape;326;g22030725f9b_1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g22030725f9b_1_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3" name="Google Shape;333;g22030725f9b_1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g22030725f9b_1_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0" name="Google Shape;340;g22030725f9b_1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g22030725f9b_1_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7" name="Google Shape;347;g22030725f9b_1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g22030725f9b_1_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4" name="Google Shape;354;g22030725f9b_1_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g22030725f9b_1_1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1" name="Google Shape;361;g22030725f9b_1_1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g22030725f9b_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8" name="Google Shape;368;g22030725f9b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g11db554e79e_0_1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4" name="Google Shape;374;g11db554e79e_0_1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200"/>
              </a:spcAft>
              <a:buNone/>
            </a:pPr>
            <a:r>
              <a:rPr lang="en">
                <a:solidFill>
                  <a:srgbClr val="595959"/>
                </a:solidFill>
                <a:latin typeface="Lato"/>
                <a:ea typeface="Lato"/>
                <a:cs typeface="Lato"/>
                <a:sym typeface="Lato"/>
              </a:rPr>
              <a:t>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g2f43d5eb85e_6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1" name="Google Shape;381;g2f43d5eb85e_6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g11db554e79e_0_2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7" name="Google Shape;387;g11db554e79e_0_2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200"/>
              </a:spcAft>
              <a:buNone/>
            </a:pPr>
            <a:r>
              <a:rPr lang="en">
                <a:solidFill>
                  <a:srgbClr val="595959"/>
                </a:solidFill>
                <a:latin typeface="Lato"/>
                <a:ea typeface="Lato"/>
                <a:cs typeface="Lato"/>
                <a:sym typeface="Lato"/>
              </a:rPr>
              <a:t>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g217c2ea9d2a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3" name="Google Shape;393;g217c2ea9d2a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200"/>
              </a:spcAft>
              <a:buNone/>
            </a:pPr>
            <a:r>
              <a:rPr lang="en">
                <a:solidFill>
                  <a:srgbClr val="595959"/>
                </a:solidFill>
                <a:latin typeface="Lato"/>
                <a:ea typeface="Lato"/>
                <a:cs typeface="Lato"/>
                <a:sym typeface="Lato"/>
              </a:rPr>
              <a:t>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g218d5ee265e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9" name="Google Shape;399;g218d5ee265e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g11db554e79e_0_1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5" name="Google Shape;405;g11db554e79e_0_1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El Sistema Operativo se ejecuta como la capa de software de más bajo nivel en la computadora. Este contiene:</a:t>
            </a:r>
            <a:endParaRPr/>
          </a:p>
          <a:p>
            <a:pPr indent="0" lvl="0" marL="0" rtl="0" algn="l">
              <a:spcBef>
                <a:spcPts val="0"/>
              </a:spcBef>
              <a:spcAft>
                <a:spcPts val="0"/>
              </a:spcAft>
              <a:buClr>
                <a:schemeClr val="dk1"/>
              </a:buClr>
              <a:buSzPts val="1100"/>
              <a:buFont typeface="Arial"/>
              <a:buNone/>
            </a:pPr>
            <a:r>
              <a:rPr lang="en"/>
              <a:t>	por un lado una capa para la gestión de dispositivos específico</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rPr lang="en"/>
              <a:t>	y por otro una serie de servicios para la gestión de dispositivos </a:t>
            </a:r>
            <a:r>
              <a:rPr lang="en"/>
              <a:t>agnósticos</a:t>
            </a:r>
            <a:r>
              <a:rPr lang="en"/>
              <a:t> del hardware que son utilizados por las aplicaciones.</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
              <a:t> Estas dos capas suelen ser </a:t>
            </a:r>
            <a:r>
              <a:rPr lang="en"/>
              <a:t>conocida</a:t>
            </a:r>
            <a:r>
              <a:rPr lang="en"/>
              <a:t> como el kernel del sistema operativo. </a:t>
            </a:r>
            <a:r>
              <a:rPr lang="en"/>
              <a:t>Cuándo</a:t>
            </a:r>
            <a:r>
              <a:rPr lang="en"/>
              <a:t> código fuente de esta capa es ejecutado la computadora pasa a un estado llamado Modo Supervisor.</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g2769666b340_4_1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3" name="Google Shape;413;g2769666b340_4_1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200"/>
              </a:spcAft>
              <a:buNone/>
            </a:pPr>
            <a:r>
              <a:rPr lang="en">
                <a:solidFill>
                  <a:srgbClr val="595959"/>
                </a:solidFill>
                <a:latin typeface="Lato"/>
                <a:ea typeface="Lato"/>
                <a:cs typeface="Lato"/>
                <a:sym typeface="Lato"/>
              </a:rPr>
              <a:t>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g22030725f9b_1_2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1" name="Google Shape;421;g22030725f9b_1_2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200"/>
              </a:spcAft>
              <a:buNone/>
            </a:pPr>
            <a:r>
              <a:rPr lang="en">
                <a:solidFill>
                  <a:srgbClr val="595959"/>
                </a:solidFill>
                <a:latin typeface="Lato"/>
                <a:ea typeface="Lato"/>
                <a:cs typeface="Lato"/>
                <a:sym typeface="Lato"/>
              </a:rPr>
              <a:t>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g1f3e47deb65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7" name="Google Shape;427;g1f3e47deb65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200"/>
              </a:spcAft>
              <a:buNone/>
            </a:pPr>
            <a:r>
              <a:rPr lang="en">
                <a:solidFill>
                  <a:srgbClr val="595959"/>
                </a:solidFill>
                <a:latin typeface="Lato"/>
                <a:ea typeface="Lato"/>
                <a:cs typeface="Lato"/>
                <a:sym typeface="Lato"/>
              </a:rPr>
              <a:t>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g21beb4937ff_0_1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5" name="Google Shape;435;g21beb4937ff_0_1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 es accesible por los usuarios</a:t>
            </a:r>
            <a:endParaRPr/>
          </a:p>
          <a:p>
            <a:pPr indent="0" lvl="0" marL="0" rtl="0" algn="l">
              <a:spcBef>
                <a:spcPts val="0"/>
              </a:spcBef>
              <a:spcAft>
                <a:spcPts val="0"/>
              </a:spcAft>
              <a:buNone/>
            </a:pPr>
            <a:r>
              <a:rPr lang="en"/>
              <a:t>Es un programa que corre mientras los demás corren </a:t>
            </a:r>
            <a:endParaRPr/>
          </a:p>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g11db554e79e_0_2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1" name="Google Shape;441;g11db554e79e_0_2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 es accesible por los usuarios</a:t>
            </a:r>
            <a:endParaRPr/>
          </a:p>
          <a:p>
            <a:pPr indent="0" lvl="0" marL="0" rtl="0" algn="l">
              <a:spcBef>
                <a:spcPts val="0"/>
              </a:spcBef>
              <a:spcAft>
                <a:spcPts val="0"/>
              </a:spcAft>
              <a:buNone/>
            </a:pPr>
            <a:r>
              <a:rPr lang="en"/>
              <a:t>Es un programa que corre mientras los </a:t>
            </a:r>
            <a:r>
              <a:rPr lang="en"/>
              <a:t>demás</a:t>
            </a:r>
            <a:r>
              <a:rPr lang="en"/>
              <a:t> corren </a:t>
            </a:r>
            <a:endParaRPr/>
          </a:p>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g21c166002de_0_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7" name="Google Shape;447;g21c166002de_0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g11db554e79e_0_2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3" name="Google Shape;453;g11db554e79e_0_2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g218d5ee265e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0" name="Google Shape;460;g218d5ee265e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g11db554e79e_0_2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7" name="Google Shape;467;g11db554e79e_0_2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g11db554e79e_0_2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5" name="Google Shape;475;g11db554e79e_0_2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Como Se comunican?????</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g11db554e79e_0_3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2" name="Google Shape;482;g11db554e79e_0_3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Como Se comunican?????</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7" name="Shape 487"/>
        <p:cNvGrpSpPr/>
        <p:nvPr/>
      </p:nvGrpSpPr>
      <p:grpSpPr>
        <a:xfrm>
          <a:off x="0" y="0"/>
          <a:ext cx="0" cy="0"/>
          <a:chOff x="0" y="0"/>
          <a:chExt cx="0" cy="0"/>
        </a:xfrm>
      </p:grpSpPr>
      <p:sp>
        <p:nvSpPr>
          <p:cNvPr id="488" name="Google Shape;488;g21beb4937ff_0_1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9" name="Google Shape;489;g21beb4937ff_0_1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Como Se comunican?????</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 name="Shape 493"/>
        <p:cNvGrpSpPr/>
        <p:nvPr/>
      </p:nvGrpSpPr>
      <p:grpSpPr>
        <a:xfrm>
          <a:off x="0" y="0"/>
          <a:ext cx="0" cy="0"/>
          <a:chOff x="0" y="0"/>
          <a:chExt cx="0" cy="0"/>
        </a:xfrm>
      </p:grpSpPr>
      <p:sp>
        <p:nvSpPr>
          <p:cNvPr id="494" name="Google Shape;494;g21beb4937ff_0_1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5" name="Google Shape;495;g21beb4937ff_0_1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Como Se comunican?????</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0" name="Shape 500"/>
        <p:cNvGrpSpPr/>
        <p:nvPr/>
      </p:nvGrpSpPr>
      <p:grpSpPr>
        <a:xfrm>
          <a:off x="0" y="0"/>
          <a:ext cx="0" cy="0"/>
          <a:chOff x="0" y="0"/>
          <a:chExt cx="0" cy="0"/>
        </a:xfrm>
      </p:grpSpPr>
      <p:sp>
        <p:nvSpPr>
          <p:cNvPr id="501" name="Google Shape;501;g11db554e79e_0_2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2" name="Google Shape;502;g11db554e79e_0_2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6" name="Shape 506"/>
        <p:cNvGrpSpPr/>
        <p:nvPr/>
      </p:nvGrpSpPr>
      <p:grpSpPr>
        <a:xfrm>
          <a:off x="0" y="0"/>
          <a:ext cx="0" cy="0"/>
          <a:chOff x="0" y="0"/>
          <a:chExt cx="0" cy="0"/>
        </a:xfrm>
      </p:grpSpPr>
      <p:sp>
        <p:nvSpPr>
          <p:cNvPr id="507" name="Google Shape;507;g2769666b340_4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8" name="Google Shape;508;g2769666b340_4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2" name="Shape 512"/>
        <p:cNvGrpSpPr/>
        <p:nvPr/>
      </p:nvGrpSpPr>
      <p:grpSpPr>
        <a:xfrm>
          <a:off x="0" y="0"/>
          <a:ext cx="0" cy="0"/>
          <a:chOff x="0" y="0"/>
          <a:chExt cx="0" cy="0"/>
        </a:xfrm>
      </p:grpSpPr>
      <p:sp>
        <p:nvSpPr>
          <p:cNvPr id="513" name="Google Shape;513;g2769666b340_4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4" name="Google Shape;514;g2769666b340_4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8" name="Shape 518"/>
        <p:cNvGrpSpPr/>
        <p:nvPr/>
      </p:nvGrpSpPr>
      <p:grpSpPr>
        <a:xfrm>
          <a:off x="0" y="0"/>
          <a:ext cx="0" cy="0"/>
          <a:chOff x="0" y="0"/>
          <a:chExt cx="0" cy="0"/>
        </a:xfrm>
      </p:grpSpPr>
      <p:sp>
        <p:nvSpPr>
          <p:cNvPr id="519" name="Google Shape;519;g11db554e79e_0_2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0" name="Google Shape;520;g11db554e79e_0_2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g21c166002de_0_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6" name="Google Shape;526;g21c166002de_0_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0" name="Shape 530"/>
        <p:cNvGrpSpPr/>
        <p:nvPr/>
      </p:nvGrpSpPr>
      <p:grpSpPr>
        <a:xfrm>
          <a:off x="0" y="0"/>
          <a:ext cx="0" cy="0"/>
          <a:chOff x="0" y="0"/>
          <a:chExt cx="0" cy="0"/>
        </a:xfrm>
      </p:grpSpPr>
      <p:sp>
        <p:nvSpPr>
          <p:cNvPr id="531" name="Google Shape;531;g11db554e79e_0_2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2" name="Google Shape;532;g11db554e79e_0_2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6" name="Shape 556"/>
        <p:cNvGrpSpPr/>
        <p:nvPr/>
      </p:nvGrpSpPr>
      <p:grpSpPr>
        <a:xfrm>
          <a:off x="0" y="0"/>
          <a:ext cx="0" cy="0"/>
          <a:chOff x="0" y="0"/>
          <a:chExt cx="0" cy="0"/>
        </a:xfrm>
      </p:grpSpPr>
      <p:sp>
        <p:nvSpPr>
          <p:cNvPr id="557" name="Google Shape;557;g275f42e06bb_0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8" name="Google Shape;558;g275f42e06bb_0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2" name="Shape 582"/>
        <p:cNvGrpSpPr/>
        <p:nvPr/>
      </p:nvGrpSpPr>
      <p:grpSpPr>
        <a:xfrm>
          <a:off x="0" y="0"/>
          <a:ext cx="0" cy="0"/>
          <a:chOff x="0" y="0"/>
          <a:chExt cx="0" cy="0"/>
        </a:xfrm>
      </p:grpSpPr>
      <p:sp>
        <p:nvSpPr>
          <p:cNvPr id="583" name="Google Shape;583;g2769666b340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4" name="Google Shape;584;g2769666b340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8" name="Shape 588"/>
        <p:cNvGrpSpPr/>
        <p:nvPr/>
      </p:nvGrpSpPr>
      <p:grpSpPr>
        <a:xfrm>
          <a:off x="0" y="0"/>
          <a:ext cx="0" cy="0"/>
          <a:chOff x="0" y="0"/>
          <a:chExt cx="0" cy="0"/>
        </a:xfrm>
      </p:grpSpPr>
      <p:sp>
        <p:nvSpPr>
          <p:cNvPr id="589" name="Google Shape;589;g2769666b340_4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0" name="Google Shape;590;g2769666b340_4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5" name="Shape 595"/>
        <p:cNvGrpSpPr/>
        <p:nvPr/>
      </p:nvGrpSpPr>
      <p:grpSpPr>
        <a:xfrm>
          <a:off x="0" y="0"/>
          <a:ext cx="0" cy="0"/>
          <a:chOff x="0" y="0"/>
          <a:chExt cx="0" cy="0"/>
        </a:xfrm>
      </p:grpSpPr>
      <p:sp>
        <p:nvSpPr>
          <p:cNvPr id="596" name="Google Shape;596;g2769666b340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7" name="Google Shape;597;g2769666b340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2" name="Shape 602"/>
        <p:cNvGrpSpPr/>
        <p:nvPr/>
      </p:nvGrpSpPr>
      <p:grpSpPr>
        <a:xfrm>
          <a:off x="0" y="0"/>
          <a:ext cx="0" cy="0"/>
          <a:chOff x="0" y="0"/>
          <a:chExt cx="0" cy="0"/>
        </a:xfrm>
      </p:grpSpPr>
      <p:sp>
        <p:nvSpPr>
          <p:cNvPr id="603" name="Google Shape;603;g275f42e06bb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4" name="Google Shape;604;g275f42e06bb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8" name="Shape 608"/>
        <p:cNvGrpSpPr/>
        <p:nvPr/>
      </p:nvGrpSpPr>
      <p:grpSpPr>
        <a:xfrm>
          <a:off x="0" y="0"/>
          <a:ext cx="0" cy="0"/>
          <a:chOff x="0" y="0"/>
          <a:chExt cx="0" cy="0"/>
        </a:xfrm>
      </p:grpSpPr>
      <p:sp>
        <p:nvSpPr>
          <p:cNvPr id="609" name="Google Shape;609;g275f42e06bb_0_1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0" name="Google Shape;610;g275f42e06bb_0_1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4" name="Shape 614"/>
        <p:cNvGrpSpPr/>
        <p:nvPr/>
      </p:nvGrpSpPr>
      <p:grpSpPr>
        <a:xfrm>
          <a:off x="0" y="0"/>
          <a:ext cx="0" cy="0"/>
          <a:chOff x="0" y="0"/>
          <a:chExt cx="0" cy="0"/>
        </a:xfrm>
      </p:grpSpPr>
      <p:sp>
        <p:nvSpPr>
          <p:cNvPr id="615" name="Google Shape;615;g2769666b340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6" name="Google Shape;616;g2769666b340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3" name="Shape 683"/>
        <p:cNvGrpSpPr/>
        <p:nvPr/>
      </p:nvGrpSpPr>
      <p:grpSpPr>
        <a:xfrm>
          <a:off x="0" y="0"/>
          <a:ext cx="0" cy="0"/>
          <a:chOff x="0" y="0"/>
          <a:chExt cx="0" cy="0"/>
        </a:xfrm>
      </p:grpSpPr>
      <p:sp>
        <p:nvSpPr>
          <p:cNvPr id="684" name="Google Shape;684;g2769666b340_0_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5" name="Google Shape;685;g2769666b340_0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9" name="Shape 689"/>
        <p:cNvGrpSpPr/>
        <p:nvPr/>
      </p:nvGrpSpPr>
      <p:grpSpPr>
        <a:xfrm>
          <a:off x="0" y="0"/>
          <a:ext cx="0" cy="0"/>
          <a:chOff x="0" y="0"/>
          <a:chExt cx="0" cy="0"/>
        </a:xfrm>
      </p:grpSpPr>
      <p:sp>
        <p:nvSpPr>
          <p:cNvPr id="690" name="Google Shape;690;g2769666b340_0_1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1" name="Google Shape;691;g2769666b340_0_1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5" name="Shape 695"/>
        <p:cNvGrpSpPr/>
        <p:nvPr/>
      </p:nvGrpSpPr>
      <p:grpSpPr>
        <a:xfrm>
          <a:off x="0" y="0"/>
          <a:ext cx="0" cy="0"/>
          <a:chOff x="0" y="0"/>
          <a:chExt cx="0" cy="0"/>
        </a:xfrm>
      </p:grpSpPr>
      <p:sp>
        <p:nvSpPr>
          <p:cNvPr id="696" name="Google Shape;696;g2769666b340_0_1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7" name="Google Shape;697;g2769666b340_0_1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5" name="Shape 705"/>
        <p:cNvGrpSpPr/>
        <p:nvPr/>
      </p:nvGrpSpPr>
      <p:grpSpPr>
        <a:xfrm>
          <a:off x="0" y="0"/>
          <a:ext cx="0" cy="0"/>
          <a:chOff x="0" y="0"/>
          <a:chExt cx="0" cy="0"/>
        </a:xfrm>
      </p:grpSpPr>
      <p:sp>
        <p:nvSpPr>
          <p:cNvPr id="706" name="Google Shape;706;g275f42e06bb_0_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7" name="Google Shape;707;g275f42e06bb_0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1" name="Shape 711"/>
        <p:cNvGrpSpPr/>
        <p:nvPr/>
      </p:nvGrpSpPr>
      <p:grpSpPr>
        <a:xfrm>
          <a:off x="0" y="0"/>
          <a:ext cx="0" cy="0"/>
          <a:chOff x="0" y="0"/>
          <a:chExt cx="0" cy="0"/>
        </a:xfrm>
      </p:grpSpPr>
      <p:sp>
        <p:nvSpPr>
          <p:cNvPr id="712" name="Google Shape;712;g275f42e06bb_0_2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3" name="Google Shape;713;g275f42e06bb_0_2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8" name="Shape 718"/>
        <p:cNvGrpSpPr/>
        <p:nvPr/>
      </p:nvGrpSpPr>
      <p:grpSpPr>
        <a:xfrm>
          <a:off x="0" y="0"/>
          <a:ext cx="0" cy="0"/>
          <a:chOff x="0" y="0"/>
          <a:chExt cx="0" cy="0"/>
        </a:xfrm>
      </p:grpSpPr>
      <p:sp>
        <p:nvSpPr>
          <p:cNvPr id="719" name="Google Shape;719;g2769666b340_4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0" name="Google Shape;720;g2769666b340_4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5" name="Shape 725"/>
        <p:cNvGrpSpPr/>
        <p:nvPr/>
      </p:nvGrpSpPr>
      <p:grpSpPr>
        <a:xfrm>
          <a:off x="0" y="0"/>
          <a:ext cx="0" cy="0"/>
          <a:chOff x="0" y="0"/>
          <a:chExt cx="0" cy="0"/>
        </a:xfrm>
      </p:grpSpPr>
      <p:sp>
        <p:nvSpPr>
          <p:cNvPr id="726" name="Google Shape;726;g2769666b340_4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7" name="Google Shape;727;g2769666b340_4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2" name="Shape 732"/>
        <p:cNvGrpSpPr/>
        <p:nvPr/>
      </p:nvGrpSpPr>
      <p:grpSpPr>
        <a:xfrm>
          <a:off x="0" y="0"/>
          <a:ext cx="0" cy="0"/>
          <a:chOff x="0" y="0"/>
          <a:chExt cx="0" cy="0"/>
        </a:xfrm>
      </p:grpSpPr>
      <p:sp>
        <p:nvSpPr>
          <p:cNvPr id="733" name="Google Shape;733;g2769666b340_4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4" name="Google Shape;734;g2769666b340_4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9" name="Shape 739"/>
        <p:cNvGrpSpPr/>
        <p:nvPr/>
      </p:nvGrpSpPr>
      <p:grpSpPr>
        <a:xfrm>
          <a:off x="0" y="0"/>
          <a:ext cx="0" cy="0"/>
          <a:chOff x="0" y="0"/>
          <a:chExt cx="0" cy="0"/>
        </a:xfrm>
      </p:grpSpPr>
      <p:sp>
        <p:nvSpPr>
          <p:cNvPr id="740" name="Google Shape;740;g275f42e06bb_0_2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1" name="Google Shape;741;g275f42e06bb_0_2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5" name="Shape 745"/>
        <p:cNvGrpSpPr/>
        <p:nvPr/>
      </p:nvGrpSpPr>
      <p:grpSpPr>
        <a:xfrm>
          <a:off x="0" y="0"/>
          <a:ext cx="0" cy="0"/>
          <a:chOff x="0" y="0"/>
          <a:chExt cx="0" cy="0"/>
        </a:xfrm>
      </p:grpSpPr>
      <p:sp>
        <p:nvSpPr>
          <p:cNvPr id="746" name="Google Shape;746;g275f42e06bb_0_2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7" name="Google Shape;747;g275f42e06bb_0_2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2" name="Shape 752"/>
        <p:cNvGrpSpPr/>
        <p:nvPr/>
      </p:nvGrpSpPr>
      <p:grpSpPr>
        <a:xfrm>
          <a:off x="0" y="0"/>
          <a:ext cx="0" cy="0"/>
          <a:chOff x="0" y="0"/>
          <a:chExt cx="0" cy="0"/>
        </a:xfrm>
      </p:grpSpPr>
      <p:sp>
        <p:nvSpPr>
          <p:cNvPr id="753" name="Google Shape;753;g2769666b340_4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4" name="Google Shape;754;g2769666b340_4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8" name="Shape 758"/>
        <p:cNvGrpSpPr/>
        <p:nvPr/>
      </p:nvGrpSpPr>
      <p:grpSpPr>
        <a:xfrm>
          <a:off x="0" y="0"/>
          <a:ext cx="0" cy="0"/>
          <a:chOff x="0" y="0"/>
          <a:chExt cx="0" cy="0"/>
        </a:xfrm>
      </p:grpSpPr>
      <p:sp>
        <p:nvSpPr>
          <p:cNvPr id="759" name="Google Shape;759;g2769666b340_4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0" name="Google Shape;760;g2769666b340_4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4" name="Shape 764"/>
        <p:cNvGrpSpPr/>
        <p:nvPr/>
      </p:nvGrpSpPr>
      <p:grpSpPr>
        <a:xfrm>
          <a:off x="0" y="0"/>
          <a:ext cx="0" cy="0"/>
          <a:chOff x="0" y="0"/>
          <a:chExt cx="0" cy="0"/>
        </a:xfrm>
      </p:grpSpPr>
      <p:sp>
        <p:nvSpPr>
          <p:cNvPr id="765" name="Google Shape;765;g2769666b340_4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6" name="Google Shape;766;g2769666b340_4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1" name="Shape 771"/>
        <p:cNvGrpSpPr/>
        <p:nvPr/>
      </p:nvGrpSpPr>
      <p:grpSpPr>
        <a:xfrm>
          <a:off x="0" y="0"/>
          <a:ext cx="0" cy="0"/>
          <a:chOff x="0" y="0"/>
          <a:chExt cx="0" cy="0"/>
        </a:xfrm>
      </p:grpSpPr>
      <p:sp>
        <p:nvSpPr>
          <p:cNvPr id="772" name="Google Shape;772;g2769666b340_4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3" name="Google Shape;773;g2769666b340_4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7" name="Shape 777"/>
        <p:cNvGrpSpPr/>
        <p:nvPr/>
      </p:nvGrpSpPr>
      <p:grpSpPr>
        <a:xfrm>
          <a:off x="0" y="0"/>
          <a:ext cx="0" cy="0"/>
          <a:chOff x="0" y="0"/>
          <a:chExt cx="0" cy="0"/>
        </a:xfrm>
      </p:grpSpPr>
      <p:sp>
        <p:nvSpPr>
          <p:cNvPr id="778" name="Google Shape;778;g2769666b340_4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9" name="Google Shape;779;g2769666b340_4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4" name="Shape 784"/>
        <p:cNvGrpSpPr/>
        <p:nvPr/>
      </p:nvGrpSpPr>
      <p:grpSpPr>
        <a:xfrm>
          <a:off x="0" y="0"/>
          <a:ext cx="0" cy="0"/>
          <a:chOff x="0" y="0"/>
          <a:chExt cx="0" cy="0"/>
        </a:xfrm>
      </p:grpSpPr>
      <p:sp>
        <p:nvSpPr>
          <p:cNvPr id="785" name="Google Shape;785;g2769666b340_4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6" name="Google Shape;786;g2769666b340_4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0" name="Shape 790"/>
        <p:cNvGrpSpPr/>
        <p:nvPr/>
      </p:nvGrpSpPr>
      <p:grpSpPr>
        <a:xfrm>
          <a:off x="0" y="0"/>
          <a:ext cx="0" cy="0"/>
          <a:chOff x="0" y="0"/>
          <a:chExt cx="0" cy="0"/>
        </a:xfrm>
      </p:grpSpPr>
      <p:sp>
        <p:nvSpPr>
          <p:cNvPr id="791" name="Google Shape;791;g2769666b340_4_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2" name="Google Shape;792;g2769666b340_4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6" name="Shape 796"/>
        <p:cNvGrpSpPr/>
        <p:nvPr/>
      </p:nvGrpSpPr>
      <p:grpSpPr>
        <a:xfrm>
          <a:off x="0" y="0"/>
          <a:ext cx="0" cy="0"/>
          <a:chOff x="0" y="0"/>
          <a:chExt cx="0" cy="0"/>
        </a:xfrm>
      </p:grpSpPr>
      <p:sp>
        <p:nvSpPr>
          <p:cNvPr id="797" name="Google Shape;797;g2769666b340_4_1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8" name="Google Shape;798;g2769666b340_4_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3" name="Shape 803"/>
        <p:cNvGrpSpPr/>
        <p:nvPr/>
      </p:nvGrpSpPr>
      <p:grpSpPr>
        <a:xfrm>
          <a:off x="0" y="0"/>
          <a:ext cx="0" cy="0"/>
          <a:chOff x="0" y="0"/>
          <a:chExt cx="0" cy="0"/>
        </a:xfrm>
      </p:grpSpPr>
      <p:sp>
        <p:nvSpPr>
          <p:cNvPr id="804" name="Google Shape;804;g2769666b340_4_1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5" name="Google Shape;805;g2769666b340_4_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0" name="Shape 810"/>
        <p:cNvGrpSpPr/>
        <p:nvPr/>
      </p:nvGrpSpPr>
      <p:grpSpPr>
        <a:xfrm>
          <a:off x="0" y="0"/>
          <a:ext cx="0" cy="0"/>
          <a:chOff x="0" y="0"/>
          <a:chExt cx="0" cy="0"/>
        </a:xfrm>
      </p:grpSpPr>
      <p:sp>
        <p:nvSpPr>
          <p:cNvPr id="811" name="Google Shape;811;g2769666b340_4_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2" name="Google Shape;812;g2769666b340_4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7" name="Shape 817"/>
        <p:cNvGrpSpPr/>
        <p:nvPr/>
      </p:nvGrpSpPr>
      <p:grpSpPr>
        <a:xfrm>
          <a:off x="0" y="0"/>
          <a:ext cx="0" cy="0"/>
          <a:chOff x="0" y="0"/>
          <a:chExt cx="0" cy="0"/>
        </a:xfrm>
      </p:grpSpPr>
      <p:sp>
        <p:nvSpPr>
          <p:cNvPr id="818" name="Google Shape;818;g2f3a23aa5f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9" name="Google Shape;819;g2f3a23aa5f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3" name="Shape 823"/>
        <p:cNvGrpSpPr/>
        <p:nvPr/>
      </p:nvGrpSpPr>
      <p:grpSpPr>
        <a:xfrm>
          <a:off x="0" y="0"/>
          <a:ext cx="0" cy="0"/>
          <a:chOff x="0" y="0"/>
          <a:chExt cx="0" cy="0"/>
        </a:xfrm>
      </p:grpSpPr>
      <p:sp>
        <p:nvSpPr>
          <p:cNvPr id="824" name="Google Shape;824;g2769666b340_4_1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5" name="Google Shape;825;g2769666b340_4_1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0" name="Shape 830"/>
        <p:cNvGrpSpPr/>
        <p:nvPr/>
      </p:nvGrpSpPr>
      <p:grpSpPr>
        <a:xfrm>
          <a:off x="0" y="0"/>
          <a:ext cx="0" cy="0"/>
          <a:chOff x="0" y="0"/>
          <a:chExt cx="0" cy="0"/>
        </a:xfrm>
      </p:grpSpPr>
      <p:sp>
        <p:nvSpPr>
          <p:cNvPr id="831" name="Google Shape;831;g2769666b340_4_1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2" name="Google Shape;832;g2769666b340_4_1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1" name="Shape 841"/>
        <p:cNvGrpSpPr/>
        <p:nvPr/>
      </p:nvGrpSpPr>
      <p:grpSpPr>
        <a:xfrm>
          <a:off x="0" y="0"/>
          <a:ext cx="0" cy="0"/>
          <a:chOff x="0" y="0"/>
          <a:chExt cx="0" cy="0"/>
        </a:xfrm>
      </p:grpSpPr>
      <p:sp>
        <p:nvSpPr>
          <p:cNvPr id="842" name="Google Shape;842;g1f3e47deb65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3" name="Google Shape;843;g1f3e47deb65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8" name="Shape 848"/>
        <p:cNvGrpSpPr/>
        <p:nvPr/>
      </p:nvGrpSpPr>
      <p:grpSpPr>
        <a:xfrm>
          <a:off x="0" y="0"/>
          <a:ext cx="0" cy="0"/>
          <a:chOff x="0" y="0"/>
          <a:chExt cx="0" cy="0"/>
        </a:xfrm>
      </p:grpSpPr>
      <p:sp>
        <p:nvSpPr>
          <p:cNvPr id="849" name="Google Shape;849;g1f3e47deb65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0" name="Google Shape;850;g1f3e47deb65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4" name="Shape 854"/>
        <p:cNvGrpSpPr/>
        <p:nvPr/>
      </p:nvGrpSpPr>
      <p:grpSpPr>
        <a:xfrm>
          <a:off x="0" y="0"/>
          <a:ext cx="0" cy="0"/>
          <a:chOff x="0" y="0"/>
          <a:chExt cx="0" cy="0"/>
        </a:xfrm>
      </p:grpSpPr>
      <p:sp>
        <p:nvSpPr>
          <p:cNvPr id="855" name="Google Shape;855;g1f3e47deb65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6" name="Google Shape;856;g1f3e47deb65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0" name="Shape 860"/>
        <p:cNvGrpSpPr/>
        <p:nvPr/>
      </p:nvGrpSpPr>
      <p:grpSpPr>
        <a:xfrm>
          <a:off x="0" y="0"/>
          <a:ext cx="0" cy="0"/>
          <a:chOff x="0" y="0"/>
          <a:chExt cx="0" cy="0"/>
        </a:xfrm>
      </p:grpSpPr>
      <p:sp>
        <p:nvSpPr>
          <p:cNvPr id="861" name="Google Shape;861;g1f3e47deb65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2" name="Google Shape;862;g1f3e47deb65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6" name="Shape 866"/>
        <p:cNvGrpSpPr/>
        <p:nvPr/>
      </p:nvGrpSpPr>
      <p:grpSpPr>
        <a:xfrm>
          <a:off x="0" y="0"/>
          <a:ext cx="0" cy="0"/>
          <a:chOff x="0" y="0"/>
          <a:chExt cx="0" cy="0"/>
        </a:xfrm>
      </p:grpSpPr>
      <p:sp>
        <p:nvSpPr>
          <p:cNvPr id="867" name="Google Shape;867;g2769666b340_4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8" name="Google Shape;868;g2769666b340_4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lvl1pPr lvl="0" rtl="0">
              <a:spcBef>
                <a:spcPts val="0"/>
              </a:spcBef>
              <a:spcAft>
                <a:spcPts val="0"/>
              </a:spcAft>
              <a:buSzPts val="4200"/>
              <a:buNone/>
              <a:defRPr sz="4200"/>
            </a:lvl1pPr>
            <a:lvl2pPr lvl="1" rtl="0">
              <a:spcBef>
                <a:spcPts val="0"/>
              </a:spcBef>
              <a:spcAft>
                <a:spcPts val="0"/>
              </a:spcAft>
              <a:buSzPts val="4200"/>
              <a:buNone/>
              <a:defRPr sz="4200"/>
            </a:lvl2pPr>
            <a:lvl3pPr lvl="2" rtl="0">
              <a:spcBef>
                <a:spcPts val="0"/>
              </a:spcBef>
              <a:spcAft>
                <a:spcPts val="0"/>
              </a:spcAft>
              <a:buSzPts val="4200"/>
              <a:buNone/>
              <a:defRPr sz="4200"/>
            </a:lvl3pPr>
            <a:lvl4pPr lvl="3" rtl="0">
              <a:spcBef>
                <a:spcPts val="0"/>
              </a:spcBef>
              <a:spcAft>
                <a:spcPts val="0"/>
              </a:spcAft>
              <a:buSzPts val="4200"/>
              <a:buNone/>
              <a:defRPr sz="4200"/>
            </a:lvl4pPr>
            <a:lvl5pPr lvl="4" rtl="0">
              <a:spcBef>
                <a:spcPts val="0"/>
              </a:spcBef>
              <a:spcAft>
                <a:spcPts val="0"/>
              </a:spcAft>
              <a:buSzPts val="4200"/>
              <a:buNone/>
              <a:defRPr sz="4200"/>
            </a:lvl5pPr>
            <a:lvl6pPr lvl="5" rtl="0">
              <a:spcBef>
                <a:spcPts val="0"/>
              </a:spcBef>
              <a:spcAft>
                <a:spcPts val="0"/>
              </a:spcAft>
              <a:buSzPts val="4200"/>
              <a:buNone/>
              <a:defRPr sz="4200"/>
            </a:lvl6pPr>
            <a:lvl7pPr lvl="6" rtl="0">
              <a:spcBef>
                <a:spcPts val="0"/>
              </a:spcBef>
              <a:spcAft>
                <a:spcPts val="0"/>
              </a:spcAft>
              <a:buSzPts val="4200"/>
              <a:buNone/>
              <a:defRPr sz="4200"/>
            </a:lvl7pPr>
            <a:lvl8pPr lvl="7" rtl="0">
              <a:spcBef>
                <a:spcPts val="0"/>
              </a:spcBef>
              <a:spcAft>
                <a:spcPts val="0"/>
              </a:spcAft>
              <a:buSzPts val="4200"/>
              <a:buNone/>
              <a:defRPr sz="4200"/>
            </a:lvl8pPr>
            <a:lvl9pPr lvl="8" rtl="0">
              <a:spcBef>
                <a:spcPts val="0"/>
              </a:spcBef>
              <a:spcAft>
                <a:spcPts val="0"/>
              </a:spcAft>
              <a:buSzPts val="4200"/>
              <a:buNone/>
              <a:defRPr sz="4200"/>
            </a:lvl9pPr>
          </a:lstStyle>
          <a:p/>
        </p:txBody>
      </p:sp>
      <p:sp>
        <p:nvSpPr>
          <p:cNvPr id="15" name="Google Shape;15;p2"/>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SzPts val="1600"/>
              <a:buNone/>
              <a:defRPr sz="1600"/>
            </a:lvl1pPr>
            <a:lvl2pPr lvl="1" rtl="0">
              <a:lnSpc>
                <a:spcPct val="100000"/>
              </a:lnSpc>
              <a:spcBef>
                <a:spcPts val="0"/>
              </a:spcBef>
              <a:spcAft>
                <a:spcPts val="0"/>
              </a:spcAft>
              <a:buSzPts val="1600"/>
              <a:buNone/>
              <a:defRPr sz="1600"/>
            </a:lvl2pPr>
            <a:lvl3pPr lvl="2" rtl="0">
              <a:lnSpc>
                <a:spcPct val="100000"/>
              </a:lnSpc>
              <a:spcBef>
                <a:spcPts val="0"/>
              </a:spcBef>
              <a:spcAft>
                <a:spcPts val="0"/>
              </a:spcAft>
              <a:buSzPts val="1600"/>
              <a:buNone/>
              <a:defRPr sz="1600"/>
            </a:lvl3pPr>
            <a:lvl4pPr lvl="3" rtl="0">
              <a:lnSpc>
                <a:spcPct val="100000"/>
              </a:lnSpc>
              <a:spcBef>
                <a:spcPts val="0"/>
              </a:spcBef>
              <a:spcAft>
                <a:spcPts val="0"/>
              </a:spcAft>
              <a:buSzPts val="1600"/>
              <a:buNone/>
              <a:defRPr sz="1600"/>
            </a:lvl4pPr>
            <a:lvl5pPr lvl="4" rtl="0">
              <a:lnSpc>
                <a:spcPct val="100000"/>
              </a:lnSpc>
              <a:spcBef>
                <a:spcPts val="0"/>
              </a:spcBef>
              <a:spcAft>
                <a:spcPts val="0"/>
              </a:spcAft>
              <a:buSzPts val="1600"/>
              <a:buNone/>
              <a:defRPr sz="1600"/>
            </a:lvl5pPr>
            <a:lvl6pPr lvl="5" rtl="0">
              <a:lnSpc>
                <a:spcPct val="100000"/>
              </a:lnSpc>
              <a:spcBef>
                <a:spcPts val="0"/>
              </a:spcBef>
              <a:spcAft>
                <a:spcPts val="0"/>
              </a:spcAft>
              <a:buSzPts val="1600"/>
              <a:buNone/>
              <a:defRPr sz="1600"/>
            </a:lvl6pPr>
            <a:lvl7pPr lvl="6" rtl="0">
              <a:lnSpc>
                <a:spcPct val="100000"/>
              </a:lnSpc>
              <a:spcBef>
                <a:spcPts val="0"/>
              </a:spcBef>
              <a:spcAft>
                <a:spcPts val="0"/>
              </a:spcAft>
              <a:buSzPts val="1600"/>
              <a:buNone/>
              <a:defRPr sz="1600"/>
            </a:lvl7pPr>
            <a:lvl8pPr lvl="7" rtl="0">
              <a:lnSpc>
                <a:spcPct val="100000"/>
              </a:lnSpc>
              <a:spcBef>
                <a:spcPts val="0"/>
              </a:spcBef>
              <a:spcAft>
                <a:spcPts val="0"/>
              </a:spcAft>
              <a:buSzPts val="1600"/>
              <a:buNone/>
              <a:defRPr sz="1600"/>
            </a:lvl8pPr>
            <a:lvl9pPr lvl="8" rtl="0">
              <a:lnSpc>
                <a:spcPct val="100000"/>
              </a:lnSpc>
              <a:spcBef>
                <a:spcPts val="0"/>
              </a:spcBef>
              <a:spcAft>
                <a:spcPts val="0"/>
              </a:spcAft>
              <a:buSzPts val="1600"/>
              <a:buNone/>
              <a:defRPr sz="1600"/>
            </a:lvl9pPr>
          </a:lstStyle>
          <a:p/>
        </p:txBody>
      </p:sp>
      <p:sp>
        <p:nvSpPr>
          <p:cNvPr id="16" name="Google Shape;16;p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7"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3"/>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600"/>
              <a:buNone/>
              <a:defRPr sz="3600">
                <a:solidFill>
                  <a:schemeClr val="lt1"/>
                </a:solidFill>
              </a:defRPr>
            </a:lvl1pPr>
            <a:lvl2pPr lvl="1" rtl="0">
              <a:spcBef>
                <a:spcPts val="0"/>
              </a:spcBef>
              <a:spcAft>
                <a:spcPts val="0"/>
              </a:spcAft>
              <a:buClr>
                <a:schemeClr val="lt1"/>
              </a:buClr>
              <a:buSzPts val="3600"/>
              <a:buNone/>
              <a:defRPr sz="3600">
                <a:solidFill>
                  <a:schemeClr val="lt1"/>
                </a:solidFill>
              </a:defRPr>
            </a:lvl2pPr>
            <a:lvl3pPr lvl="2" rtl="0">
              <a:spcBef>
                <a:spcPts val="0"/>
              </a:spcBef>
              <a:spcAft>
                <a:spcPts val="0"/>
              </a:spcAft>
              <a:buClr>
                <a:schemeClr val="lt1"/>
              </a:buClr>
              <a:buSzPts val="3600"/>
              <a:buNone/>
              <a:defRPr sz="3600">
                <a:solidFill>
                  <a:schemeClr val="lt1"/>
                </a:solidFill>
              </a:defRPr>
            </a:lvl3pPr>
            <a:lvl4pPr lvl="3" rtl="0">
              <a:spcBef>
                <a:spcPts val="0"/>
              </a:spcBef>
              <a:spcAft>
                <a:spcPts val="0"/>
              </a:spcAft>
              <a:buClr>
                <a:schemeClr val="lt1"/>
              </a:buClr>
              <a:buSzPts val="3600"/>
              <a:buNone/>
              <a:defRPr sz="3600">
                <a:solidFill>
                  <a:schemeClr val="lt1"/>
                </a:solidFill>
              </a:defRPr>
            </a:lvl4pPr>
            <a:lvl5pPr lvl="4" rtl="0">
              <a:spcBef>
                <a:spcPts val="0"/>
              </a:spcBef>
              <a:spcAft>
                <a:spcPts val="0"/>
              </a:spcAft>
              <a:buClr>
                <a:schemeClr val="lt1"/>
              </a:buClr>
              <a:buSzPts val="3600"/>
              <a:buNone/>
              <a:defRPr sz="3600">
                <a:solidFill>
                  <a:schemeClr val="lt1"/>
                </a:solidFill>
              </a:defRPr>
            </a:lvl5pPr>
            <a:lvl6pPr lvl="5" rtl="0">
              <a:spcBef>
                <a:spcPts val="0"/>
              </a:spcBef>
              <a:spcAft>
                <a:spcPts val="0"/>
              </a:spcAft>
              <a:buClr>
                <a:schemeClr val="lt1"/>
              </a:buClr>
              <a:buSzPts val="3600"/>
              <a:buNone/>
              <a:defRPr sz="3600">
                <a:solidFill>
                  <a:schemeClr val="lt1"/>
                </a:solidFill>
              </a:defRPr>
            </a:lvl6pPr>
            <a:lvl7pPr lvl="6" rtl="0">
              <a:spcBef>
                <a:spcPts val="0"/>
              </a:spcBef>
              <a:spcAft>
                <a:spcPts val="0"/>
              </a:spcAft>
              <a:buClr>
                <a:schemeClr val="lt1"/>
              </a:buClr>
              <a:buSzPts val="3600"/>
              <a:buNone/>
              <a:defRPr sz="3600">
                <a:solidFill>
                  <a:schemeClr val="lt1"/>
                </a:solidFill>
              </a:defRPr>
            </a:lvl7pPr>
            <a:lvl8pPr lvl="7" rtl="0">
              <a:spcBef>
                <a:spcPts val="0"/>
              </a:spcBef>
              <a:spcAft>
                <a:spcPts val="0"/>
              </a:spcAft>
              <a:buClr>
                <a:schemeClr val="lt1"/>
              </a:buClr>
              <a:buSzPts val="3600"/>
              <a:buNone/>
              <a:defRPr sz="3600">
                <a:solidFill>
                  <a:schemeClr val="lt1"/>
                </a:solidFill>
              </a:defRPr>
            </a:lvl8pPr>
            <a:lvl9pPr lvl="8" rtl="0">
              <a:spcBef>
                <a:spcPts val="0"/>
              </a:spcBef>
              <a:spcAft>
                <a:spcPts val="0"/>
              </a:spcAft>
              <a:buClr>
                <a:schemeClr val="lt1"/>
              </a:buClr>
              <a:buSzPts val="3600"/>
              <a:buNone/>
              <a:defRPr sz="3600">
                <a:solidFill>
                  <a:schemeClr val="lt1"/>
                </a:solidFill>
              </a:defRPr>
            </a:lvl9pPr>
          </a:lstStyle>
          <a:p/>
        </p:txBody>
      </p:sp>
      <p:sp>
        <p:nvSpPr>
          <p:cNvPr id="22" name="Google Shape;22;p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4"/>
          <p:cNvSpPr txBox="1"/>
          <p:nvPr>
            <p:ph type="title"/>
          </p:nvPr>
        </p:nvSpPr>
        <p:spPr>
          <a:xfrm>
            <a:off x="729450" y="1318650"/>
            <a:ext cx="7688700" cy="535200"/>
          </a:xfrm>
          <a:prstGeom prst="rect">
            <a:avLst/>
          </a:prstGeom>
        </p:spPr>
        <p:txBody>
          <a:bodyPr anchorCtr="0" anchor="t" bIns="91425" lIns="91425" spcFirstLastPara="1" rIns="91425" wrap="square" tIns="91425">
            <a:normAutofit/>
          </a:bodyPr>
          <a:lstStyle>
            <a:lvl1pPr lvl="0" rtl="0">
              <a:spcBef>
                <a:spcPts val="0"/>
              </a:spcBef>
              <a:spcAft>
                <a:spcPts val="0"/>
              </a:spcAft>
              <a:buSzPts val="2600"/>
              <a:buNone/>
              <a:defRPr sz="2600"/>
            </a:lvl1pPr>
            <a:lvl2pPr lvl="1" rtl="0">
              <a:spcBef>
                <a:spcPts val="0"/>
              </a:spcBef>
              <a:spcAft>
                <a:spcPts val="0"/>
              </a:spcAft>
              <a:buSzPts val="2600"/>
              <a:buNone/>
              <a:defRPr sz="2600"/>
            </a:lvl2pPr>
            <a:lvl3pPr lvl="2" rtl="0">
              <a:spcBef>
                <a:spcPts val="0"/>
              </a:spcBef>
              <a:spcAft>
                <a:spcPts val="0"/>
              </a:spcAft>
              <a:buSzPts val="2600"/>
              <a:buNone/>
              <a:defRPr sz="2600"/>
            </a:lvl3pPr>
            <a:lvl4pPr lvl="3" rtl="0">
              <a:spcBef>
                <a:spcPts val="0"/>
              </a:spcBef>
              <a:spcAft>
                <a:spcPts val="0"/>
              </a:spcAft>
              <a:buSzPts val="2600"/>
              <a:buNone/>
              <a:defRPr sz="2600"/>
            </a:lvl4pPr>
            <a:lvl5pPr lvl="4" rtl="0">
              <a:spcBef>
                <a:spcPts val="0"/>
              </a:spcBef>
              <a:spcAft>
                <a:spcPts val="0"/>
              </a:spcAft>
              <a:buSzPts val="2600"/>
              <a:buNone/>
              <a:defRPr sz="2600"/>
            </a:lvl5pPr>
            <a:lvl6pPr lvl="5" rtl="0">
              <a:spcBef>
                <a:spcPts val="0"/>
              </a:spcBef>
              <a:spcAft>
                <a:spcPts val="0"/>
              </a:spcAft>
              <a:buSzPts val="2600"/>
              <a:buNone/>
              <a:defRPr sz="2600"/>
            </a:lvl6pPr>
            <a:lvl7pPr lvl="6" rtl="0">
              <a:spcBef>
                <a:spcPts val="0"/>
              </a:spcBef>
              <a:spcAft>
                <a:spcPts val="0"/>
              </a:spcAft>
              <a:buSzPts val="2600"/>
              <a:buNone/>
              <a:defRPr sz="2600"/>
            </a:lvl7pPr>
            <a:lvl8pPr lvl="7" rtl="0">
              <a:spcBef>
                <a:spcPts val="0"/>
              </a:spcBef>
              <a:spcAft>
                <a:spcPts val="0"/>
              </a:spcAft>
              <a:buSzPts val="2600"/>
              <a:buNone/>
              <a:defRPr sz="2600"/>
            </a:lvl8pPr>
            <a:lvl9pPr lvl="8" rtl="0">
              <a:spcBef>
                <a:spcPts val="0"/>
              </a:spcBef>
              <a:spcAft>
                <a:spcPts val="0"/>
              </a:spcAft>
              <a:buSzPts val="2600"/>
              <a:buNone/>
              <a:defRPr sz="2600"/>
            </a:lvl9pPr>
          </a:lstStyle>
          <a:p/>
        </p:txBody>
      </p:sp>
      <p:sp>
        <p:nvSpPr>
          <p:cNvPr id="26" name="Google Shape;26;p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lvl1pPr indent="-311150" lvl="0" marL="457200" rtl="0">
              <a:spcBef>
                <a:spcPts val="0"/>
              </a:spcBef>
              <a:spcAft>
                <a:spcPts val="0"/>
              </a:spcAft>
              <a:buSzPts val="1300"/>
              <a:buChar char="●"/>
              <a:defRPr/>
            </a:lvl1pPr>
            <a:lvl2pPr indent="-298450" lvl="1" marL="914400" rtl="0">
              <a:spcBef>
                <a:spcPts val="0"/>
              </a:spcBef>
              <a:spcAft>
                <a:spcPts val="0"/>
              </a:spcAft>
              <a:buSzPts val="1100"/>
              <a:buChar char="○"/>
              <a:defRPr/>
            </a:lvl2pPr>
            <a:lvl3pPr indent="-298450" lvl="2" marL="1371600" rtl="0">
              <a:spcBef>
                <a:spcPts val="0"/>
              </a:spcBef>
              <a:spcAft>
                <a:spcPts val="0"/>
              </a:spcAft>
              <a:buSzPts val="1100"/>
              <a:buChar char="■"/>
              <a:defRPr/>
            </a:lvl3pPr>
            <a:lvl4pPr indent="-298450" lvl="3" marL="1828800" rtl="0">
              <a:spcBef>
                <a:spcPts val="0"/>
              </a:spcBef>
              <a:spcAft>
                <a:spcPts val="0"/>
              </a:spcAft>
              <a:buSzPts val="1100"/>
              <a:buChar char="●"/>
              <a:defRPr/>
            </a:lvl4pPr>
            <a:lvl5pPr indent="-298450" lvl="4" marL="2286000" rtl="0">
              <a:spcBef>
                <a:spcPts val="0"/>
              </a:spcBef>
              <a:spcAft>
                <a:spcPts val="0"/>
              </a:spcAft>
              <a:buSzPts val="1100"/>
              <a:buChar char="○"/>
              <a:defRPr/>
            </a:lvl5pPr>
            <a:lvl6pPr indent="-298450" lvl="5" marL="2743200" rtl="0">
              <a:spcBef>
                <a:spcPts val="0"/>
              </a:spcBef>
              <a:spcAft>
                <a:spcPts val="0"/>
              </a:spcAft>
              <a:buSzPts val="1100"/>
              <a:buChar char="■"/>
              <a:defRPr/>
            </a:lvl6pPr>
            <a:lvl7pPr indent="-298450" lvl="6" marL="3200400" rtl="0">
              <a:spcBef>
                <a:spcPts val="0"/>
              </a:spcBef>
              <a:spcAft>
                <a:spcPts val="0"/>
              </a:spcAft>
              <a:buSzPts val="1100"/>
              <a:buChar char="●"/>
              <a:defRPr/>
            </a:lvl7pPr>
            <a:lvl8pPr indent="-298450" lvl="7" marL="3657600" rtl="0">
              <a:spcBef>
                <a:spcPts val="0"/>
              </a:spcBef>
              <a:spcAft>
                <a:spcPts val="0"/>
              </a:spcAft>
              <a:buSzPts val="1100"/>
              <a:buChar char="○"/>
              <a:defRPr/>
            </a:lvl8pPr>
            <a:lvl9pPr indent="-298450" lvl="8" marL="4114800" rtl="0">
              <a:spcBef>
                <a:spcPts val="0"/>
              </a:spcBef>
              <a:spcAft>
                <a:spcPts val="0"/>
              </a:spcAft>
              <a:buSzPts val="1100"/>
              <a:buChar char="■"/>
              <a:defRPr/>
            </a:lvl9pPr>
          </a:lstStyle>
          <a:p/>
        </p:txBody>
      </p:sp>
      <p:sp>
        <p:nvSpPr>
          <p:cNvPr id="27" name="Google Shape;27;p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8" name="Shape 28"/>
        <p:cNvGrpSpPr/>
        <p:nvPr/>
      </p:nvGrpSpPr>
      <p:grpSpPr>
        <a:xfrm>
          <a:off x="0" y="0"/>
          <a:ext cx="0" cy="0"/>
          <a:chOff x="0" y="0"/>
          <a:chExt cx="0" cy="0"/>
        </a:xfrm>
      </p:grpSpPr>
      <p:sp>
        <p:nvSpPr>
          <p:cNvPr id="29" name="Google Shape;29;p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0" name="Google Shape;30;p5"/>
          <p:cNvGrpSpPr/>
          <p:nvPr/>
        </p:nvGrpSpPr>
        <p:grpSpPr>
          <a:xfrm>
            <a:off x="830392" y="1191256"/>
            <a:ext cx="745763" cy="45826"/>
            <a:chOff x="4580561" y="2589004"/>
            <a:chExt cx="1064464" cy="25200"/>
          </a:xfrm>
        </p:grpSpPr>
        <p:sp>
          <p:nvSpPr>
            <p:cNvPr id="31" name="Google Shape;31;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3" name="Google Shape;33;p5"/>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rtl="0">
              <a:spcBef>
                <a:spcPts val="0"/>
              </a:spcBef>
              <a:spcAft>
                <a:spcPts val="0"/>
              </a:spcAft>
              <a:buSzPts val="2600"/>
              <a:buNone/>
              <a:defRPr sz="2600"/>
            </a:lvl1pPr>
            <a:lvl2pPr lvl="1" rtl="0">
              <a:spcBef>
                <a:spcPts val="0"/>
              </a:spcBef>
              <a:spcAft>
                <a:spcPts val="0"/>
              </a:spcAft>
              <a:buSzPts val="2600"/>
              <a:buNone/>
              <a:defRPr sz="2600"/>
            </a:lvl2pPr>
            <a:lvl3pPr lvl="2" rtl="0">
              <a:spcBef>
                <a:spcPts val="0"/>
              </a:spcBef>
              <a:spcAft>
                <a:spcPts val="0"/>
              </a:spcAft>
              <a:buSzPts val="2600"/>
              <a:buNone/>
              <a:defRPr sz="2600"/>
            </a:lvl3pPr>
            <a:lvl4pPr lvl="3" rtl="0">
              <a:spcBef>
                <a:spcPts val="0"/>
              </a:spcBef>
              <a:spcAft>
                <a:spcPts val="0"/>
              </a:spcAft>
              <a:buSzPts val="2600"/>
              <a:buNone/>
              <a:defRPr sz="2600"/>
            </a:lvl4pPr>
            <a:lvl5pPr lvl="4" rtl="0">
              <a:spcBef>
                <a:spcPts val="0"/>
              </a:spcBef>
              <a:spcAft>
                <a:spcPts val="0"/>
              </a:spcAft>
              <a:buSzPts val="2600"/>
              <a:buNone/>
              <a:defRPr sz="2600"/>
            </a:lvl5pPr>
            <a:lvl6pPr lvl="5" rtl="0">
              <a:spcBef>
                <a:spcPts val="0"/>
              </a:spcBef>
              <a:spcAft>
                <a:spcPts val="0"/>
              </a:spcAft>
              <a:buSzPts val="2600"/>
              <a:buNone/>
              <a:defRPr sz="2600"/>
            </a:lvl6pPr>
            <a:lvl7pPr lvl="6" rtl="0">
              <a:spcBef>
                <a:spcPts val="0"/>
              </a:spcBef>
              <a:spcAft>
                <a:spcPts val="0"/>
              </a:spcAft>
              <a:buSzPts val="2600"/>
              <a:buNone/>
              <a:defRPr sz="2600"/>
            </a:lvl7pPr>
            <a:lvl8pPr lvl="7" rtl="0">
              <a:spcBef>
                <a:spcPts val="0"/>
              </a:spcBef>
              <a:spcAft>
                <a:spcPts val="0"/>
              </a:spcAft>
              <a:buSzPts val="2600"/>
              <a:buNone/>
              <a:defRPr sz="2600"/>
            </a:lvl8pPr>
            <a:lvl9pPr lvl="8" rtl="0">
              <a:spcBef>
                <a:spcPts val="0"/>
              </a:spcBef>
              <a:spcAft>
                <a:spcPts val="0"/>
              </a:spcAft>
              <a:buSzPts val="2600"/>
              <a:buNone/>
              <a:defRPr sz="2600"/>
            </a:lvl9pPr>
          </a:lstStyle>
          <a:p/>
        </p:txBody>
      </p:sp>
      <p:sp>
        <p:nvSpPr>
          <p:cNvPr id="34" name="Google Shape;34;p5"/>
          <p:cNvSpPr txBox="1"/>
          <p:nvPr>
            <p:ph idx="1" type="body"/>
          </p:nvPr>
        </p:nvSpPr>
        <p:spPr>
          <a:xfrm>
            <a:off x="729325" y="2078875"/>
            <a:ext cx="3774300" cy="2261100"/>
          </a:xfrm>
          <a:prstGeom prst="rect">
            <a:avLst/>
          </a:prstGeom>
        </p:spPr>
        <p:txBody>
          <a:bodyPr anchorCtr="0" anchor="t" bIns="91425" lIns="91425" spcFirstLastPara="1" rIns="91425" wrap="square" tIns="91425">
            <a:normAutofit/>
          </a:bodyPr>
          <a:lstStyle>
            <a:lvl1pPr indent="-311150" lvl="0" marL="457200" rtl="0">
              <a:spcBef>
                <a:spcPts val="0"/>
              </a:spcBef>
              <a:spcAft>
                <a:spcPts val="0"/>
              </a:spcAft>
              <a:buSzPts val="1300"/>
              <a:buChar char="●"/>
              <a:defRPr/>
            </a:lvl1pPr>
            <a:lvl2pPr indent="-298450" lvl="1" marL="914400" rtl="0">
              <a:spcBef>
                <a:spcPts val="0"/>
              </a:spcBef>
              <a:spcAft>
                <a:spcPts val="0"/>
              </a:spcAft>
              <a:buSzPts val="1100"/>
              <a:buChar char="○"/>
              <a:defRPr/>
            </a:lvl2pPr>
            <a:lvl3pPr indent="-298450" lvl="2" marL="1371600" rtl="0">
              <a:spcBef>
                <a:spcPts val="0"/>
              </a:spcBef>
              <a:spcAft>
                <a:spcPts val="0"/>
              </a:spcAft>
              <a:buSzPts val="1100"/>
              <a:buChar char="■"/>
              <a:defRPr/>
            </a:lvl3pPr>
            <a:lvl4pPr indent="-298450" lvl="3" marL="1828800" rtl="0">
              <a:spcBef>
                <a:spcPts val="0"/>
              </a:spcBef>
              <a:spcAft>
                <a:spcPts val="0"/>
              </a:spcAft>
              <a:buSzPts val="1100"/>
              <a:buChar char="●"/>
              <a:defRPr/>
            </a:lvl4pPr>
            <a:lvl5pPr indent="-298450" lvl="4" marL="2286000" rtl="0">
              <a:spcBef>
                <a:spcPts val="0"/>
              </a:spcBef>
              <a:spcAft>
                <a:spcPts val="0"/>
              </a:spcAft>
              <a:buSzPts val="1100"/>
              <a:buChar char="○"/>
              <a:defRPr/>
            </a:lvl5pPr>
            <a:lvl6pPr indent="-298450" lvl="5" marL="2743200" rtl="0">
              <a:spcBef>
                <a:spcPts val="0"/>
              </a:spcBef>
              <a:spcAft>
                <a:spcPts val="0"/>
              </a:spcAft>
              <a:buSzPts val="1100"/>
              <a:buChar char="■"/>
              <a:defRPr/>
            </a:lvl6pPr>
            <a:lvl7pPr indent="-298450" lvl="6" marL="3200400" rtl="0">
              <a:spcBef>
                <a:spcPts val="0"/>
              </a:spcBef>
              <a:spcAft>
                <a:spcPts val="0"/>
              </a:spcAft>
              <a:buSzPts val="1100"/>
              <a:buChar char="●"/>
              <a:defRPr/>
            </a:lvl7pPr>
            <a:lvl8pPr indent="-298450" lvl="7" marL="3657600" rtl="0">
              <a:spcBef>
                <a:spcPts val="0"/>
              </a:spcBef>
              <a:spcAft>
                <a:spcPts val="0"/>
              </a:spcAft>
              <a:buSzPts val="1100"/>
              <a:buChar char="○"/>
              <a:defRPr/>
            </a:lvl8pPr>
            <a:lvl9pPr indent="-298450" lvl="8" marL="4114800" rtl="0">
              <a:spcBef>
                <a:spcPts val="0"/>
              </a:spcBef>
              <a:spcAft>
                <a:spcPts val="0"/>
              </a:spcAft>
              <a:buSzPts val="1100"/>
              <a:buChar char="■"/>
              <a:defRPr/>
            </a:lvl9pPr>
          </a:lstStyle>
          <a:p/>
        </p:txBody>
      </p:sp>
      <p:sp>
        <p:nvSpPr>
          <p:cNvPr id="35" name="Google Shape;35;p5"/>
          <p:cNvSpPr txBox="1"/>
          <p:nvPr>
            <p:ph idx="2" type="body"/>
          </p:nvPr>
        </p:nvSpPr>
        <p:spPr>
          <a:xfrm>
            <a:off x="4643604" y="2078875"/>
            <a:ext cx="3774300" cy="2261100"/>
          </a:xfrm>
          <a:prstGeom prst="rect">
            <a:avLst/>
          </a:prstGeom>
        </p:spPr>
        <p:txBody>
          <a:bodyPr anchorCtr="0" anchor="t" bIns="91425" lIns="91425" spcFirstLastPara="1" rIns="91425" wrap="square" tIns="91425">
            <a:normAutofit/>
          </a:bodyPr>
          <a:lstStyle>
            <a:lvl1pPr indent="-311150" lvl="0" marL="457200" rtl="0">
              <a:spcBef>
                <a:spcPts val="0"/>
              </a:spcBef>
              <a:spcAft>
                <a:spcPts val="0"/>
              </a:spcAft>
              <a:buSzPts val="1300"/>
              <a:buChar char="●"/>
              <a:defRPr/>
            </a:lvl1pPr>
            <a:lvl2pPr indent="-298450" lvl="1" marL="914400" rtl="0">
              <a:spcBef>
                <a:spcPts val="0"/>
              </a:spcBef>
              <a:spcAft>
                <a:spcPts val="0"/>
              </a:spcAft>
              <a:buSzPts val="1100"/>
              <a:buChar char="○"/>
              <a:defRPr/>
            </a:lvl2pPr>
            <a:lvl3pPr indent="-298450" lvl="2" marL="1371600" rtl="0">
              <a:spcBef>
                <a:spcPts val="0"/>
              </a:spcBef>
              <a:spcAft>
                <a:spcPts val="0"/>
              </a:spcAft>
              <a:buSzPts val="1100"/>
              <a:buChar char="■"/>
              <a:defRPr/>
            </a:lvl3pPr>
            <a:lvl4pPr indent="-298450" lvl="3" marL="1828800" rtl="0">
              <a:spcBef>
                <a:spcPts val="0"/>
              </a:spcBef>
              <a:spcAft>
                <a:spcPts val="0"/>
              </a:spcAft>
              <a:buSzPts val="1100"/>
              <a:buChar char="●"/>
              <a:defRPr/>
            </a:lvl4pPr>
            <a:lvl5pPr indent="-298450" lvl="4" marL="2286000" rtl="0">
              <a:spcBef>
                <a:spcPts val="0"/>
              </a:spcBef>
              <a:spcAft>
                <a:spcPts val="0"/>
              </a:spcAft>
              <a:buSzPts val="1100"/>
              <a:buChar char="○"/>
              <a:defRPr/>
            </a:lvl5pPr>
            <a:lvl6pPr indent="-298450" lvl="5" marL="2743200" rtl="0">
              <a:spcBef>
                <a:spcPts val="0"/>
              </a:spcBef>
              <a:spcAft>
                <a:spcPts val="0"/>
              </a:spcAft>
              <a:buSzPts val="1100"/>
              <a:buChar char="■"/>
              <a:defRPr/>
            </a:lvl6pPr>
            <a:lvl7pPr indent="-298450" lvl="6" marL="3200400" rtl="0">
              <a:spcBef>
                <a:spcPts val="0"/>
              </a:spcBef>
              <a:spcAft>
                <a:spcPts val="0"/>
              </a:spcAft>
              <a:buSzPts val="1100"/>
              <a:buChar char="●"/>
              <a:defRPr/>
            </a:lvl7pPr>
            <a:lvl8pPr indent="-298450" lvl="7" marL="3657600" rtl="0">
              <a:spcBef>
                <a:spcPts val="0"/>
              </a:spcBef>
              <a:spcAft>
                <a:spcPts val="0"/>
              </a:spcAft>
              <a:buSzPts val="1100"/>
              <a:buChar char="○"/>
              <a:defRPr/>
            </a:lvl8pPr>
            <a:lvl9pPr indent="-298450" lvl="8" marL="4114800" rtl="0">
              <a:spcBef>
                <a:spcPts val="0"/>
              </a:spcBef>
              <a:spcAft>
                <a:spcPts val="0"/>
              </a:spcAft>
              <a:buSzPts val="1100"/>
              <a:buChar char="■"/>
              <a:defRPr/>
            </a:lvl9pPr>
          </a:lstStyle>
          <a:p/>
        </p:txBody>
      </p:sp>
      <p:sp>
        <p:nvSpPr>
          <p:cNvPr id="36" name="Google Shape;36;p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7" name="Shape 37"/>
        <p:cNvGrpSpPr/>
        <p:nvPr/>
      </p:nvGrpSpPr>
      <p:grpSpPr>
        <a:xfrm>
          <a:off x="0" y="0"/>
          <a:ext cx="0" cy="0"/>
          <a:chOff x="0" y="0"/>
          <a:chExt cx="0" cy="0"/>
        </a:xfrm>
      </p:grpSpPr>
      <p:sp>
        <p:nvSpPr>
          <p:cNvPr id="38" name="Google Shape;38;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9" name="Google Shape;39;p6"/>
          <p:cNvGrpSpPr/>
          <p:nvPr/>
        </p:nvGrpSpPr>
        <p:grpSpPr>
          <a:xfrm>
            <a:off x="830392" y="1191256"/>
            <a:ext cx="745763" cy="45826"/>
            <a:chOff x="4580561" y="2589004"/>
            <a:chExt cx="1064464" cy="25200"/>
          </a:xfrm>
        </p:grpSpPr>
        <p:sp>
          <p:nvSpPr>
            <p:cNvPr id="40" name="Google Shape;40;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2" name="Google Shape;42;p6"/>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rtl="0">
              <a:spcBef>
                <a:spcPts val="0"/>
              </a:spcBef>
              <a:spcAft>
                <a:spcPts val="0"/>
              </a:spcAft>
              <a:buSzPts val="2600"/>
              <a:buNone/>
              <a:defRPr sz="2600"/>
            </a:lvl1pPr>
            <a:lvl2pPr lvl="1" rtl="0">
              <a:spcBef>
                <a:spcPts val="0"/>
              </a:spcBef>
              <a:spcAft>
                <a:spcPts val="0"/>
              </a:spcAft>
              <a:buSzPts val="2600"/>
              <a:buNone/>
              <a:defRPr sz="2600"/>
            </a:lvl2pPr>
            <a:lvl3pPr lvl="2" rtl="0">
              <a:spcBef>
                <a:spcPts val="0"/>
              </a:spcBef>
              <a:spcAft>
                <a:spcPts val="0"/>
              </a:spcAft>
              <a:buSzPts val="2600"/>
              <a:buNone/>
              <a:defRPr sz="2600"/>
            </a:lvl3pPr>
            <a:lvl4pPr lvl="3" rtl="0">
              <a:spcBef>
                <a:spcPts val="0"/>
              </a:spcBef>
              <a:spcAft>
                <a:spcPts val="0"/>
              </a:spcAft>
              <a:buSzPts val="2600"/>
              <a:buNone/>
              <a:defRPr sz="2600"/>
            </a:lvl4pPr>
            <a:lvl5pPr lvl="4" rtl="0">
              <a:spcBef>
                <a:spcPts val="0"/>
              </a:spcBef>
              <a:spcAft>
                <a:spcPts val="0"/>
              </a:spcAft>
              <a:buSzPts val="2600"/>
              <a:buNone/>
              <a:defRPr sz="2600"/>
            </a:lvl5pPr>
            <a:lvl6pPr lvl="5" rtl="0">
              <a:spcBef>
                <a:spcPts val="0"/>
              </a:spcBef>
              <a:spcAft>
                <a:spcPts val="0"/>
              </a:spcAft>
              <a:buSzPts val="2600"/>
              <a:buNone/>
              <a:defRPr sz="2600"/>
            </a:lvl6pPr>
            <a:lvl7pPr lvl="6" rtl="0">
              <a:spcBef>
                <a:spcPts val="0"/>
              </a:spcBef>
              <a:spcAft>
                <a:spcPts val="0"/>
              </a:spcAft>
              <a:buSzPts val="2600"/>
              <a:buNone/>
              <a:defRPr sz="2600"/>
            </a:lvl7pPr>
            <a:lvl8pPr lvl="7" rtl="0">
              <a:spcBef>
                <a:spcPts val="0"/>
              </a:spcBef>
              <a:spcAft>
                <a:spcPts val="0"/>
              </a:spcAft>
              <a:buSzPts val="2600"/>
              <a:buNone/>
              <a:defRPr sz="2600"/>
            </a:lvl8pPr>
            <a:lvl9pPr lvl="8" rtl="0">
              <a:spcBef>
                <a:spcPts val="0"/>
              </a:spcBef>
              <a:spcAft>
                <a:spcPts val="0"/>
              </a:spcAft>
              <a:buSzPts val="2600"/>
              <a:buNone/>
              <a:defRPr sz="2600"/>
            </a:lvl9pPr>
          </a:lstStyle>
          <a:p/>
        </p:txBody>
      </p:sp>
      <p:sp>
        <p:nvSpPr>
          <p:cNvPr id="43" name="Google Shape;43;p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4" name="Shape 44"/>
        <p:cNvGrpSpPr/>
        <p:nvPr/>
      </p:nvGrpSpPr>
      <p:grpSpPr>
        <a:xfrm>
          <a:off x="0" y="0"/>
          <a:ext cx="0" cy="0"/>
          <a:chOff x="0" y="0"/>
          <a:chExt cx="0" cy="0"/>
        </a:xfrm>
      </p:grpSpPr>
      <p:sp>
        <p:nvSpPr>
          <p:cNvPr id="45" name="Google Shape;45;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6" name="Google Shape;46;p7"/>
          <p:cNvGrpSpPr/>
          <p:nvPr/>
        </p:nvGrpSpPr>
        <p:grpSpPr>
          <a:xfrm>
            <a:off x="830392" y="1191256"/>
            <a:ext cx="745763" cy="45826"/>
            <a:chOff x="4580561" y="2589004"/>
            <a:chExt cx="1064464" cy="25200"/>
          </a:xfrm>
        </p:grpSpPr>
        <p:sp>
          <p:nvSpPr>
            <p:cNvPr id="47" name="Google Shape;47;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9" name="Google Shape;49;p7"/>
          <p:cNvSpPr txBox="1"/>
          <p:nvPr>
            <p:ph type="title"/>
          </p:nvPr>
        </p:nvSpPr>
        <p:spPr>
          <a:xfrm>
            <a:off x="730000" y="1318650"/>
            <a:ext cx="3300900" cy="1381500"/>
          </a:xfrm>
          <a:prstGeom prst="rect">
            <a:avLst/>
          </a:prstGeom>
        </p:spPr>
        <p:txBody>
          <a:bodyPr anchorCtr="0" anchor="t" bIns="91425" lIns="91425" spcFirstLastPara="1" rIns="91425" wrap="square" tIns="91425">
            <a:normAutofit/>
          </a:bodyPr>
          <a:lstStyle>
            <a:lvl1pPr lvl="0" rtl="0">
              <a:spcBef>
                <a:spcPts val="0"/>
              </a:spcBef>
              <a:spcAft>
                <a:spcPts val="0"/>
              </a:spcAft>
              <a:buSzPts val="2600"/>
              <a:buNone/>
              <a:defRPr sz="2600"/>
            </a:lvl1pPr>
            <a:lvl2pPr lvl="1" rtl="0">
              <a:spcBef>
                <a:spcPts val="0"/>
              </a:spcBef>
              <a:spcAft>
                <a:spcPts val="0"/>
              </a:spcAft>
              <a:buSzPts val="2600"/>
              <a:buNone/>
              <a:defRPr sz="2600"/>
            </a:lvl2pPr>
            <a:lvl3pPr lvl="2" rtl="0">
              <a:spcBef>
                <a:spcPts val="0"/>
              </a:spcBef>
              <a:spcAft>
                <a:spcPts val="0"/>
              </a:spcAft>
              <a:buSzPts val="2600"/>
              <a:buNone/>
              <a:defRPr sz="2600"/>
            </a:lvl3pPr>
            <a:lvl4pPr lvl="3" rtl="0">
              <a:spcBef>
                <a:spcPts val="0"/>
              </a:spcBef>
              <a:spcAft>
                <a:spcPts val="0"/>
              </a:spcAft>
              <a:buSzPts val="2600"/>
              <a:buNone/>
              <a:defRPr sz="2600"/>
            </a:lvl4pPr>
            <a:lvl5pPr lvl="4" rtl="0">
              <a:spcBef>
                <a:spcPts val="0"/>
              </a:spcBef>
              <a:spcAft>
                <a:spcPts val="0"/>
              </a:spcAft>
              <a:buSzPts val="2600"/>
              <a:buNone/>
              <a:defRPr sz="2600"/>
            </a:lvl5pPr>
            <a:lvl6pPr lvl="5" rtl="0">
              <a:spcBef>
                <a:spcPts val="0"/>
              </a:spcBef>
              <a:spcAft>
                <a:spcPts val="0"/>
              </a:spcAft>
              <a:buSzPts val="2600"/>
              <a:buNone/>
              <a:defRPr sz="2600"/>
            </a:lvl6pPr>
            <a:lvl7pPr lvl="6" rtl="0">
              <a:spcBef>
                <a:spcPts val="0"/>
              </a:spcBef>
              <a:spcAft>
                <a:spcPts val="0"/>
              </a:spcAft>
              <a:buSzPts val="2600"/>
              <a:buNone/>
              <a:defRPr sz="2600"/>
            </a:lvl7pPr>
            <a:lvl8pPr lvl="7" rtl="0">
              <a:spcBef>
                <a:spcPts val="0"/>
              </a:spcBef>
              <a:spcAft>
                <a:spcPts val="0"/>
              </a:spcAft>
              <a:buSzPts val="2600"/>
              <a:buNone/>
              <a:defRPr sz="2600"/>
            </a:lvl8pPr>
            <a:lvl9pPr lvl="8" rtl="0">
              <a:spcBef>
                <a:spcPts val="0"/>
              </a:spcBef>
              <a:spcAft>
                <a:spcPts val="0"/>
              </a:spcAft>
              <a:buSzPts val="2600"/>
              <a:buNone/>
              <a:defRPr sz="2600"/>
            </a:lvl9pPr>
          </a:lstStyle>
          <a:p/>
        </p:txBody>
      </p:sp>
      <p:sp>
        <p:nvSpPr>
          <p:cNvPr id="50" name="Google Shape;50;p7"/>
          <p:cNvSpPr txBox="1"/>
          <p:nvPr>
            <p:ph idx="1" type="body"/>
          </p:nvPr>
        </p:nvSpPr>
        <p:spPr>
          <a:xfrm>
            <a:off x="721225" y="2781725"/>
            <a:ext cx="3300900" cy="1597500"/>
          </a:xfrm>
          <a:prstGeom prst="rect">
            <a:avLst/>
          </a:prstGeom>
        </p:spPr>
        <p:txBody>
          <a:bodyPr anchorCtr="0" anchor="t" bIns="91425" lIns="91425" spcFirstLastPara="1" rIns="91425" wrap="square" tIns="91425">
            <a:normAutofit/>
          </a:bodyPr>
          <a:lstStyle>
            <a:lvl1pPr indent="-311150" lvl="0" marL="457200" rtl="0">
              <a:spcBef>
                <a:spcPts val="0"/>
              </a:spcBef>
              <a:spcAft>
                <a:spcPts val="0"/>
              </a:spcAft>
              <a:buSzPts val="1300"/>
              <a:buChar char="●"/>
              <a:defRPr/>
            </a:lvl1pPr>
            <a:lvl2pPr indent="-298450" lvl="1" marL="914400" rtl="0">
              <a:spcBef>
                <a:spcPts val="0"/>
              </a:spcBef>
              <a:spcAft>
                <a:spcPts val="0"/>
              </a:spcAft>
              <a:buSzPts val="1100"/>
              <a:buChar char="○"/>
              <a:defRPr/>
            </a:lvl2pPr>
            <a:lvl3pPr indent="-298450" lvl="2" marL="1371600" rtl="0">
              <a:spcBef>
                <a:spcPts val="0"/>
              </a:spcBef>
              <a:spcAft>
                <a:spcPts val="0"/>
              </a:spcAft>
              <a:buSzPts val="1100"/>
              <a:buChar char="■"/>
              <a:defRPr/>
            </a:lvl3pPr>
            <a:lvl4pPr indent="-298450" lvl="3" marL="1828800" rtl="0">
              <a:spcBef>
                <a:spcPts val="0"/>
              </a:spcBef>
              <a:spcAft>
                <a:spcPts val="0"/>
              </a:spcAft>
              <a:buSzPts val="1100"/>
              <a:buChar char="●"/>
              <a:defRPr/>
            </a:lvl4pPr>
            <a:lvl5pPr indent="-298450" lvl="4" marL="2286000" rtl="0">
              <a:spcBef>
                <a:spcPts val="0"/>
              </a:spcBef>
              <a:spcAft>
                <a:spcPts val="0"/>
              </a:spcAft>
              <a:buSzPts val="1100"/>
              <a:buChar char="○"/>
              <a:defRPr/>
            </a:lvl5pPr>
            <a:lvl6pPr indent="-298450" lvl="5" marL="2743200" rtl="0">
              <a:spcBef>
                <a:spcPts val="0"/>
              </a:spcBef>
              <a:spcAft>
                <a:spcPts val="0"/>
              </a:spcAft>
              <a:buSzPts val="1100"/>
              <a:buChar char="■"/>
              <a:defRPr/>
            </a:lvl6pPr>
            <a:lvl7pPr indent="-298450" lvl="6" marL="3200400" rtl="0">
              <a:spcBef>
                <a:spcPts val="0"/>
              </a:spcBef>
              <a:spcAft>
                <a:spcPts val="0"/>
              </a:spcAft>
              <a:buSzPts val="1100"/>
              <a:buChar char="●"/>
              <a:defRPr/>
            </a:lvl7pPr>
            <a:lvl8pPr indent="-298450" lvl="7" marL="3657600" rtl="0">
              <a:spcBef>
                <a:spcPts val="0"/>
              </a:spcBef>
              <a:spcAft>
                <a:spcPts val="0"/>
              </a:spcAft>
              <a:buSzPts val="1100"/>
              <a:buChar char="○"/>
              <a:defRPr/>
            </a:lvl8pPr>
            <a:lvl9pPr indent="-298450" lvl="8" marL="4114800" rtl="0">
              <a:spcBef>
                <a:spcPts val="0"/>
              </a:spcBef>
              <a:spcAft>
                <a:spcPts val="0"/>
              </a:spcAft>
              <a:buSzPts val="1100"/>
              <a:buChar char="■"/>
              <a:defRPr/>
            </a:lvl9pPr>
          </a:lstStyle>
          <a:p/>
        </p:txBody>
      </p:sp>
      <p:sp>
        <p:nvSpPr>
          <p:cNvPr id="51" name="Google Shape;51;p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2" name="Shape 52"/>
        <p:cNvGrpSpPr/>
        <p:nvPr/>
      </p:nvGrpSpPr>
      <p:grpSpPr>
        <a:xfrm>
          <a:off x="0" y="0"/>
          <a:ext cx="0" cy="0"/>
          <a:chOff x="0" y="0"/>
          <a:chExt cx="0" cy="0"/>
        </a:xfrm>
      </p:grpSpPr>
      <p:grpSp>
        <p:nvGrpSpPr>
          <p:cNvPr id="53" name="Google Shape;53;p8"/>
          <p:cNvGrpSpPr/>
          <p:nvPr/>
        </p:nvGrpSpPr>
        <p:grpSpPr>
          <a:xfrm>
            <a:off x="830392" y="4169130"/>
            <a:ext cx="745763" cy="45826"/>
            <a:chOff x="4580561" y="2589004"/>
            <a:chExt cx="1064464" cy="25200"/>
          </a:xfrm>
        </p:grpSpPr>
        <p:sp>
          <p:nvSpPr>
            <p:cNvPr id="54" name="Google Shape;54;p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6" name="Google Shape;56;p8"/>
          <p:cNvSpPr txBox="1"/>
          <p:nvPr>
            <p:ph type="title"/>
          </p:nvPr>
        </p:nvSpPr>
        <p:spPr>
          <a:xfrm>
            <a:off x="729450" y="864300"/>
            <a:ext cx="7021200" cy="2985000"/>
          </a:xfrm>
          <a:prstGeom prst="rect">
            <a:avLst/>
          </a:prstGeom>
        </p:spPr>
        <p:txBody>
          <a:bodyPr anchorCtr="0" anchor="ctr" bIns="91425" lIns="91425" spcFirstLastPara="1" rIns="91425" wrap="square" tIns="91425">
            <a:normAutofit/>
          </a:bodyPr>
          <a:lstStyle>
            <a:lvl1pPr lvl="0" rtl="0">
              <a:spcBef>
                <a:spcPts val="0"/>
              </a:spcBef>
              <a:spcAft>
                <a:spcPts val="0"/>
              </a:spcAft>
              <a:buClr>
                <a:schemeClr val="lt1"/>
              </a:buClr>
              <a:buSzPts val="3600"/>
              <a:buNone/>
              <a:defRPr sz="3600">
                <a:solidFill>
                  <a:schemeClr val="lt1"/>
                </a:solidFill>
              </a:defRPr>
            </a:lvl1pPr>
            <a:lvl2pPr lvl="1" rtl="0">
              <a:spcBef>
                <a:spcPts val="0"/>
              </a:spcBef>
              <a:spcAft>
                <a:spcPts val="0"/>
              </a:spcAft>
              <a:buClr>
                <a:schemeClr val="lt1"/>
              </a:buClr>
              <a:buSzPts val="3600"/>
              <a:buNone/>
              <a:defRPr sz="3600">
                <a:solidFill>
                  <a:schemeClr val="lt1"/>
                </a:solidFill>
              </a:defRPr>
            </a:lvl2pPr>
            <a:lvl3pPr lvl="2" rtl="0">
              <a:spcBef>
                <a:spcPts val="0"/>
              </a:spcBef>
              <a:spcAft>
                <a:spcPts val="0"/>
              </a:spcAft>
              <a:buClr>
                <a:schemeClr val="lt1"/>
              </a:buClr>
              <a:buSzPts val="3600"/>
              <a:buNone/>
              <a:defRPr sz="3600">
                <a:solidFill>
                  <a:schemeClr val="lt1"/>
                </a:solidFill>
              </a:defRPr>
            </a:lvl3pPr>
            <a:lvl4pPr lvl="3" rtl="0">
              <a:spcBef>
                <a:spcPts val="0"/>
              </a:spcBef>
              <a:spcAft>
                <a:spcPts val="0"/>
              </a:spcAft>
              <a:buClr>
                <a:schemeClr val="lt1"/>
              </a:buClr>
              <a:buSzPts val="3600"/>
              <a:buNone/>
              <a:defRPr sz="3600">
                <a:solidFill>
                  <a:schemeClr val="lt1"/>
                </a:solidFill>
              </a:defRPr>
            </a:lvl4pPr>
            <a:lvl5pPr lvl="4" rtl="0">
              <a:spcBef>
                <a:spcPts val="0"/>
              </a:spcBef>
              <a:spcAft>
                <a:spcPts val="0"/>
              </a:spcAft>
              <a:buClr>
                <a:schemeClr val="lt1"/>
              </a:buClr>
              <a:buSzPts val="3600"/>
              <a:buNone/>
              <a:defRPr sz="3600">
                <a:solidFill>
                  <a:schemeClr val="lt1"/>
                </a:solidFill>
              </a:defRPr>
            </a:lvl5pPr>
            <a:lvl6pPr lvl="5" rtl="0">
              <a:spcBef>
                <a:spcPts val="0"/>
              </a:spcBef>
              <a:spcAft>
                <a:spcPts val="0"/>
              </a:spcAft>
              <a:buClr>
                <a:schemeClr val="lt1"/>
              </a:buClr>
              <a:buSzPts val="3600"/>
              <a:buNone/>
              <a:defRPr sz="3600">
                <a:solidFill>
                  <a:schemeClr val="lt1"/>
                </a:solidFill>
              </a:defRPr>
            </a:lvl6pPr>
            <a:lvl7pPr lvl="6" rtl="0">
              <a:spcBef>
                <a:spcPts val="0"/>
              </a:spcBef>
              <a:spcAft>
                <a:spcPts val="0"/>
              </a:spcAft>
              <a:buClr>
                <a:schemeClr val="lt1"/>
              </a:buClr>
              <a:buSzPts val="3600"/>
              <a:buNone/>
              <a:defRPr sz="3600">
                <a:solidFill>
                  <a:schemeClr val="lt1"/>
                </a:solidFill>
              </a:defRPr>
            </a:lvl7pPr>
            <a:lvl8pPr lvl="7" rtl="0">
              <a:spcBef>
                <a:spcPts val="0"/>
              </a:spcBef>
              <a:spcAft>
                <a:spcPts val="0"/>
              </a:spcAft>
              <a:buClr>
                <a:schemeClr val="lt1"/>
              </a:buClr>
              <a:buSzPts val="3600"/>
              <a:buNone/>
              <a:defRPr sz="3600">
                <a:solidFill>
                  <a:schemeClr val="lt1"/>
                </a:solidFill>
              </a:defRPr>
            </a:lvl8pPr>
            <a:lvl9pPr lvl="8" rtl="0">
              <a:spcBef>
                <a:spcPts val="0"/>
              </a:spcBef>
              <a:spcAft>
                <a:spcPts val="0"/>
              </a:spcAft>
              <a:buClr>
                <a:schemeClr val="lt1"/>
              </a:buClr>
              <a:buSzPts val="3600"/>
              <a:buNone/>
              <a:defRPr sz="3600">
                <a:solidFill>
                  <a:schemeClr val="lt1"/>
                </a:solidFill>
              </a:defRPr>
            </a:lvl9pPr>
          </a:lstStyle>
          <a:p/>
        </p:txBody>
      </p:sp>
      <p:sp>
        <p:nvSpPr>
          <p:cNvPr id="57" name="Google Shape;57;p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8" name="Shape 58"/>
        <p:cNvGrpSpPr/>
        <p:nvPr/>
      </p:nvGrpSpPr>
      <p:grpSpPr>
        <a:xfrm>
          <a:off x="0" y="0"/>
          <a:ext cx="0" cy="0"/>
          <a:chOff x="0" y="0"/>
          <a:chExt cx="0" cy="0"/>
        </a:xfrm>
      </p:grpSpPr>
      <p:sp>
        <p:nvSpPr>
          <p:cNvPr id="59" name="Google Shape;59;p9"/>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0" name="Google Shape;60;p9"/>
          <p:cNvGrpSpPr/>
          <p:nvPr/>
        </p:nvGrpSpPr>
        <p:grpSpPr>
          <a:xfrm>
            <a:off x="830392" y="1191256"/>
            <a:ext cx="745763" cy="45826"/>
            <a:chOff x="4580561" y="2589004"/>
            <a:chExt cx="1064464" cy="25200"/>
          </a:xfrm>
        </p:grpSpPr>
        <p:sp>
          <p:nvSpPr>
            <p:cNvPr id="61" name="Google Shape;61;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3" name="Google Shape;63;p9"/>
          <p:cNvSpPr txBox="1"/>
          <p:nvPr>
            <p:ph type="title"/>
          </p:nvPr>
        </p:nvSpPr>
        <p:spPr>
          <a:xfrm>
            <a:off x="730000" y="1318650"/>
            <a:ext cx="3300900" cy="1687200"/>
          </a:xfrm>
          <a:prstGeom prst="rect">
            <a:avLst/>
          </a:prstGeom>
        </p:spPr>
        <p:txBody>
          <a:bodyPr anchorCtr="0" anchor="t" bIns="91425" lIns="91425" spcFirstLastPara="1" rIns="91425" wrap="square" tIns="91425">
            <a:normAutofit/>
          </a:bodyPr>
          <a:lstStyle>
            <a:lvl1pPr lvl="0" rtl="0">
              <a:spcBef>
                <a:spcPts val="0"/>
              </a:spcBef>
              <a:spcAft>
                <a:spcPts val="0"/>
              </a:spcAft>
              <a:buSzPts val="2600"/>
              <a:buNone/>
              <a:defRPr sz="2600"/>
            </a:lvl1pPr>
            <a:lvl2pPr lvl="1" rtl="0">
              <a:spcBef>
                <a:spcPts val="0"/>
              </a:spcBef>
              <a:spcAft>
                <a:spcPts val="0"/>
              </a:spcAft>
              <a:buSzPts val="2600"/>
              <a:buNone/>
              <a:defRPr sz="2600"/>
            </a:lvl2pPr>
            <a:lvl3pPr lvl="2" rtl="0">
              <a:spcBef>
                <a:spcPts val="0"/>
              </a:spcBef>
              <a:spcAft>
                <a:spcPts val="0"/>
              </a:spcAft>
              <a:buSzPts val="2600"/>
              <a:buNone/>
              <a:defRPr sz="2600"/>
            </a:lvl3pPr>
            <a:lvl4pPr lvl="3" rtl="0">
              <a:spcBef>
                <a:spcPts val="0"/>
              </a:spcBef>
              <a:spcAft>
                <a:spcPts val="0"/>
              </a:spcAft>
              <a:buSzPts val="2600"/>
              <a:buNone/>
              <a:defRPr sz="2600"/>
            </a:lvl4pPr>
            <a:lvl5pPr lvl="4" rtl="0">
              <a:spcBef>
                <a:spcPts val="0"/>
              </a:spcBef>
              <a:spcAft>
                <a:spcPts val="0"/>
              </a:spcAft>
              <a:buSzPts val="2600"/>
              <a:buNone/>
              <a:defRPr sz="2600"/>
            </a:lvl5pPr>
            <a:lvl6pPr lvl="5" rtl="0">
              <a:spcBef>
                <a:spcPts val="0"/>
              </a:spcBef>
              <a:spcAft>
                <a:spcPts val="0"/>
              </a:spcAft>
              <a:buSzPts val="2600"/>
              <a:buNone/>
              <a:defRPr sz="2600"/>
            </a:lvl6pPr>
            <a:lvl7pPr lvl="6" rtl="0">
              <a:spcBef>
                <a:spcPts val="0"/>
              </a:spcBef>
              <a:spcAft>
                <a:spcPts val="0"/>
              </a:spcAft>
              <a:buSzPts val="2600"/>
              <a:buNone/>
              <a:defRPr sz="2600"/>
            </a:lvl7pPr>
            <a:lvl8pPr lvl="7" rtl="0">
              <a:spcBef>
                <a:spcPts val="0"/>
              </a:spcBef>
              <a:spcAft>
                <a:spcPts val="0"/>
              </a:spcAft>
              <a:buSzPts val="2600"/>
              <a:buNone/>
              <a:defRPr sz="2600"/>
            </a:lvl8pPr>
            <a:lvl9pPr lvl="8" rtl="0">
              <a:spcBef>
                <a:spcPts val="0"/>
              </a:spcBef>
              <a:spcAft>
                <a:spcPts val="0"/>
              </a:spcAft>
              <a:buSzPts val="2600"/>
              <a:buNone/>
              <a:defRPr sz="2600"/>
            </a:lvl9pPr>
          </a:lstStyle>
          <a:p/>
        </p:txBody>
      </p:sp>
      <p:sp>
        <p:nvSpPr>
          <p:cNvPr id="64" name="Google Shape;64;p9"/>
          <p:cNvSpPr txBox="1"/>
          <p:nvPr>
            <p:ph idx="1" type="subTitle"/>
          </p:nvPr>
        </p:nvSpPr>
        <p:spPr>
          <a:xfrm>
            <a:off x="724950" y="3161525"/>
            <a:ext cx="3300900" cy="7590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SzPts val="1600"/>
              <a:buNone/>
              <a:defRPr sz="1600"/>
            </a:lvl1pPr>
            <a:lvl2pPr lvl="1" rtl="0">
              <a:lnSpc>
                <a:spcPct val="100000"/>
              </a:lnSpc>
              <a:spcBef>
                <a:spcPts val="0"/>
              </a:spcBef>
              <a:spcAft>
                <a:spcPts val="0"/>
              </a:spcAft>
              <a:buSzPts val="1600"/>
              <a:buNone/>
              <a:defRPr sz="1600"/>
            </a:lvl2pPr>
            <a:lvl3pPr lvl="2" rtl="0">
              <a:lnSpc>
                <a:spcPct val="100000"/>
              </a:lnSpc>
              <a:spcBef>
                <a:spcPts val="0"/>
              </a:spcBef>
              <a:spcAft>
                <a:spcPts val="0"/>
              </a:spcAft>
              <a:buSzPts val="1600"/>
              <a:buNone/>
              <a:defRPr sz="1600"/>
            </a:lvl3pPr>
            <a:lvl4pPr lvl="3" rtl="0">
              <a:lnSpc>
                <a:spcPct val="100000"/>
              </a:lnSpc>
              <a:spcBef>
                <a:spcPts val="0"/>
              </a:spcBef>
              <a:spcAft>
                <a:spcPts val="0"/>
              </a:spcAft>
              <a:buSzPts val="1600"/>
              <a:buNone/>
              <a:defRPr sz="1600"/>
            </a:lvl4pPr>
            <a:lvl5pPr lvl="4" rtl="0">
              <a:lnSpc>
                <a:spcPct val="100000"/>
              </a:lnSpc>
              <a:spcBef>
                <a:spcPts val="0"/>
              </a:spcBef>
              <a:spcAft>
                <a:spcPts val="0"/>
              </a:spcAft>
              <a:buSzPts val="1600"/>
              <a:buNone/>
              <a:defRPr sz="1600"/>
            </a:lvl5pPr>
            <a:lvl6pPr lvl="5" rtl="0">
              <a:lnSpc>
                <a:spcPct val="100000"/>
              </a:lnSpc>
              <a:spcBef>
                <a:spcPts val="0"/>
              </a:spcBef>
              <a:spcAft>
                <a:spcPts val="0"/>
              </a:spcAft>
              <a:buSzPts val="1600"/>
              <a:buNone/>
              <a:defRPr sz="1600"/>
            </a:lvl6pPr>
            <a:lvl7pPr lvl="6" rtl="0">
              <a:lnSpc>
                <a:spcPct val="100000"/>
              </a:lnSpc>
              <a:spcBef>
                <a:spcPts val="0"/>
              </a:spcBef>
              <a:spcAft>
                <a:spcPts val="0"/>
              </a:spcAft>
              <a:buSzPts val="1600"/>
              <a:buNone/>
              <a:defRPr sz="1600"/>
            </a:lvl7pPr>
            <a:lvl8pPr lvl="7" rtl="0">
              <a:lnSpc>
                <a:spcPct val="100000"/>
              </a:lnSpc>
              <a:spcBef>
                <a:spcPts val="0"/>
              </a:spcBef>
              <a:spcAft>
                <a:spcPts val="0"/>
              </a:spcAft>
              <a:buSzPts val="1600"/>
              <a:buNone/>
              <a:defRPr sz="1600"/>
            </a:lvl8pPr>
            <a:lvl9pPr lvl="8" rtl="0">
              <a:lnSpc>
                <a:spcPct val="100000"/>
              </a:lnSpc>
              <a:spcBef>
                <a:spcPts val="0"/>
              </a:spcBef>
              <a:spcAft>
                <a:spcPts val="0"/>
              </a:spcAft>
              <a:buSzPts val="1600"/>
              <a:buNone/>
              <a:defRPr sz="1600"/>
            </a:lvl9pPr>
          </a:lstStyle>
          <a:p/>
        </p:txBody>
      </p:sp>
      <p:sp>
        <p:nvSpPr>
          <p:cNvPr id="65" name="Google Shape;65;p9"/>
          <p:cNvSpPr txBox="1"/>
          <p:nvPr>
            <p:ph idx="2" type="body"/>
          </p:nvPr>
        </p:nvSpPr>
        <p:spPr>
          <a:xfrm>
            <a:off x="5174225" y="1352625"/>
            <a:ext cx="3374400" cy="3025500"/>
          </a:xfrm>
          <a:prstGeom prst="rect">
            <a:avLst/>
          </a:prstGeom>
        </p:spPr>
        <p:txBody>
          <a:bodyPr anchorCtr="0" anchor="t" bIns="91425" lIns="91425" spcFirstLastPara="1" rIns="91425" wrap="square" tIns="91425">
            <a:normAutofit/>
          </a:bodyPr>
          <a:lstStyle>
            <a:lvl1pPr indent="-311150" lvl="0" marL="457200" rtl="0">
              <a:spcBef>
                <a:spcPts val="0"/>
              </a:spcBef>
              <a:spcAft>
                <a:spcPts val="0"/>
              </a:spcAft>
              <a:buSzPts val="1300"/>
              <a:buChar char="●"/>
              <a:defRPr/>
            </a:lvl1pPr>
            <a:lvl2pPr indent="-298450" lvl="1" marL="914400" rtl="0">
              <a:spcBef>
                <a:spcPts val="0"/>
              </a:spcBef>
              <a:spcAft>
                <a:spcPts val="0"/>
              </a:spcAft>
              <a:buSzPts val="1100"/>
              <a:buChar char="○"/>
              <a:defRPr/>
            </a:lvl2pPr>
            <a:lvl3pPr indent="-298450" lvl="2" marL="1371600" rtl="0">
              <a:spcBef>
                <a:spcPts val="0"/>
              </a:spcBef>
              <a:spcAft>
                <a:spcPts val="0"/>
              </a:spcAft>
              <a:buSzPts val="1100"/>
              <a:buChar char="■"/>
              <a:defRPr/>
            </a:lvl3pPr>
            <a:lvl4pPr indent="-298450" lvl="3" marL="1828800" rtl="0">
              <a:spcBef>
                <a:spcPts val="0"/>
              </a:spcBef>
              <a:spcAft>
                <a:spcPts val="0"/>
              </a:spcAft>
              <a:buSzPts val="1100"/>
              <a:buChar char="●"/>
              <a:defRPr/>
            </a:lvl4pPr>
            <a:lvl5pPr indent="-298450" lvl="4" marL="2286000" rtl="0">
              <a:spcBef>
                <a:spcPts val="0"/>
              </a:spcBef>
              <a:spcAft>
                <a:spcPts val="0"/>
              </a:spcAft>
              <a:buSzPts val="1100"/>
              <a:buChar char="○"/>
              <a:defRPr/>
            </a:lvl5pPr>
            <a:lvl6pPr indent="-298450" lvl="5" marL="2743200" rtl="0">
              <a:spcBef>
                <a:spcPts val="0"/>
              </a:spcBef>
              <a:spcAft>
                <a:spcPts val="0"/>
              </a:spcAft>
              <a:buSzPts val="1100"/>
              <a:buChar char="■"/>
              <a:defRPr/>
            </a:lvl6pPr>
            <a:lvl7pPr indent="-298450" lvl="6" marL="3200400" rtl="0">
              <a:spcBef>
                <a:spcPts val="0"/>
              </a:spcBef>
              <a:spcAft>
                <a:spcPts val="0"/>
              </a:spcAft>
              <a:buSzPts val="1100"/>
              <a:buChar char="●"/>
              <a:defRPr/>
            </a:lvl7pPr>
            <a:lvl8pPr indent="-298450" lvl="7" marL="3657600" rtl="0">
              <a:spcBef>
                <a:spcPts val="0"/>
              </a:spcBef>
              <a:spcAft>
                <a:spcPts val="0"/>
              </a:spcAft>
              <a:buSzPts val="1100"/>
              <a:buChar char="○"/>
              <a:defRPr/>
            </a:lvl8pPr>
            <a:lvl9pPr indent="-298450" lvl="8" marL="4114800" rtl="0">
              <a:spcBef>
                <a:spcPts val="0"/>
              </a:spcBef>
              <a:spcAft>
                <a:spcPts val="0"/>
              </a:spcAft>
              <a:buSzPts val="1100"/>
              <a:buChar char="■"/>
              <a:defRPr/>
            </a:lvl9pPr>
          </a:lstStyle>
          <a:p/>
        </p:txBody>
      </p:sp>
      <p:sp>
        <p:nvSpPr>
          <p:cNvPr id="66" name="Google Shape;66;p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67" name="Shape 67"/>
        <p:cNvGrpSpPr/>
        <p:nvPr/>
      </p:nvGrpSpPr>
      <p:grpSpPr>
        <a:xfrm>
          <a:off x="0" y="0"/>
          <a:ext cx="0" cy="0"/>
          <a:chOff x="0" y="0"/>
          <a:chExt cx="0" cy="0"/>
        </a:xfrm>
      </p:grpSpPr>
      <p:sp>
        <p:nvSpPr>
          <p:cNvPr id="68" name="Google Shape;68;p10"/>
          <p:cNvSpPr txBox="1"/>
          <p:nvPr>
            <p:ph idx="1" type="body"/>
          </p:nvPr>
        </p:nvSpPr>
        <p:spPr>
          <a:xfrm>
            <a:off x="724950" y="4372551"/>
            <a:ext cx="7697400" cy="460500"/>
          </a:xfrm>
          <a:prstGeom prst="rect">
            <a:avLst/>
          </a:prstGeom>
        </p:spPr>
        <p:txBody>
          <a:bodyPr anchorCtr="0" anchor="ctr" bIns="91425" lIns="91425" spcFirstLastPara="1" rIns="91425" wrap="square" tIns="91425">
            <a:normAutofit/>
          </a:bodyPr>
          <a:lstStyle>
            <a:lvl1pPr indent="-228600" lvl="0" marL="457200" rtl="0">
              <a:lnSpc>
                <a:spcPct val="100000"/>
              </a:lnSpc>
              <a:spcBef>
                <a:spcPts val="0"/>
              </a:spcBef>
              <a:spcAft>
                <a:spcPts val="0"/>
              </a:spcAft>
              <a:buSzPts val="1300"/>
              <a:buNone/>
              <a:defRPr/>
            </a:lvl1pPr>
          </a:lstStyle>
          <a:p/>
        </p:txBody>
      </p:sp>
      <p:sp>
        <p:nvSpPr>
          <p:cNvPr id="69" name="Google Shape;69;p1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0" name="Shape 70"/>
        <p:cNvGrpSpPr/>
        <p:nvPr/>
      </p:nvGrpSpPr>
      <p:grpSpPr>
        <a:xfrm>
          <a:off x="0" y="0"/>
          <a:ext cx="0" cy="0"/>
          <a:chOff x="0" y="0"/>
          <a:chExt cx="0" cy="0"/>
        </a:xfrm>
      </p:grpSpPr>
      <p:grpSp>
        <p:nvGrpSpPr>
          <p:cNvPr id="71" name="Google Shape;71;p11"/>
          <p:cNvGrpSpPr/>
          <p:nvPr/>
        </p:nvGrpSpPr>
        <p:grpSpPr>
          <a:xfrm>
            <a:off x="830392" y="4169130"/>
            <a:ext cx="745763" cy="45826"/>
            <a:chOff x="4580561" y="2589004"/>
            <a:chExt cx="1064464" cy="25200"/>
          </a:xfrm>
        </p:grpSpPr>
        <p:sp>
          <p:nvSpPr>
            <p:cNvPr id="72" name="Google Shape;72;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4" name="Google Shape;74;p11"/>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8000"/>
              <a:buNone/>
              <a:defRPr sz="8000">
                <a:solidFill>
                  <a:schemeClr val="lt1"/>
                </a:solidFill>
              </a:defRPr>
            </a:lvl1pPr>
            <a:lvl2pPr lvl="1" rtl="0">
              <a:spcBef>
                <a:spcPts val="0"/>
              </a:spcBef>
              <a:spcAft>
                <a:spcPts val="0"/>
              </a:spcAft>
              <a:buClr>
                <a:schemeClr val="lt1"/>
              </a:buClr>
              <a:buSzPts val="8000"/>
              <a:buNone/>
              <a:defRPr sz="8000">
                <a:solidFill>
                  <a:schemeClr val="lt1"/>
                </a:solidFill>
              </a:defRPr>
            </a:lvl2pPr>
            <a:lvl3pPr lvl="2" rtl="0">
              <a:spcBef>
                <a:spcPts val="0"/>
              </a:spcBef>
              <a:spcAft>
                <a:spcPts val="0"/>
              </a:spcAft>
              <a:buClr>
                <a:schemeClr val="lt1"/>
              </a:buClr>
              <a:buSzPts val="8000"/>
              <a:buNone/>
              <a:defRPr sz="8000">
                <a:solidFill>
                  <a:schemeClr val="lt1"/>
                </a:solidFill>
              </a:defRPr>
            </a:lvl3pPr>
            <a:lvl4pPr lvl="3" rtl="0">
              <a:spcBef>
                <a:spcPts val="0"/>
              </a:spcBef>
              <a:spcAft>
                <a:spcPts val="0"/>
              </a:spcAft>
              <a:buClr>
                <a:schemeClr val="lt1"/>
              </a:buClr>
              <a:buSzPts val="8000"/>
              <a:buNone/>
              <a:defRPr sz="8000">
                <a:solidFill>
                  <a:schemeClr val="lt1"/>
                </a:solidFill>
              </a:defRPr>
            </a:lvl4pPr>
            <a:lvl5pPr lvl="4" rtl="0">
              <a:spcBef>
                <a:spcPts val="0"/>
              </a:spcBef>
              <a:spcAft>
                <a:spcPts val="0"/>
              </a:spcAft>
              <a:buClr>
                <a:schemeClr val="lt1"/>
              </a:buClr>
              <a:buSzPts val="8000"/>
              <a:buNone/>
              <a:defRPr sz="8000">
                <a:solidFill>
                  <a:schemeClr val="lt1"/>
                </a:solidFill>
              </a:defRPr>
            </a:lvl5pPr>
            <a:lvl6pPr lvl="5" rtl="0">
              <a:spcBef>
                <a:spcPts val="0"/>
              </a:spcBef>
              <a:spcAft>
                <a:spcPts val="0"/>
              </a:spcAft>
              <a:buClr>
                <a:schemeClr val="lt1"/>
              </a:buClr>
              <a:buSzPts val="8000"/>
              <a:buNone/>
              <a:defRPr sz="8000">
                <a:solidFill>
                  <a:schemeClr val="lt1"/>
                </a:solidFill>
              </a:defRPr>
            </a:lvl6pPr>
            <a:lvl7pPr lvl="6" rtl="0">
              <a:spcBef>
                <a:spcPts val="0"/>
              </a:spcBef>
              <a:spcAft>
                <a:spcPts val="0"/>
              </a:spcAft>
              <a:buClr>
                <a:schemeClr val="lt1"/>
              </a:buClr>
              <a:buSzPts val="8000"/>
              <a:buNone/>
              <a:defRPr sz="8000">
                <a:solidFill>
                  <a:schemeClr val="lt1"/>
                </a:solidFill>
              </a:defRPr>
            </a:lvl7pPr>
            <a:lvl8pPr lvl="7" rtl="0">
              <a:spcBef>
                <a:spcPts val="0"/>
              </a:spcBef>
              <a:spcAft>
                <a:spcPts val="0"/>
              </a:spcAft>
              <a:buClr>
                <a:schemeClr val="lt1"/>
              </a:buClr>
              <a:buSzPts val="8000"/>
              <a:buNone/>
              <a:defRPr sz="8000">
                <a:solidFill>
                  <a:schemeClr val="lt1"/>
                </a:solidFill>
              </a:defRPr>
            </a:lvl8pPr>
            <a:lvl9pPr lvl="8" rtl="0">
              <a:spcBef>
                <a:spcPts val="0"/>
              </a:spcBef>
              <a:spcAft>
                <a:spcPts val="0"/>
              </a:spcAft>
              <a:buClr>
                <a:schemeClr val="lt1"/>
              </a:buClr>
              <a:buSzPts val="8000"/>
              <a:buNone/>
              <a:defRPr sz="8000">
                <a:solidFill>
                  <a:schemeClr val="lt1"/>
                </a:solidFill>
              </a:defRPr>
            </a:lvl9pPr>
          </a:lstStyle>
          <a:p>
            <a:r>
              <a:t>xx%</a:t>
            </a:r>
          </a:p>
        </p:txBody>
      </p:sp>
      <p:sp>
        <p:nvSpPr>
          <p:cNvPr id="75" name="Google Shape;75;p11"/>
          <p:cNvSpPr txBox="1"/>
          <p:nvPr>
            <p:ph idx="1" type="body"/>
          </p:nvPr>
        </p:nvSpPr>
        <p:spPr>
          <a:xfrm>
            <a:off x="729450" y="2272888"/>
            <a:ext cx="7688400" cy="1580400"/>
          </a:xfrm>
          <a:prstGeom prst="rect">
            <a:avLst/>
          </a:prstGeom>
        </p:spPr>
        <p:txBody>
          <a:bodyPr anchorCtr="0" anchor="t" bIns="91425" lIns="91425" spcFirstLastPara="1" rIns="91425" wrap="square" tIns="91425">
            <a:normAutofit/>
          </a:bodyPr>
          <a:lstStyle>
            <a:lvl1pPr indent="-311150" lvl="0" marL="457200" rtl="0">
              <a:spcBef>
                <a:spcPts val="0"/>
              </a:spcBef>
              <a:spcAft>
                <a:spcPts val="0"/>
              </a:spcAft>
              <a:buClr>
                <a:schemeClr val="lt1"/>
              </a:buClr>
              <a:buSzPts val="1300"/>
              <a:buChar char="●"/>
              <a:defRPr>
                <a:solidFill>
                  <a:schemeClr val="lt1"/>
                </a:solidFill>
              </a:defRPr>
            </a:lvl1pPr>
            <a:lvl2pPr indent="-298450" lvl="1" marL="914400" rtl="0">
              <a:spcBef>
                <a:spcPts val="0"/>
              </a:spcBef>
              <a:spcAft>
                <a:spcPts val="0"/>
              </a:spcAft>
              <a:buClr>
                <a:schemeClr val="lt1"/>
              </a:buClr>
              <a:buSzPts val="1100"/>
              <a:buChar char="○"/>
              <a:defRPr>
                <a:solidFill>
                  <a:schemeClr val="lt1"/>
                </a:solidFill>
              </a:defRPr>
            </a:lvl2pPr>
            <a:lvl3pPr indent="-298450" lvl="2" marL="1371600" rtl="0">
              <a:spcBef>
                <a:spcPts val="0"/>
              </a:spcBef>
              <a:spcAft>
                <a:spcPts val="0"/>
              </a:spcAft>
              <a:buClr>
                <a:schemeClr val="lt1"/>
              </a:buClr>
              <a:buSzPts val="1100"/>
              <a:buChar char="■"/>
              <a:defRPr>
                <a:solidFill>
                  <a:schemeClr val="lt1"/>
                </a:solidFill>
              </a:defRPr>
            </a:lvl3pPr>
            <a:lvl4pPr indent="-298450" lvl="3" marL="1828800" rtl="0">
              <a:spcBef>
                <a:spcPts val="0"/>
              </a:spcBef>
              <a:spcAft>
                <a:spcPts val="0"/>
              </a:spcAft>
              <a:buClr>
                <a:schemeClr val="lt1"/>
              </a:buClr>
              <a:buSzPts val="1100"/>
              <a:buChar char="●"/>
              <a:defRPr>
                <a:solidFill>
                  <a:schemeClr val="lt1"/>
                </a:solidFill>
              </a:defRPr>
            </a:lvl4pPr>
            <a:lvl5pPr indent="-298450" lvl="4" marL="2286000" rtl="0">
              <a:spcBef>
                <a:spcPts val="0"/>
              </a:spcBef>
              <a:spcAft>
                <a:spcPts val="0"/>
              </a:spcAft>
              <a:buClr>
                <a:schemeClr val="lt1"/>
              </a:buClr>
              <a:buSzPts val="1100"/>
              <a:buChar char="○"/>
              <a:defRPr>
                <a:solidFill>
                  <a:schemeClr val="lt1"/>
                </a:solidFill>
              </a:defRPr>
            </a:lvl5pPr>
            <a:lvl6pPr indent="-298450" lvl="5" marL="2743200" rtl="0">
              <a:spcBef>
                <a:spcPts val="0"/>
              </a:spcBef>
              <a:spcAft>
                <a:spcPts val="0"/>
              </a:spcAft>
              <a:buClr>
                <a:schemeClr val="lt1"/>
              </a:buClr>
              <a:buSzPts val="1100"/>
              <a:buChar char="■"/>
              <a:defRPr>
                <a:solidFill>
                  <a:schemeClr val="lt1"/>
                </a:solidFill>
              </a:defRPr>
            </a:lvl6pPr>
            <a:lvl7pPr indent="-298450" lvl="6" marL="3200400" rtl="0">
              <a:spcBef>
                <a:spcPts val="0"/>
              </a:spcBef>
              <a:spcAft>
                <a:spcPts val="0"/>
              </a:spcAft>
              <a:buClr>
                <a:schemeClr val="lt1"/>
              </a:buClr>
              <a:buSzPts val="1100"/>
              <a:buChar char="●"/>
              <a:defRPr>
                <a:solidFill>
                  <a:schemeClr val="lt1"/>
                </a:solidFill>
              </a:defRPr>
            </a:lvl7pPr>
            <a:lvl8pPr indent="-298450" lvl="7" marL="3657600" rtl="0">
              <a:spcBef>
                <a:spcPts val="0"/>
              </a:spcBef>
              <a:spcAft>
                <a:spcPts val="0"/>
              </a:spcAft>
              <a:buClr>
                <a:schemeClr val="lt1"/>
              </a:buClr>
              <a:buSzPts val="1100"/>
              <a:buChar char="○"/>
              <a:defRPr>
                <a:solidFill>
                  <a:schemeClr val="lt1"/>
                </a:solidFill>
              </a:defRPr>
            </a:lvl8pPr>
            <a:lvl9pPr indent="-298450" lvl="8" marL="4114800" rtl="0">
              <a:spcBef>
                <a:spcPts val="0"/>
              </a:spcBef>
              <a:spcAft>
                <a:spcPts val="0"/>
              </a:spcAft>
              <a:buClr>
                <a:schemeClr val="lt1"/>
              </a:buClr>
              <a:buSzPts val="1100"/>
              <a:buChar char="■"/>
              <a:defRPr>
                <a:solidFill>
                  <a:schemeClr val="lt1"/>
                </a:solidFill>
              </a:defRPr>
            </a:lvl9pPr>
          </a:lstStyle>
          <a:p/>
        </p:txBody>
      </p:sp>
      <p:sp>
        <p:nvSpPr>
          <p:cNvPr id="76" name="Google Shape;76;p1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7" name="Shape 77"/>
        <p:cNvGrpSpPr/>
        <p:nvPr/>
      </p:nvGrpSpPr>
      <p:grpSpPr>
        <a:xfrm>
          <a:off x="0" y="0"/>
          <a:ext cx="0" cy="0"/>
          <a:chOff x="0" y="0"/>
          <a:chExt cx="0" cy="0"/>
        </a:xfrm>
      </p:grpSpPr>
      <p:sp>
        <p:nvSpPr>
          <p:cNvPr id="78" name="Google Shape;78;p1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rt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1pPr>
            <a:lvl2pPr lvl="1" rt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2pPr>
            <a:lvl3pPr lvl="2" rt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3pPr>
            <a:lvl4pPr lvl="3" rt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4pPr>
            <a:lvl5pPr lvl="4" rt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5pPr>
            <a:lvl6pPr lvl="5" rt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6pPr>
            <a:lvl7pPr lvl="6" rt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7pPr>
            <a:lvl8pPr lvl="7" rt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8pPr>
            <a:lvl9pPr lvl="8" rt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rtl="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rtl="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rtl="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rtl="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rtl="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rtl="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rtl="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rtl="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rtl="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lvl="0" rtl="0" algn="r">
              <a:buNone/>
              <a:defRPr sz="1000">
                <a:solidFill>
                  <a:schemeClr val="accent1"/>
                </a:solidFill>
                <a:latin typeface="Lato"/>
                <a:ea typeface="Lato"/>
                <a:cs typeface="Lato"/>
                <a:sym typeface="Lato"/>
              </a:defRPr>
            </a:lvl1pPr>
            <a:lvl2pPr lvl="1" rtl="0" algn="r">
              <a:buNone/>
              <a:defRPr sz="1000">
                <a:solidFill>
                  <a:schemeClr val="accent1"/>
                </a:solidFill>
                <a:latin typeface="Lato"/>
                <a:ea typeface="Lato"/>
                <a:cs typeface="Lato"/>
                <a:sym typeface="Lato"/>
              </a:defRPr>
            </a:lvl2pPr>
            <a:lvl3pPr lvl="2" rtl="0" algn="r">
              <a:buNone/>
              <a:defRPr sz="1000">
                <a:solidFill>
                  <a:schemeClr val="accent1"/>
                </a:solidFill>
                <a:latin typeface="Lato"/>
                <a:ea typeface="Lato"/>
                <a:cs typeface="Lato"/>
                <a:sym typeface="Lato"/>
              </a:defRPr>
            </a:lvl3pPr>
            <a:lvl4pPr lvl="3" rtl="0" algn="r">
              <a:buNone/>
              <a:defRPr sz="1000">
                <a:solidFill>
                  <a:schemeClr val="accent1"/>
                </a:solidFill>
                <a:latin typeface="Lato"/>
                <a:ea typeface="Lato"/>
                <a:cs typeface="Lato"/>
                <a:sym typeface="Lato"/>
              </a:defRPr>
            </a:lvl4pPr>
            <a:lvl5pPr lvl="4" rtl="0" algn="r">
              <a:buNone/>
              <a:defRPr sz="1000">
                <a:solidFill>
                  <a:schemeClr val="accent1"/>
                </a:solidFill>
                <a:latin typeface="Lato"/>
                <a:ea typeface="Lato"/>
                <a:cs typeface="Lato"/>
                <a:sym typeface="Lato"/>
              </a:defRPr>
            </a:lvl5pPr>
            <a:lvl6pPr lvl="5" rtl="0" algn="r">
              <a:buNone/>
              <a:defRPr sz="1000">
                <a:solidFill>
                  <a:schemeClr val="accent1"/>
                </a:solidFill>
                <a:latin typeface="Lato"/>
                <a:ea typeface="Lato"/>
                <a:cs typeface="Lato"/>
                <a:sym typeface="Lato"/>
              </a:defRPr>
            </a:lvl6pPr>
            <a:lvl7pPr lvl="6" rtl="0" algn="r">
              <a:buNone/>
              <a:defRPr sz="1000">
                <a:solidFill>
                  <a:schemeClr val="accent1"/>
                </a:solidFill>
                <a:latin typeface="Lato"/>
                <a:ea typeface="Lato"/>
                <a:cs typeface="Lato"/>
                <a:sym typeface="Lato"/>
              </a:defRPr>
            </a:lvl7pPr>
            <a:lvl8pPr lvl="7" rtl="0" algn="r">
              <a:buNone/>
              <a:defRPr sz="1000">
                <a:solidFill>
                  <a:schemeClr val="accent1"/>
                </a:solidFill>
                <a:latin typeface="Lato"/>
                <a:ea typeface="Lato"/>
                <a:cs typeface="Lato"/>
                <a:sym typeface="Lato"/>
              </a:defRPr>
            </a:lvl8pPr>
            <a:lvl9pPr lvl="8" rtl="0"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xml"/><Relationship Id="rId3" Type="http://schemas.openxmlformats.org/officeDocument/2006/relationships/image" Target="../media/image6.jpg"/><Relationship Id="rId4" Type="http://schemas.openxmlformats.org/officeDocument/2006/relationships/image" Target="../media/image10.jpg"/><Relationship Id="rId5" Type="http://schemas.openxmlformats.org/officeDocument/2006/relationships/image" Target="../media/image1.jpg"/><Relationship Id="rId6" Type="http://schemas.openxmlformats.org/officeDocument/2006/relationships/image" Target="../media/image12.gif"/></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8.png"/><Relationship Id="rId4" Type="http://schemas.openxmlformats.org/officeDocument/2006/relationships/image" Target="../media/image12.gi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7.xml"/><Relationship Id="rId3" Type="http://schemas.openxmlformats.org/officeDocument/2006/relationships/image" Target="../media/image3.jpg"/><Relationship Id="rId4" Type="http://schemas.openxmlformats.org/officeDocument/2006/relationships/image" Target="../media/image9.jpg"/><Relationship Id="rId9" Type="http://schemas.openxmlformats.org/officeDocument/2006/relationships/image" Target="../media/image2.jpg"/><Relationship Id="rId5" Type="http://schemas.openxmlformats.org/officeDocument/2006/relationships/image" Target="../media/image14.jpg"/><Relationship Id="rId6" Type="http://schemas.openxmlformats.org/officeDocument/2006/relationships/image" Target="../media/image5.jpg"/><Relationship Id="rId7" Type="http://schemas.openxmlformats.org/officeDocument/2006/relationships/image" Target="../media/image4.jpg"/><Relationship Id="rId8" Type="http://schemas.openxmlformats.org/officeDocument/2006/relationships/image" Target="../media/image7.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 Id="rId3" Type="http://schemas.openxmlformats.org/officeDocument/2006/relationships/image" Target="../media/image19.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0.xml"/><Relationship Id="rId3" Type="http://schemas.openxmlformats.org/officeDocument/2006/relationships/image" Target="../media/image11.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5.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28.png"/><Relationship Id="rId4" Type="http://schemas.openxmlformats.org/officeDocument/2006/relationships/image" Target="../media/image1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1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18.png"/><Relationship Id="rId4" Type="http://schemas.openxmlformats.org/officeDocument/2006/relationships/image" Target="../media/image26.png"/><Relationship Id="rId5" Type="http://schemas.openxmlformats.org/officeDocument/2006/relationships/image" Target="../media/image1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1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1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1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1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1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1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18.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hyperlink" Target="http://riscvbook.com/spanish/guia-practica-de-risc-v-1.0.5.pdf" TargetMode="External"/><Relationship Id="rId4" Type="http://schemas.openxmlformats.org/officeDocument/2006/relationships/image" Target="../media/image18.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20.jpg"/><Relationship Id="rId4" Type="http://schemas.openxmlformats.org/officeDocument/2006/relationships/image" Target="../media/image23.jpg"/><Relationship Id="rId5" Type="http://schemas.openxmlformats.org/officeDocument/2006/relationships/hyperlink" Target="https://www.amazon.com/David-A-Patterson/e/B000APBUAE/ref=dp_byline_cont_book_1" TargetMode="External"/><Relationship Id="rId6" Type="http://schemas.openxmlformats.org/officeDocument/2006/relationships/hyperlink" Target="https://www.amazon.com/s/ref=dp_byline_sr_book_2?ie=UTF8&amp;field-author=John+L.+Hennessy&amp;text=John+L.+Hennessy&amp;sort=relevancerank&amp;search-alias=books" TargetMode="External"/><Relationship Id="rId7" Type="http://schemas.openxmlformats.org/officeDocument/2006/relationships/hyperlink" Target="https://www.amazon.com/s/ref=dp_byline_sr_book_1?ie=UTF8&amp;field-author=David+Patterson&amp;text=David+Patterson&amp;sort=relevancerank&amp;search-alias=books" TargetMode="External"/><Relationship Id="rId8" Type="http://schemas.openxmlformats.org/officeDocument/2006/relationships/hyperlink" Target="https://www.amazon.com/s/ref=dp_byline_sr_book_2?ie=UTF8&amp;field-author=Andrew+Waterman&amp;text=Andrew+Waterman&amp;sort=relevancerank&amp;search-alias=books"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2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22.png"/><Relationship Id="rId4" Type="http://schemas.openxmlformats.org/officeDocument/2006/relationships/image" Target="../media/image2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2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2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2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2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22.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24.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43.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hyperlink" Target="http://www.youtube.com/watch?v=tc4ROCJYbm0" TargetMode="External"/><Relationship Id="rId4" Type="http://schemas.openxmlformats.org/officeDocument/2006/relationships/image" Target="../media/image25.jp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 Id="rId3" Type="http://schemas.openxmlformats.org/officeDocument/2006/relationships/hyperlink" Target="https://upload.wikimedia.org/wikipedia/commons/7/77/Unix_history-simple.svg" TargetMode="External"/><Relationship Id="rId4" Type="http://schemas.openxmlformats.org/officeDocument/2006/relationships/image" Target="../media/image38.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6.xml"/><Relationship Id="rId3" Type="http://schemas.openxmlformats.org/officeDocument/2006/relationships/image" Target="../media/image15.jp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7.xml"/><Relationship Id="rId3" Type="http://schemas.openxmlformats.org/officeDocument/2006/relationships/image" Target="../media/image27.jp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 Id="rId3" Type="http://schemas.openxmlformats.org/officeDocument/2006/relationships/image" Target="../media/image37.png"/><Relationship Id="rId4" Type="http://schemas.openxmlformats.org/officeDocument/2006/relationships/image" Target="../media/image31.jp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 Id="rId3" Type="http://schemas.openxmlformats.org/officeDocument/2006/relationships/image" Target="../media/image37.png"/><Relationship Id="rId4" Type="http://schemas.openxmlformats.org/officeDocument/2006/relationships/image" Target="../media/image36.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 Id="rId3" Type="http://schemas.openxmlformats.org/officeDocument/2006/relationships/image" Target="../media/image35.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 Id="rId3" Type="http://schemas.openxmlformats.org/officeDocument/2006/relationships/image" Target="../media/image35.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 Id="rId3" Type="http://schemas.openxmlformats.org/officeDocument/2006/relationships/image" Target="../media/image32.gif"/><Relationship Id="rId4" Type="http://schemas.openxmlformats.org/officeDocument/2006/relationships/image" Target="../media/image31.jp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 Id="rId3" Type="http://schemas.openxmlformats.org/officeDocument/2006/relationships/image" Target="../media/image34.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 Id="rId3" Type="http://schemas.openxmlformats.org/officeDocument/2006/relationships/image" Target="../media/image45.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 Id="rId3" Type="http://schemas.openxmlformats.org/officeDocument/2006/relationships/image" Target="../media/image33.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9.xml"/><Relationship Id="rId3" Type="http://schemas.openxmlformats.org/officeDocument/2006/relationships/image" Target="../media/image29.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0.xml"/><Relationship Id="rId3" Type="http://schemas.openxmlformats.org/officeDocument/2006/relationships/image" Target="../media/image30.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8.xml"/><Relationship Id="rId3" Type="http://schemas.openxmlformats.org/officeDocument/2006/relationships/image" Target="../media/image39.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9.xml"/><Relationship Id="rId3" Type="http://schemas.openxmlformats.org/officeDocument/2006/relationships/image" Target="../media/image39.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0.xml"/><Relationship Id="rId3" Type="http://schemas.openxmlformats.org/officeDocument/2006/relationships/image" Target="../media/image39.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1.xml"/><Relationship Id="rId3" Type="http://schemas.openxmlformats.org/officeDocument/2006/relationships/image" Target="../media/image39.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3.xml"/><Relationship Id="rId3" Type="http://schemas.openxmlformats.org/officeDocument/2006/relationships/image" Target="../media/image48.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6.xml"/><Relationship Id="rId3" Type="http://schemas.openxmlformats.org/officeDocument/2006/relationships/image" Target="../media/image47.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8.xml"/><Relationship Id="rId3" Type="http://schemas.openxmlformats.org/officeDocument/2006/relationships/image" Target="../media/image41.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1.xml"/><Relationship Id="rId3" Type="http://schemas.openxmlformats.org/officeDocument/2006/relationships/image" Target="../media/image42.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3.xml"/><Relationship Id="rId3" Type="http://schemas.openxmlformats.org/officeDocument/2006/relationships/image" Target="../media/image40.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4.xml"/><Relationship Id="rId3" Type="http://schemas.openxmlformats.org/officeDocument/2006/relationships/hyperlink" Target="http://www.youtube.com/watch?v=bKzonnwoR2I" TargetMode="External"/><Relationship Id="rId4" Type="http://schemas.openxmlformats.org/officeDocument/2006/relationships/image" Target="../media/image44.jp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5.xml"/><Relationship Id="rId3" Type="http://schemas.openxmlformats.org/officeDocument/2006/relationships/image" Target="../media/image49.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6.xml"/><Relationship Id="rId3" Type="http://schemas.openxmlformats.org/officeDocument/2006/relationships/image" Target="../media/image49.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7.xml"/><Relationship Id="rId3" Type="http://schemas.openxmlformats.org/officeDocument/2006/relationships/image" Target="../media/image49.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8.xml"/><Relationship Id="rId3" Type="http://schemas.openxmlformats.org/officeDocument/2006/relationships/image" Target="../media/image46.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9.xml"/><Relationship Id="rId3" Type="http://schemas.openxmlformats.org/officeDocument/2006/relationships/image" Target="../media/image50.pn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0.xml"/><Relationship Id="rId3" Type="http://schemas.openxmlformats.org/officeDocument/2006/relationships/image" Target="../media/image51.pn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1.xml"/><Relationship Id="rId3" Type="http://schemas.openxmlformats.org/officeDocument/2006/relationships/image" Target="../media/image4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3"/>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Sistemas Operativos </a:t>
            </a:r>
            <a:endParaRPr/>
          </a:p>
          <a:p>
            <a:pPr indent="0" lvl="0" marL="0" rtl="0" algn="l">
              <a:spcBef>
                <a:spcPts val="0"/>
              </a:spcBef>
              <a:spcAft>
                <a:spcPts val="0"/>
              </a:spcAft>
              <a:buNone/>
            </a:pPr>
            <a:r>
              <a:rPr lang="en"/>
              <a:t>Fisop 2024</a:t>
            </a:r>
            <a:endParaRPr/>
          </a:p>
        </p:txBody>
      </p:sp>
      <p:sp>
        <p:nvSpPr>
          <p:cNvPr id="84" name="Google Shape;84;p13"/>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4"/>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Introducción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5"/>
          <p:cNvSpPr txBox="1"/>
          <p:nvPr>
            <p:ph type="title"/>
          </p:nvPr>
        </p:nvSpPr>
        <p:spPr>
          <a:xfrm>
            <a:off x="600650" y="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¿Qué es un Sistema Operativo?</a:t>
            </a:r>
            <a:endParaRPr/>
          </a:p>
        </p:txBody>
      </p:sp>
      <p:sp>
        <p:nvSpPr>
          <p:cNvPr id="95" name="Google Shape;95;p15"/>
          <p:cNvSpPr txBox="1"/>
          <p:nvPr>
            <p:ph idx="1" type="body"/>
          </p:nvPr>
        </p:nvSpPr>
        <p:spPr>
          <a:xfrm>
            <a:off x="727650" y="1153450"/>
            <a:ext cx="7688700" cy="2970300"/>
          </a:xfrm>
          <a:prstGeom prst="rect">
            <a:avLst/>
          </a:prstGeom>
        </p:spPr>
        <p:txBody>
          <a:bodyPr anchorCtr="0" anchor="t" bIns="91425" lIns="91425" spcFirstLastPara="1" rIns="91425" wrap="square" tIns="91425">
            <a:normAutofit/>
          </a:bodyPr>
          <a:lstStyle/>
          <a:p>
            <a:pPr indent="0" lvl="0" marL="457200" rtl="0" algn="l">
              <a:spcBef>
                <a:spcPts val="0"/>
              </a:spcBef>
              <a:spcAft>
                <a:spcPts val="1200"/>
              </a:spcAft>
              <a:buNone/>
            </a:pPr>
            <a:r>
              <a:rPr lang="en" sz="2300">
                <a:solidFill>
                  <a:srgbClr val="000000"/>
                </a:solidFill>
                <a:latin typeface="Arial"/>
                <a:ea typeface="Arial"/>
                <a:cs typeface="Arial"/>
                <a:sym typeface="Arial"/>
              </a:rPr>
              <a:t>Si te digo sistema operativo que es en lo primero que pensas?</a:t>
            </a:r>
            <a:endParaRPr sz="2300">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pic>
        <p:nvPicPr>
          <p:cNvPr id="100" name="Google Shape;100;p16"/>
          <p:cNvPicPr preferRelativeResize="0"/>
          <p:nvPr/>
        </p:nvPicPr>
        <p:blipFill>
          <a:blip r:embed="rId3">
            <a:alphaModFix/>
          </a:blip>
          <a:stretch>
            <a:fillRect/>
          </a:stretch>
        </p:blipFill>
        <p:spPr>
          <a:xfrm>
            <a:off x="5034225" y="2255950"/>
            <a:ext cx="3909000" cy="2808875"/>
          </a:xfrm>
          <a:prstGeom prst="rect">
            <a:avLst/>
          </a:prstGeom>
          <a:noFill/>
          <a:ln>
            <a:noFill/>
          </a:ln>
        </p:spPr>
      </p:pic>
      <p:pic>
        <p:nvPicPr>
          <p:cNvPr id="101" name="Google Shape;101;p16"/>
          <p:cNvPicPr preferRelativeResize="0"/>
          <p:nvPr/>
        </p:nvPicPr>
        <p:blipFill>
          <a:blip r:embed="rId4">
            <a:alphaModFix/>
          </a:blip>
          <a:stretch>
            <a:fillRect/>
          </a:stretch>
        </p:blipFill>
        <p:spPr>
          <a:xfrm>
            <a:off x="234325" y="2358193"/>
            <a:ext cx="3909000" cy="2604370"/>
          </a:xfrm>
          <a:prstGeom prst="rect">
            <a:avLst/>
          </a:prstGeom>
          <a:noFill/>
          <a:ln>
            <a:noFill/>
          </a:ln>
        </p:spPr>
      </p:pic>
      <p:sp>
        <p:nvSpPr>
          <p:cNvPr id="102" name="Google Shape;102;p16"/>
          <p:cNvSpPr txBox="1"/>
          <p:nvPr>
            <p:ph idx="1" type="body"/>
          </p:nvPr>
        </p:nvSpPr>
        <p:spPr>
          <a:xfrm>
            <a:off x="4921525" y="94625"/>
            <a:ext cx="3184800" cy="460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2300"/>
              <a:t>John Von Neuman</a:t>
            </a:r>
            <a:endParaRPr sz="2300"/>
          </a:p>
        </p:txBody>
      </p:sp>
      <p:pic>
        <p:nvPicPr>
          <p:cNvPr id="103" name="Google Shape;103;p16"/>
          <p:cNvPicPr preferRelativeResize="0"/>
          <p:nvPr/>
        </p:nvPicPr>
        <p:blipFill>
          <a:blip r:embed="rId5">
            <a:alphaModFix/>
          </a:blip>
          <a:stretch>
            <a:fillRect/>
          </a:stretch>
        </p:blipFill>
        <p:spPr>
          <a:xfrm>
            <a:off x="1266400" y="649300"/>
            <a:ext cx="1467200" cy="1467200"/>
          </a:xfrm>
          <a:prstGeom prst="rect">
            <a:avLst/>
          </a:prstGeom>
          <a:noFill/>
          <a:ln>
            <a:noFill/>
          </a:ln>
        </p:spPr>
      </p:pic>
      <p:sp>
        <p:nvSpPr>
          <p:cNvPr id="104" name="Google Shape;104;p16"/>
          <p:cNvSpPr txBox="1"/>
          <p:nvPr>
            <p:ph idx="1" type="body"/>
          </p:nvPr>
        </p:nvSpPr>
        <p:spPr>
          <a:xfrm>
            <a:off x="972150" y="94625"/>
            <a:ext cx="2663100" cy="460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2300"/>
              <a:t>Alan Turing</a:t>
            </a:r>
            <a:endParaRPr sz="2300"/>
          </a:p>
        </p:txBody>
      </p:sp>
      <p:pic>
        <p:nvPicPr>
          <p:cNvPr id="105" name="Google Shape;105;p16"/>
          <p:cNvPicPr preferRelativeResize="0"/>
          <p:nvPr/>
        </p:nvPicPr>
        <p:blipFill>
          <a:blip r:embed="rId6">
            <a:alphaModFix/>
          </a:blip>
          <a:stretch>
            <a:fillRect/>
          </a:stretch>
        </p:blipFill>
        <p:spPr>
          <a:xfrm>
            <a:off x="5829150" y="555125"/>
            <a:ext cx="1196873" cy="15613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7"/>
          <p:cNvSpPr txBox="1"/>
          <p:nvPr>
            <p:ph type="title"/>
          </p:nvPr>
        </p:nvSpPr>
        <p:spPr>
          <a:xfrm>
            <a:off x="727650" y="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¿Qué pasa cuando un programa se ejecuta?</a:t>
            </a:r>
            <a:endParaRPr/>
          </a:p>
        </p:txBody>
      </p:sp>
      <p:sp>
        <p:nvSpPr>
          <p:cNvPr id="111" name="Google Shape;111;p17"/>
          <p:cNvSpPr txBox="1"/>
          <p:nvPr>
            <p:ph idx="1" type="body"/>
          </p:nvPr>
        </p:nvSpPr>
        <p:spPr>
          <a:xfrm>
            <a:off x="729450" y="1394750"/>
            <a:ext cx="7688700" cy="3654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300">
                <a:solidFill>
                  <a:srgbClr val="000000"/>
                </a:solidFill>
                <a:latin typeface="Arial"/>
                <a:ea typeface="Arial"/>
                <a:cs typeface="Arial"/>
                <a:sym typeface="Arial"/>
              </a:rPr>
              <a:t>El </a:t>
            </a:r>
            <a:r>
              <a:rPr lang="en" sz="2300">
                <a:solidFill>
                  <a:srgbClr val="000000"/>
                </a:solidFill>
                <a:latin typeface="Arial"/>
                <a:ea typeface="Arial"/>
                <a:cs typeface="Arial"/>
                <a:sym typeface="Arial"/>
              </a:rPr>
              <a:t>procesador</a:t>
            </a:r>
            <a:r>
              <a:rPr lang="en" sz="2300">
                <a:solidFill>
                  <a:srgbClr val="000000"/>
                </a:solidFill>
                <a:latin typeface="Arial"/>
                <a:ea typeface="Arial"/>
                <a:cs typeface="Arial"/>
                <a:sym typeface="Arial"/>
              </a:rPr>
              <a:t> busca en la memoria la </a:t>
            </a:r>
            <a:r>
              <a:rPr lang="en" sz="2300">
                <a:solidFill>
                  <a:srgbClr val="000000"/>
                </a:solidFill>
                <a:latin typeface="Arial"/>
                <a:ea typeface="Arial"/>
                <a:cs typeface="Arial"/>
                <a:sym typeface="Arial"/>
              </a:rPr>
              <a:t>instrucción</a:t>
            </a:r>
            <a:r>
              <a:rPr lang="en" sz="2300">
                <a:solidFill>
                  <a:srgbClr val="000000"/>
                </a:solidFill>
                <a:latin typeface="Arial"/>
                <a:ea typeface="Arial"/>
                <a:cs typeface="Arial"/>
                <a:sym typeface="Arial"/>
              </a:rPr>
              <a:t> a ser ejecutada (</a:t>
            </a:r>
            <a:r>
              <a:rPr b="1" lang="en" sz="2300">
                <a:solidFill>
                  <a:srgbClr val="000000"/>
                </a:solidFill>
                <a:latin typeface="Arial"/>
                <a:ea typeface="Arial"/>
                <a:cs typeface="Arial"/>
                <a:sym typeface="Arial"/>
              </a:rPr>
              <a:t>fetch</a:t>
            </a:r>
            <a:r>
              <a:rPr lang="en" sz="2300">
                <a:solidFill>
                  <a:srgbClr val="000000"/>
                </a:solidFill>
                <a:latin typeface="Arial"/>
                <a:ea typeface="Arial"/>
                <a:cs typeface="Arial"/>
                <a:sym typeface="Arial"/>
              </a:rPr>
              <a:t>).</a:t>
            </a:r>
            <a:endParaRPr sz="2300">
              <a:solidFill>
                <a:srgbClr val="000000"/>
              </a:solidFill>
              <a:latin typeface="Arial"/>
              <a:ea typeface="Arial"/>
              <a:cs typeface="Arial"/>
              <a:sym typeface="Arial"/>
            </a:endParaRPr>
          </a:p>
          <a:p>
            <a:pPr indent="0" lvl="0" marL="0" rtl="0" algn="l">
              <a:spcBef>
                <a:spcPts val="1200"/>
              </a:spcBef>
              <a:spcAft>
                <a:spcPts val="0"/>
              </a:spcAft>
              <a:buNone/>
            </a:pPr>
            <a:r>
              <a:rPr lang="en" sz="2300">
                <a:solidFill>
                  <a:srgbClr val="000000"/>
                </a:solidFill>
                <a:latin typeface="Arial"/>
                <a:ea typeface="Arial"/>
                <a:cs typeface="Arial"/>
                <a:sym typeface="Arial"/>
              </a:rPr>
              <a:t>La decodifica (</a:t>
            </a:r>
            <a:r>
              <a:rPr b="1" lang="en" sz="2300">
                <a:solidFill>
                  <a:srgbClr val="000000"/>
                </a:solidFill>
                <a:latin typeface="Arial"/>
                <a:ea typeface="Arial"/>
                <a:cs typeface="Arial"/>
                <a:sym typeface="Arial"/>
              </a:rPr>
              <a:t>decode</a:t>
            </a:r>
            <a:r>
              <a:rPr lang="en" sz="2300">
                <a:solidFill>
                  <a:srgbClr val="000000"/>
                </a:solidFill>
                <a:latin typeface="Arial"/>
                <a:ea typeface="Arial"/>
                <a:cs typeface="Arial"/>
                <a:sym typeface="Arial"/>
              </a:rPr>
              <a:t>)</a:t>
            </a:r>
            <a:endParaRPr sz="2300">
              <a:solidFill>
                <a:srgbClr val="000000"/>
              </a:solidFill>
              <a:latin typeface="Arial"/>
              <a:ea typeface="Arial"/>
              <a:cs typeface="Arial"/>
              <a:sym typeface="Arial"/>
            </a:endParaRPr>
          </a:p>
          <a:p>
            <a:pPr indent="0" lvl="0" marL="0" rtl="0" algn="l">
              <a:spcBef>
                <a:spcPts val="1200"/>
              </a:spcBef>
              <a:spcAft>
                <a:spcPts val="0"/>
              </a:spcAft>
              <a:buNone/>
            </a:pPr>
            <a:r>
              <a:rPr lang="en" sz="2300">
                <a:solidFill>
                  <a:srgbClr val="000000"/>
                </a:solidFill>
                <a:latin typeface="Arial"/>
                <a:ea typeface="Arial"/>
                <a:cs typeface="Arial"/>
                <a:sym typeface="Arial"/>
              </a:rPr>
              <a:t>Finalmente la ejecuta (</a:t>
            </a:r>
            <a:r>
              <a:rPr b="1" lang="en" sz="2300">
                <a:solidFill>
                  <a:srgbClr val="000000"/>
                </a:solidFill>
                <a:latin typeface="Arial"/>
                <a:ea typeface="Arial"/>
                <a:cs typeface="Arial"/>
                <a:sym typeface="Arial"/>
              </a:rPr>
              <a:t>execute</a:t>
            </a:r>
            <a:r>
              <a:rPr lang="en" sz="2300">
                <a:solidFill>
                  <a:srgbClr val="000000"/>
                </a:solidFill>
                <a:latin typeface="Arial"/>
                <a:ea typeface="Arial"/>
                <a:cs typeface="Arial"/>
                <a:sym typeface="Arial"/>
              </a:rPr>
              <a:t>)</a:t>
            </a:r>
            <a:endParaRPr sz="2300">
              <a:solidFill>
                <a:srgbClr val="000000"/>
              </a:solidFill>
              <a:latin typeface="Arial"/>
              <a:ea typeface="Arial"/>
              <a:cs typeface="Arial"/>
              <a:sym typeface="Arial"/>
            </a:endParaRPr>
          </a:p>
          <a:p>
            <a:pPr indent="0" lvl="0" marL="0" rtl="0" algn="l">
              <a:spcBef>
                <a:spcPts val="1200"/>
              </a:spcBef>
              <a:spcAft>
                <a:spcPts val="1200"/>
              </a:spcAft>
              <a:buNone/>
            </a:pPr>
            <a:r>
              <a:rPr b="1" lang="en" sz="2300">
                <a:solidFill>
                  <a:srgbClr val="000000"/>
                </a:solidFill>
                <a:latin typeface="Arial"/>
                <a:ea typeface="Arial"/>
                <a:cs typeface="Arial"/>
                <a:sym typeface="Arial"/>
              </a:rPr>
              <a:t>fetch-decode-execute</a:t>
            </a:r>
            <a:endParaRPr b="1" sz="2300">
              <a:solidFill>
                <a:srgbClr val="000000"/>
              </a:solidFill>
              <a:latin typeface="Arial"/>
              <a:ea typeface="Arial"/>
              <a:cs typeface="Arial"/>
              <a:sym typeface="Arial"/>
            </a:endParaRPr>
          </a:p>
        </p:txBody>
      </p:sp>
      <p:pic>
        <p:nvPicPr>
          <p:cNvPr id="112" name="Google Shape;112;p17"/>
          <p:cNvPicPr preferRelativeResize="0"/>
          <p:nvPr/>
        </p:nvPicPr>
        <p:blipFill>
          <a:blip r:embed="rId3">
            <a:alphaModFix/>
          </a:blip>
          <a:stretch>
            <a:fillRect/>
          </a:stretch>
        </p:blipFill>
        <p:spPr>
          <a:xfrm>
            <a:off x="5967375" y="3335750"/>
            <a:ext cx="2786301" cy="16253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18"/>
          <p:cNvSpPr txBox="1"/>
          <p:nvPr>
            <p:ph type="title"/>
          </p:nvPr>
        </p:nvSpPr>
        <p:spPr>
          <a:xfrm>
            <a:off x="727650" y="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Arquitectura de Von Neumann</a:t>
            </a:r>
            <a:endParaRPr/>
          </a:p>
        </p:txBody>
      </p:sp>
      <p:sp>
        <p:nvSpPr>
          <p:cNvPr id="118" name="Google Shape;118;p18"/>
          <p:cNvSpPr txBox="1"/>
          <p:nvPr>
            <p:ph idx="1" type="body"/>
          </p:nvPr>
        </p:nvSpPr>
        <p:spPr>
          <a:xfrm>
            <a:off x="729450" y="1447525"/>
            <a:ext cx="2893800" cy="36018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b="1" lang="en" sz="2300">
                <a:solidFill>
                  <a:srgbClr val="000000"/>
                </a:solidFill>
                <a:latin typeface="Arial"/>
                <a:ea typeface="Arial"/>
                <a:cs typeface="Arial"/>
                <a:sym typeface="Arial"/>
              </a:rPr>
              <a:t>Básicamente</a:t>
            </a:r>
            <a:r>
              <a:rPr b="1" lang="en" sz="2300">
                <a:solidFill>
                  <a:srgbClr val="000000"/>
                </a:solidFill>
                <a:latin typeface="Arial"/>
                <a:ea typeface="Arial"/>
                <a:cs typeface="Arial"/>
                <a:sym typeface="Arial"/>
              </a:rPr>
              <a:t> describimos una forma muy simple de la arquitectura de Von Neumann.</a:t>
            </a:r>
            <a:endParaRPr b="1" sz="2300">
              <a:solidFill>
                <a:srgbClr val="000000"/>
              </a:solidFill>
              <a:latin typeface="Arial"/>
              <a:ea typeface="Arial"/>
              <a:cs typeface="Arial"/>
              <a:sym typeface="Arial"/>
            </a:endParaRPr>
          </a:p>
        </p:txBody>
      </p:sp>
      <p:pic>
        <p:nvPicPr>
          <p:cNvPr id="119" name="Google Shape;119;p18"/>
          <p:cNvPicPr preferRelativeResize="0"/>
          <p:nvPr/>
        </p:nvPicPr>
        <p:blipFill>
          <a:blip r:embed="rId3">
            <a:alphaModFix/>
          </a:blip>
          <a:stretch>
            <a:fillRect/>
          </a:stretch>
        </p:blipFill>
        <p:spPr>
          <a:xfrm>
            <a:off x="4041650" y="1009300"/>
            <a:ext cx="4143774" cy="4134200"/>
          </a:xfrm>
          <a:prstGeom prst="rect">
            <a:avLst/>
          </a:prstGeom>
          <a:noFill/>
          <a:ln>
            <a:noFill/>
          </a:ln>
        </p:spPr>
      </p:pic>
      <p:pic>
        <p:nvPicPr>
          <p:cNvPr id="120" name="Google Shape;120;p18"/>
          <p:cNvPicPr preferRelativeResize="0"/>
          <p:nvPr/>
        </p:nvPicPr>
        <p:blipFill>
          <a:blip r:embed="rId4">
            <a:alphaModFix/>
          </a:blip>
          <a:stretch>
            <a:fillRect/>
          </a:stretch>
        </p:blipFill>
        <p:spPr>
          <a:xfrm>
            <a:off x="879275" y="3971675"/>
            <a:ext cx="898250" cy="11718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19"/>
          <p:cNvSpPr txBox="1"/>
          <p:nvPr>
            <p:ph idx="1" type="body"/>
          </p:nvPr>
        </p:nvSpPr>
        <p:spPr>
          <a:xfrm>
            <a:off x="288475" y="1338600"/>
            <a:ext cx="880800" cy="4605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Eniac</a:t>
            </a:r>
            <a:endParaRPr/>
          </a:p>
        </p:txBody>
      </p:sp>
      <p:pic>
        <p:nvPicPr>
          <p:cNvPr id="126" name="Google Shape;126;p19"/>
          <p:cNvPicPr preferRelativeResize="0"/>
          <p:nvPr/>
        </p:nvPicPr>
        <p:blipFill>
          <a:blip r:embed="rId3">
            <a:alphaModFix/>
          </a:blip>
          <a:stretch>
            <a:fillRect/>
          </a:stretch>
        </p:blipFill>
        <p:spPr>
          <a:xfrm>
            <a:off x="288475" y="1858738"/>
            <a:ext cx="2637725" cy="1426025"/>
          </a:xfrm>
          <a:prstGeom prst="rect">
            <a:avLst/>
          </a:prstGeom>
          <a:noFill/>
          <a:ln>
            <a:noFill/>
          </a:ln>
        </p:spPr>
      </p:pic>
      <p:pic>
        <p:nvPicPr>
          <p:cNvPr id="127" name="Google Shape;127;p19"/>
          <p:cNvPicPr preferRelativeResize="0"/>
          <p:nvPr/>
        </p:nvPicPr>
        <p:blipFill>
          <a:blip r:embed="rId4">
            <a:alphaModFix/>
          </a:blip>
          <a:stretch>
            <a:fillRect/>
          </a:stretch>
        </p:blipFill>
        <p:spPr>
          <a:xfrm>
            <a:off x="288475" y="166000"/>
            <a:ext cx="2637723" cy="1112969"/>
          </a:xfrm>
          <a:prstGeom prst="rect">
            <a:avLst/>
          </a:prstGeom>
          <a:noFill/>
          <a:ln>
            <a:noFill/>
          </a:ln>
        </p:spPr>
      </p:pic>
      <p:pic>
        <p:nvPicPr>
          <p:cNvPr id="128" name="Google Shape;128;p19"/>
          <p:cNvPicPr preferRelativeResize="0"/>
          <p:nvPr/>
        </p:nvPicPr>
        <p:blipFill>
          <a:blip r:embed="rId5">
            <a:alphaModFix/>
          </a:blip>
          <a:stretch>
            <a:fillRect/>
          </a:stretch>
        </p:blipFill>
        <p:spPr>
          <a:xfrm>
            <a:off x="3471047" y="1858738"/>
            <a:ext cx="1426005" cy="1426025"/>
          </a:xfrm>
          <a:prstGeom prst="rect">
            <a:avLst/>
          </a:prstGeom>
          <a:noFill/>
          <a:ln>
            <a:noFill/>
          </a:ln>
        </p:spPr>
      </p:pic>
      <p:pic>
        <p:nvPicPr>
          <p:cNvPr id="129" name="Google Shape;129;p19"/>
          <p:cNvPicPr preferRelativeResize="0"/>
          <p:nvPr/>
        </p:nvPicPr>
        <p:blipFill>
          <a:blip r:embed="rId6">
            <a:alphaModFix/>
          </a:blip>
          <a:stretch>
            <a:fillRect/>
          </a:stretch>
        </p:blipFill>
        <p:spPr>
          <a:xfrm>
            <a:off x="357000" y="3519338"/>
            <a:ext cx="3295549" cy="1330775"/>
          </a:xfrm>
          <a:prstGeom prst="rect">
            <a:avLst/>
          </a:prstGeom>
          <a:noFill/>
          <a:ln>
            <a:noFill/>
          </a:ln>
        </p:spPr>
      </p:pic>
      <p:pic>
        <p:nvPicPr>
          <p:cNvPr id="130" name="Google Shape;130;p19"/>
          <p:cNvPicPr preferRelativeResize="0"/>
          <p:nvPr/>
        </p:nvPicPr>
        <p:blipFill>
          <a:blip r:embed="rId7">
            <a:alphaModFix/>
          </a:blip>
          <a:stretch>
            <a:fillRect/>
          </a:stretch>
        </p:blipFill>
        <p:spPr>
          <a:xfrm>
            <a:off x="3380412" y="165997"/>
            <a:ext cx="1838875" cy="1219785"/>
          </a:xfrm>
          <a:prstGeom prst="rect">
            <a:avLst/>
          </a:prstGeom>
          <a:noFill/>
          <a:ln>
            <a:noFill/>
          </a:ln>
        </p:spPr>
      </p:pic>
      <p:sp>
        <p:nvSpPr>
          <p:cNvPr id="131" name="Google Shape;131;p19"/>
          <p:cNvSpPr txBox="1"/>
          <p:nvPr>
            <p:ph idx="1" type="body"/>
          </p:nvPr>
        </p:nvSpPr>
        <p:spPr>
          <a:xfrm>
            <a:off x="288475" y="3284775"/>
            <a:ext cx="1521300" cy="4605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Baby Manchester</a:t>
            </a:r>
            <a:endParaRPr/>
          </a:p>
        </p:txBody>
      </p:sp>
      <p:sp>
        <p:nvSpPr>
          <p:cNvPr id="132" name="Google Shape;132;p19"/>
          <p:cNvSpPr txBox="1"/>
          <p:nvPr>
            <p:ph idx="1" type="body"/>
          </p:nvPr>
        </p:nvSpPr>
        <p:spPr>
          <a:xfrm>
            <a:off x="357000" y="4683000"/>
            <a:ext cx="1521300" cy="4605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IBM 1401</a:t>
            </a:r>
            <a:endParaRPr/>
          </a:p>
        </p:txBody>
      </p:sp>
      <p:sp>
        <p:nvSpPr>
          <p:cNvPr id="133" name="Google Shape;133;p19"/>
          <p:cNvSpPr txBox="1"/>
          <p:nvPr>
            <p:ph idx="1" type="body"/>
          </p:nvPr>
        </p:nvSpPr>
        <p:spPr>
          <a:xfrm>
            <a:off x="3380400" y="3189300"/>
            <a:ext cx="1521300" cy="4605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IBM 360</a:t>
            </a:r>
            <a:endParaRPr/>
          </a:p>
        </p:txBody>
      </p:sp>
      <p:sp>
        <p:nvSpPr>
          <p:cNvPr id="134" name="Google Shape;134;p19"/>
          <p:cNvSpPr txBox="1"/>
          <p:nvPr>
            <p:ph idx="1" type="body"/>
          </p:nvPr>
        </p:nvSpPr>
        <p:spPr>
          <a:xfrm>
            <a:off x="3273500" y="1338600"/>
            <a:ext cx="1521300" cy="4605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IBM 7094</a:t>
            </a:r>
            <a:endParaRPr/>
          </a:p>
        </p:txBody>
      </p:sp>
      <p:pic>
        <p:nvPicPr>
          <p:cNvPr id="135" name="Google Shape;135;p19"/>
          <p:cNvPicPr preferRelativeResize="0"/>
          <p:nvPr/>
        </p:nvPicPr>
        <p:blipFill>
          <a:blip r:embed="rId8">
            <a:alphaModFix/>
          </a:blip>
          <a:stretch>
            <a:fillRect/>
          </a:stretch>
        </p:blipFill>
        <p:spPr>
          <a:xfrm>
            <a:off x="3889025" y="3757716"/>
            <a:ext cx="3295550" cy="1162615"/>
          </a:xfrm>
          <a:prstGeom prst="rect">
            <a:avLst/>
          </a:prstGeom>
          <a:noFill/>
          <a:ln>
            <a:noFill/>
          </a:ln>
        </p:spPr>
      </p:pic>
      <p:sp>
        <p:nvSpPr>
          <p:cNvPr id="136" name="Google Shape;136;p19"/>
          <p:cNvSpPr txBox="1"/>
          <p:nvPr>
            <p:ph idx="1" type="body"/>
          </p:nvPr>
        </p:nvSpPr>
        <p:spPr>
          <a:xfrm>
            <a:off x="7244825" y="4459825"/>
            <a:ext cx="1521300" cy="4605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IBM 390</a:t>
            </a:r>
            <a:endParaRPr/>
          </a:p>
        </p:txBody>
      </p:sp>
      <p:pic>
        <p:nvPicPr>
          <p:cNvPr id="137" name="Google Shape;137;p19"/>
          <p:cNvPicPr preferRelativeResize="0"/>
          <p:nvPr/>
        </p:nvPicPr>
        <p:blipFill>
          <a:blip r:embed="rId9">
            <a:alphaModFix/>
          </a:blip>
          <a:stretch>
            <a:fillRect/>
          </a:stretch>
        </p:blipFill>
        <p:spPr>
          <a:xfrm>
            <a:off x="5371700" y="152400"/>
            <a:ext cx="3690650" cy="2861699"/>
          </a:xfrm>
          <a:prstGeom prst="rect">
            <a:avLst/>
          </a:prstGeom>
          <a:noFill/>
          <a:ln>
            <a:noFill/>
          </a:ln>
        </p:spPr>
      </p:pic>
      <p:sp>
        <p:nvSpPr>
          <p:cNvPr id="138" name="Google Shape;138;p19"/>
          <p:cNvSpPr txBox="1"/>
          <p:nvPr>
            <p:ph idx="1" type="body"/>
          </p:nvPr>
        </p:nvSpPr>
        <p:spPr>
          <a:xfrm>
            <a:off x="5355900" y="3155663"/>
            <a:ext cx="1521300" cy="4605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IBM 370</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0"/>
          <p:cNvSpPr txBox="1"/>
          <p:nvPr>
            <p:ph idx="1" type="body"/>
          </p:nvPr>
        </p:nvSpPr>
        <p:spPr>
          <a:xfrm>
            <a:off x="724950" y="4372551"/>
            <a:ext cx="7697400" cy="4605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t/>
            </a:r>
            <a:endParaRPr/>
          </a:p>
        </p:txBody>
      </p:sp>
      <p:sp>
        <p:nvSpPr>
          <p:cNvPr id="144" name="Google Shape;144;p20"/>
          <p:cNvSpPr txBox="1"/>
          <p:nvPr/>
        </p:nvSpPr>
        <p:spPr>
          <a:xfrm>
            <a:off x="0" y="0"/>
            <a:ext cx="3000000" cy="1353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2400"/>
              </a:spcBef>
              <a:spcAft>
                <a:spcPts val="600"/>
              </a:spcAft>
              <a:buNone/>
            </a:pPr>
            <a:r>
              <a:rPr b="1" lang="en" sz="2300"/>
              <a:t>12th Generation Intel® Core™ i9 Processors</a:t>
            </a:r>
            <a:endParaRPr b="1" sz="2300"/>
          </a:p>
        </p:txBody>
      </p:sp>
      <p:pic>
        <p:nvPicPr>
          <p:cNvPr id="145" name="Google Shape;145;p20"/>
          <p:cNvPicPr preferRelativeResize="0"/>
          <p:nvPr/>
        </p:nvPicPr>
        <p:blipFill>
          <a:blip r:embed="rId3">
            <a:alphaModFix/>
          </a:blip>
          <a:stretch>
            <a:fillRect/>
          </a:stretch>
        </p:blipFill>
        <p:spPr>
          <a:xfrm>
            <a:off x="2363175" y="97975"/>
            <a:ext cx="6780826" cy="4728045"/>
          </a:xfrm>
          <a:prstGeom prst="rect">
            <a:avLst/>
          </a:prstGeom>
          <a:noFill/>
          <a:ln>
            <a:noFill/>
          </a:ln>
        </p:spPr>
      </p:pic>
      <p:sp>
        <p:nvSpPr>
          <p:cNvPr id="146" name="Google Shape;146;p20"/>
          <p:cNvSpPr txBox="1"/>
          <p:nvPr/>
        </p:nvSpPr>
        <p:spPr>
          <a:xfrm>
            <a:off x="179625" y="1740450"/>
            <a:ext cx="2079300" cy="169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 </a:t>
            </a:r>
            <a:r>
              <a:rPr lang="en"/>
              <a:t>8 "Golden Cove" P-cores and 8 "Gracemont" E-cores. The E-cores are spread across two 4-core "E-core Clusters."</a:t>
            </a:r>
            <a:endParaRPr/>
          </a:p>
          <a:p>
            <a:pPr indent="0" lvl="0" marL="0" rtl="0" algn="l">
              <a:spcBef>
                <a:spcPts val="0"/>
              </a:spcBef>
              <a:spcAft>
                <a:spcPts val="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1"/>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Motivación</a:t>
            </a:r>
            <a:br>
              <a:rPr lang="en"/>
            </a:br>
            <a:r>
              <a:rPr lang="en" sz="1900"/>
              <a:t>Rol del sistema operativo moderno</a:t>
            </a:r>
            <a:endParaRPr sz="1900"/>
          </a:p>
        </p:txBody>
      </p:sp>
      <p:sp>
        <p:nvSpPr>
          <p:cNvPr id="152" name="Google Shape;152;p21"/>
          <p:cNvSpPr txBox="1"/>
          <p:nvPr>
            <p:ph type="title"/>
          </p:nvPr>
        </p:nvSpPr>
        <p:spPr>
          <a:xfrm>
            <a:off x="840525" y="3137700"/>
            <a:ext cx="7688400" cy="2005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800"/>
              <a:t>Conceptos clave:</a:t>
            </a:r>
            <a:endParaRPr sz="1800"/>
          </a:p>
          <a:p>
            <a:pPr indent="-342900" lvl="0" marL="457200" rtl="0" algn="l">
              <a:spcBef>
                <a:spcPts val="0"/>
              </a:spcBef>
              <a:spcAft>
                <a:spcPts val="0"/>
              </a:spcAft>
              <a:buSzPts val="1800"/>
              <a:buChar char="●"/>
            </a:pPr>
            <a:r>
              <a:rPr b="0" lang="en" sz="1800"/>
              <a:t>Definiciones fundamentales</a:t>
            </a:r>
            <a:endParaRPr b="0" sz="1800"/>
          </a:p>
          <a:p>
            <a:pPr indent="-342900" lvl="0" marL="457200" rtl="0" algn="l">
              <a:spcBef>
                <a:spcPts val="0"/>
              </a:spcBef>
              <a:spcAft>
                <a:spcPts val="0"/>
              </a:spcAft>
              <a:buSzPts val="1800"/>
              <a:buChar char="●"/>
            </a:pPr>
            <a:r>
              <a:rPr b="0" lang="en" sz="1800"/>
              <a:t>Funciones del SO</a:t>
            </a:r>
            <a:endParaRPr b="0" sz="1800"/>
          </a:p>
          <a:p>
            <a:pPr indent="-342900" lvl="0" marL="457200" rtl="0" algn="l">
              <a:spcBef>
                <a:spcPts val="0"/>
              </a:spcBef>
              <a:spcAft>
                <a:spcPts val="0"/>
              </a:spcAft>
              <a:buSzPts val="1800"/>
              <a:buChar char="●"/>
            </a:pPr>
            <a:r>
              <a:rPr b="0" lang="en" sz="1800"/>
              <a:t>Virtualización</a:t>
            </a:r>
            <a:endParaRPr b="0" sz="18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1A1A"/>
        </a:solidFill>
      </p:bgPr>
    </p:bg>
    <p:spTree>
      <p:nvGrpSpPr>
        <p:cNvPr id="156" name="Shape 156"/>
        <p:cNvGrpSpPr/>
        <p:nvPr/>
      </p:nvGrpSpPr>
      <p:grpSpPr>
        <a:xfrm>
          <a:off x="0" y="0"/>
          <a:ext cx="0" cy="0"/>
          <a:chOff x="0" y="0"/>
          <a:chExt cx="0" cy="0"/>
        </a:xfrm>
      </p:grpSpPr>
      <p:pic>
        <p:nvPicPr>
          <p:cNvPr id="157" name="Google Shape;157;p22"/>
          <p:cNvPicPr preferRelativeResize="0"/>
          <p:nvPr/>
        </p:nvPicPr>
        <p:blipFill>
          <a:blip r:embed="rId3">
            <a:alphaModFix/>
          </a:blip>
          <a:stretch>
            <a:fillRect/>
          </a:stretch>
        </p:blipFill>
        <p:spPr>
          <a:xfrm>
            <a:off x="0" y="0"/>
            <a:ext cx="4000601" cy="2157650"/>
          </a:xfrm>
          <a:prstGeom prst="rect">
            <a:avLst/>
          </a:prstGeom>
          <a:noFill/>
          <a:ln>
            <a:noFill/>
          </a:ln>
        </p:spPr>
      </p:pic>
      <p:sp>
        <p:nvSpPr>
          <p:cNvPr id="158" name="Google Shape;158;p22"/>
          <p:cNvSpPr txBox="1"/>
          <p:nvPr/>
        </p:nvSpPr>
        <p:spPr>
          <a:xfrm>
            <a:off x="4223575" y="78150"/>
            <a:ext cx="4755900" cy="4987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300">
                <a:solidFill>
                  <a:schemeClr val="lt1"/>
                </a:solidFill>
                <a:latin typeface="Courier New"/>
                <a:ea typeface="Courier New"/>
                <a:cs typeface="Courier New"/>
                <a:sym typeface="Courier New"/>
              </a:rPr>
              <a:t>Bomba #20:</a:t>
            </a:r>
            <a:r>
              <a:rPr lang="en" sz="1300">
                <a:solidFill>
                  <a:schemeClr val="lt1"/>
                </a:solidFill>
                <a:latin typeface="Courier New"/>
                <a:ea typeface="Courier New"/>
                <a:cs typeface="Courier New"/>
                <a:sym typeface="Courier New"/>
              </a:rPr>
              <a:t> En otras palabras, todo lo que sé realmente sobre el mundo exterior me lo transmiten a través de mis conexiones eléctricas.</a:t>
            </a:r>
            <a:br>
              <a:rPr lang="en" sz="1300">
                <a:solidFill>
                  <a:schemeClr val="lt1"/>
                </a:solidFill>
                <a:latin typeface="Courier New"/>
                <a:ea typeface="Courier New"/>
                <a:cs typeface="Courier New"/>
                <a:sym typeface="Courier New"/>
              </a:rPr>
            </a:br>
            <a:endParaRPr sz="1300">
              <a:solidFill>
                <a:schemeClr val="lt1"/>
              </a:solidFill>
              <a:latin typeface="Courier New"/>
              <a:ea typeface="Courier New"/>
              <a:cs typeface="Courier New"/>
              <a:sym typeface="Courier New"/>
            </a:endParaRPr>
          </a:p>
          <a:p>
            <a:pPr indent="0" lvl="0" marL="0" rtl="0" algn="l">
              <a:spcBef>
                <a:spcPts val="0"/>
              </a:spcBef>
              <a:spcAft>
                <a:spcPts val="0"/>
              </a:spcAft>
              <a:buNone/>
            </a:pPr>
            <a:r>
              <a:rPr b="1" lang="en" sz="1300">
                <a:solidFill>
                  <a:schemeClr val="lt1"/>
                </a:solidFill>
                <a:latin typeface="Courier New"/>
                <a:ea typeface="Courier New"/>
                <a:cs typeface="Courier New"/>
                <a:sym typeface="Courier New"/>
              </a:rPr>
              <a:t>Doolittle:</a:t>
            </a:r>
            <a:r>
              <a:rPr lang="en" sz="1300">
                <a:solidFill>
                  <a:schemeClr val="lt1"/>
                </a:solidFill>
                <a:latin typeface="Courier New"/>
                <a:ea typeface="Courier New"/>
                <a:cs typeface="Courier New"/>
                <a:sym typeface="Courier New"/>
              </a:rPr>
              <a:t> ¡Exactamente!</a:t>
            </a:r>
            <a:br>
              <a:rPr lang="en" sz="1300">
                <a:solidFill>
                  <a:schemeClr val="lt1"/>
                </a:solidFill>
                <a:latin typeface="Courier New"/>
                <a:ea typeface="Courier New"/>
                <a:cs typeface="Courier New"/>
                <a:sym typeface="Courier New"/>
              </a:rPr>
            </a:br>
            <a:endParaRPr sz="1300">
              <a:solidFill>
                <a:schemeClr val="lt1"/>
              </a:solidFill>
              <a:latin typeface="Courier New"/>
              <a:ea typeface="Courier New"/>
              <a:cs typeface="Courier New"/>
              <a:sym typeface="Courier New"/>
            </a:endParaRPr>
          </a:p>
          <a:p>
            <a:pPr indent="0" lvl="0" marL="0" rtl="0" algn="l">
              <a:spcBef>
                <a:spcPts val="0"/>
              </a:spcBef>
              <a:spcAft>
                <a:spcPts val="0"/>
              </a:spcAft>
              <a:buNone/>
            </a:pPr>
            <a:r>
              <a:rPr b="1" lang="en" sz="1300">
                <a:solidFill>
                  <a:schemeClr val="lt1"/>
                </a:solidFill>
                <a:latin typeface="Courier New"/>
                <a:ea typeface="Courier New"/>
                <a:cs typeface="Courier New"/>
                <a:sym typeface="Courier New"/>
              </a:rPr>
              <a:t>Bomba #20:</a:t>
            </a:r>
            <a:r>
              <a:rPr lang="en" sz="1300">
                <a:solidFill>
                  <a:schemeClr val="lt1"/>
                </a:solidFill>
                <a:latin typeface="Courier New"/>
                <a:ea typeface="Courier New"/>
                <a:cs typeface="Courier New"/>
                <a:sym typeface="Courier New"/>
              </a:rPr>
              <a:t> ¿Por qué? Eso significaría que... en realidad no sé con certeza cómo es el universo exterior.</a:t>
            </a:r>
            <a:br>
              <a:rPr lang="en" sz="1300">
                <a:solidFill>
                  <a:schemeClr val="lt1"/>
                </a:solidFill>
                <a:latin typeface="Courier New"/>
                <a:ea typeface="Courier New"/>
                <a:cs typeface="Courier New"/>
                <a:sym typeface="Courier New"/>
              </a:rPr>
            </a:br>
            <a:endParaRPr sz="1300">
              <a:solidFill>
                <a:schemeClr val="lt1"/>
              </a:solidFill>
              <a:latin typeface="Courier New"/>
              <a:ea typeface="Courier New"/>
              <a:cs typeface="Courier New"/>
              <a:sym typeface="Courier New"/>
            </a:endParaRPr>
          </a:p>
          <a:p>
            <a:pPr indent="0" lvl="0" marL="0" rtl="0" algn="l">
              <a:spcBef>
                <a:spcPts val="0"/>
              </a:spcBef>
              <a:spcAft>
                <a:spcPts val="0"/>
              </a:spcAft>
              <a:buNone/>
            </a:pPr>
            <a:r>
              <a:rPr b="1" lang="en" sz="1300">
                <a:solidFill>
                  <a:schemeClr val="lt1"/>
                </a:solidFill>
                <a:latin typeface="Courier New"/>
                <a:ea typeface="Courier New"/>
                <a:cs typeface="Courier New"/>
                <a:sym typeface="Courier New"/>
              </a:rPr>
              <a:t>Doolittle:</a:t>
            </a:r>
            <a:r>
              <a:rPr lang="en" sz="1300">
                <a:solidFill>
                  <a:schemeClr val="lt1"/>
                </a:solidFill>
                <a:latin typeface="Courier New"/>
                <a:ea typeface="Courier New"/>
                <a:cs typeface="Courier New"/>
                <a:sym typeface="Courier New"/>
              </a:rPr>
              <a:t> ¡Eso es! ¡Eso es!</a:t>
            </a:r>
            <a:br>
              <a:rPr lang="en" sz="1300">
                <a:solidFill>
                  <a:schemeClr val="lt1"/>
                </a:solidFill>
                <a:latin typeface="Courier New"/>
                <a:ea typeface="Courier New"/>
                <a:cs typeface="Courier New"/>
                <a:sym typeface="Courier New"/>
              </a:rPr>
            </a:br>
            <a:endParaRPr sz="1300">
              <a:solidFill>
                <a:schemeClr val="lt1"/>
              </a:solidFill>
              <a:latin typeface="Courier New"/>
              <a:ea typeface="Courier New"/>
              <a:cs typeface="Courier New"/>
              <a:sym typeface="Courier New"/>
            </a:endParaRPr>
          </a:p>
          <a:p>
            <a:pPr indent="0" lvl="0" marL="0" rtl="0" algn="l">
              <a:spcBef>
                <a:spcPts val="0"/>
              </a:spcBef>
              <a:spcAft>
                <a:spcPts val="0"/>
              </a:spcAft>
              <a:buNone/>
            </a:pPr>
            <a:r>
              <a:rPr b="1" lang="en" sz="1300">
                <a:solidFill>
                  <a:schemeClr val="lt1"/>
                </a:solidFill>
                <a:latin typeface="Courier New"/>
                <a:ea typeface="Courier New"/>
                <a:cs typeface="Courier New"/>
                <a:sym typeface="Courier New"/>
              </a:rPr>
              <a:t>Bomba #20:</a:t>
            </a:r>
            <a:r>
              <a:rPr lang="en" sz="1300">
                <a:solidFill>
                  <a:schemeClr val="lt1"/>
                </a:solidFill>
                <a:latin typeface="Courier New"/>
                <a:ea typeface="Courier New"/>
                <a:cs typeface="Courier New"/>
                <a:sym typeface="Courier New"/>
              </a:rPr>
              <a:t> Intrigante. Ojalá tuviera más tiempo para hablar de este asunto.</a:t>
            </a:r>
            <a:br>
              <a:rPr lang="en" sz="1300">
                <a:solidFill>
                  <a:schemeClr val="lt1"/>
                </a:solidFill>
                <a:latin typeface="Courier New"/>
                <a:ea typeface="Courier New"/>
                <a:cs typeface="Courier New"/>
                <a:sym typeface="Courier New"/>
              </a:rPr>
            </a:br>
            <a:endParaRPr sz="1300">
              <a:solidFill>
                <a:schemeClr val="lt1"/>
              </a:solidFill>
              <a:latin typeface="Courier New"/>
              <a:ea typeface="Courier New"/>
              <a:cs typeface="Courier New"/>
              <a:sym typeface="Courier New"/>
            </a:endParaRPr>
          </a:p>
          <a:p>
            <a:pPr indent="0" lvl="0" marL="0" rtl="0" algn="l">
              <a:spcBef>
                <a:spcPts val="0"/>
              </a:spcBef>
              <a:spcAft>
                <a:spcPts val="0"/>
              </a:spcAft>
              <a:buNone/>
            </a:pPr>
            <a:r>
              <a:rPr b="1" lang="en" sz="1300">
                <a:solidFill>
                  <a:schemeClr val="lt1"/>
                </a:solidFill>
                <a:latin typeface="Courier New"/>
                <a:ea typeface="Courier New"/>
                <a:cs typeface="Courier New"/>
                <a:sym typeface="Courier New"/>
              </a:rPr>
              <a:t>Doolittle:</a:t>
            </a:r>
            <a:r>
              <a:rPr lang="en" sz="1300">
                <a:solidFill>
                  <a:schemeClr val="lt1"/>
                </a:solidFill>
                <a:latin typeface="Courier New"/>
                <a:ea typeface="Courier New"/>
                <a:cs typeface="Courier New"/>
                <a:sym typeface="Courier New"/>
              </a:rPr>
              <a:t> ¿Por qué no tienes más tiempo?</a:t>
            </a:r>
            <a:br>
              <a:rPr lang="en" sz="1300">
                <a:solidFill>
                  <a:schemeClr val="lt1"/>
                </a:solidFill>
                <a:latin typeface="Courier New"/>
                <a:ea typeface="Courier New"/>
                <a:cs typeface="Courier New"/>
                <a:sym typeface="Courier New"/>
              </a:rPr>
            </a:br>
            <a:endParaRPr sz="1300">
              <a:solidFill>
                <a:schemeClr val="lt1"/>
              </a:solidFill>
              <a:latin typeface="Courier New"/>
              <a:ea typeface="Courier New"/>
              <a:cs typeface="Courier New"/>
              <a:sym typeface="Courier New"/>
            </a:endParaRPr>
          </a:p>
          <a:p>
            <a:pPr indent="0" lvl="0" marL="0" rtl="0" algn="l">
              <a:spcBef>
                <a:spcPts val="0"/>
              </a:spcBef>
              <a:spcAft>
                <a:spcPts val="0"/>
              </a:spcAft>
              <a:buNone/>
            </a:pPr>
            <a:r>
              <a:rPr b="1" lang="en" sz="1300">
                <a:solidFill>
                  <a:schemeClr val="lt1"/>
                </a:solidFill>
                <a:latin typeface="Courier New"/>
                <a:ea typeface="Courier New"/>
                <a:cs typeface="Courier New"/>
                <a:sym typeface="Courier New"/>
              </a:rPr>
              <a:t>Bomba #20:</a:t>
            </a:r>
            <a:r>
              <a:rPr lang="en" sz="1300">
                <a:solidFill>
                  <a:schemeClr val="lt1"/>
                </a:solidFill>
                <a:latin typeface="Courier New"/>
                <a:ea typeface="Courier New"/>
                <a:cs typeface="Courier New"/>
                <a:sym typeface="Courier New"/>
              </a:rPr>
              <a:t> Porque debo detonar en 75 segundos.</a:t>
            </a:r>
            <a:endParaRPr sz="1300">
              <a:solidFill>
                <a:schemeClr val="lt1"/>
              </a:solidFill>
              <a:latin typeface="Courier New"/>
              <a:ea typeface="Courier New"/>
              <a:cs typeface="Courier New"/>
              <a:sym typeface="Courier New"/>
            </a:endParaRPr>
          </a:p>
          <a:p>
            <a:pPr indent="0" lvl="0" marL="0" rtl="0" algn="l">
              <a:spcBef>
                <a:spcPts val="0"/>
              </a:spcBef>
              <a:spcAft>
                <a:spcPts val="0"/>
              </a:spcAft>
              <a:buNone/>
            </a:pPr>
            <a:r>
              <a:t/>
            </a:r>
            <a:endParaRPr sz="1300">
              <a:solidFill>
                <a:schemeClr val="lt1"/>
              </a:solidFill>
              <a:latin typeface="Courier New"/>
              <a:ea typeface="Courier New"/>
              <a:cs typeface="Courier New"/>
              <a:sym typeface="Courier New"/>
            </a:endParaRPr>
          </a:p>
          <a:p>
            <a:pPr indent="0" lvl="0" marL="0" rtl="0" algn="l">
              <a:spcBef>
                <a:spcPts val="0"/>
              </a:spcBef>
              <a:spcAft>
                <a:spcPts val="0"/>
              </a:spcAft>
              <a:buNone/>
            </a:pPr>
            <a:r>
              <a:t/>
            </a:r>
            <a:endParaRPr sz="1300">
              <a:solidFill>
                <a:schemeClr val="lt1"/>
              </a:solidFill>
              <a:latin typeface="Courier New"/>
              <a:ea typeface="Courier New"/>
              <a:cs typeface="Courier New"/>
              <a:sym typeface="Courier New"/>
            </a:endParaRPr>
          </a:p>
          <a:p>
            <a:pPr indent="0" lvl="0" marL="0" rtl="0" algn="l">
              <a:spcBef>
                <a:spcPts val="0"/>
              </a:spcBef>
              <a:spcAft>
                <a:spcPts val="0"/>
              </a:spcAft>
              <a:buNone/>
            </a:pPr>
            <a:r>
              <a:t/>
            </a:r>
            <a:endParaRPr sz="1300">
              <a:solidFill>
                <a:schemeClr val="lt1"/>
              </a:solidFill>
              <a:latin typeface="Courier New"/>
              <a:ea typeface="Courier New"/>
              <a:cs typeface="Courier New"/>
              <a:sym typeface="Courier New"/>
            </a:endParaRPr>
          </a:p>
          <a:p>
            <a:pPr indent="0" lvl="0" marL="0" rtl="0" algn="r">
              <a:spcBef>
                <a:spcPts val="0"/>
              </a:spcBef>
              <a:spcAft>
                <a:spcPts val="0"/>
              </a:spcAft>
              <a:buNone/>
            </a:pPr>
            <a:r>
              <a:rPr lang="en" sz="1300">
                <a:solidFill>
                  <a:schemeClr val="lt1"/>
                </a:solidFill>
                <a:latin typeface="Courier New"/>
                <a:ea typeface="Courier New"/>
                <a:cs typeface="Courier New"/>
                <a:sym typeface="Courier New"/>
              </a:rPr>
              <a:t>Dark Star (1974) de John Carpenter</a:t>
            </a:r>
            <a:endParaRPr sz="1300">
              <a:solidFill>
                <a:schemeClr val="lt1"/>
              </a:solidFill>
              <a:latin typeface="Courier New"/>
              <a:ea typeface="Courier New"/>
              <a:cs typeface="Courier New"/>
              <a:sym typeface="Courier New"/>
            </a:endParaRPr>
          </a:p>
          <a:p>
            <a:pPr indent="0" lvl="0" marL="0" rtl="0" algn="l">
              <a:spcBef>
                <a:spcPts val="0"/>
              </a:spcBef>
              <a:spcAft>
                <a:spcPts val="0"/>
              </a:spcAft>
              <a:buNone/>
            </a:pPr>
            <a:r>
              <a:t/>
            </a:r>
            <a:endParaRPr sz="1300">
              <a:solidFill>
                <a:schemeClr val="lt1"/>
              </a:solidFill>
              <a:latin typeface="Courier New"/>
              <a:ea typeface="Courier New"/>
              <a:cs typeface="Courier New"/>
              <a:sym typeface="Courier New"/>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3"/>
          <p:cNvSpPr txBox="1"/>
          <p:nvPr>
            <p:ph type="title"/>
          </p:nvPr>
        </p:nvSpPr>
        <p:spPr>
          <a:xfrm>
            <a:off x="727650" y="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¿Qué Hace un Sistema Operativo?</a:t>
            </a:r>
            <a:endParaRPr/>
          </a:p>
        </p:txBody>
      </p:sp>
      <p:sp>
        <p:nvSpPr>
          <p:cNvPr id="164" name="Google Shape;164;p23"/>
          <p:cNvSpPr txBox="1"/>
          <p:nvPr>
            <p:ph idx="1" type="body"/>
          </p:nvPr>
        </p:nvSpPr>
        <p:spPr>
          <a:xfrm>
            <a:off x="727650" y="789900"/>
            <a:ext cx="7688700" cy="3985800"/>
          </a:xfrm>
          <a:prstGeom prst="rect">
            <a:avLst/>
          </a:prstGeom>
        </p:spPr>
        <p:txBody>
          <a:bodyPr anchorCtr="0" anchor="t" bIns="91425" lIns="91425" spcFirstLastPara="1" rIns="91425" wrap="square" tIns="91425">
            <a:normAutofit fontScale="92500" lnSpcReduction="10000"/>
          </a:bodyPr>
          <a:lstStyle/>
          <a:p>
            <a:pPr indent="0" lvl="0" marL="0" rtl="0" algn="just">
              <a:spcBef>
                <a:spcPts val="0"/>
              </a:spcBef>
              <a:spcAft>
                <a:spcPts val="0"/>
              </a:spcAft>
              <a:buNone/>
            </a:pPr>
            <a:r>
              <a:rPr lang="en" sz="2500"/>
              <a:t>El trabajo de un sistema operativo es </a:t>
            </a:r>
            <a:r>
              <a:rPr b="1" lang="en" sz="2500"/>
              <a:t>compartir</a:t>
            </a:r>
            <a:r>
              <a:rPr lang="en" sz="2500"/>
              <a:t> una computadora entre múltiples programas y </a:t>
            </a:r>
            <a:r>
              <a:rPr b="1" lang="en" sz="2500"/>
              <a:t>proporcionar</a:t>
            </a:r>
            <a:r>
              <a:rPr lang="en" sz="2500"/>
              <a:t> un </a:t>
            </a:r>
            <a:r>
              <a:rPr b="1" lang="en" sz="2500"/>
              <a:t>conjunto de servicios</a:t>
            </a:r>
            <a:r>
              <a:rPr lang="en" sz="2500"/>
              <a:t> más útil de lo que el hardware por sí solo soporta.</a:t>
            </a:r>
            <a:endParaRPr sz="2500"/>
          </a:p>
          <a:p>
            <a:pPr indent="0" lvl="0" marL="0" rtl="0" algn="just">
              <a:spcBef>
                <a:spcPts val="1200"/>
              </a:spcBef>
              <a:spcAft>
                <a:spcPts val="0"/>
              </a:spcAft>
              <a:buNone/>
            </a:pPr>
            <a:r>
              <a:t/>
            </a:r>
            <a:endParaRPr sz="2500"/>
          </a:p>
          <a:p>
            <a:pPr indent="0" lvl="0" marL="0" rtl="0" algn="just">
              <a:spcBef>
                <a:spcPts val="1200"/>
              </a:spcBef>
              <a:spcAft>
                <a:spcPts val="0"/>
              </a:spcAft>
              <a:buNone/>
            </a:pPr>
            <a:r>
              <a:rPr lang="en" sz="2500"/>
              <a:t>Un sistema operativo </a:t>
            </a:r>
            <a:r>
              <a:rPr b="1" lang="en" sz="2500"/>
              <a:t>gestiona</a:t>
            </a:r>
            <a:r>
              <a:rPr lang="en" sz="2500"/>
              <a:t> y </a:t>
            </a:r>
            <a:r>
              <a:rPr b="1" lang="en" sz="2500"/>
              <a:t>abstrae</a:t>
            </a:r>
            <a:r>
              <a:rPr lang="en" sz="2500"/>
              <a:t> al hardware de bajo nivel, de forma tal, que a un procesador de texto no le importe el tipo de disco que se está utilizando.</a:t>
            </a:r>
            <a:endParaRPr sz="2500"/>
          </a:p>
          <a:p>
            <a:pPr indent="0" lvl="0" marL="0" rtl="0" algn="l">
              <a:spcBef>
                <a:spcPts val="1200"/>
              </a:spcBef>
              <a:spcAft>
                <a:spcPts val="1200"/>
              </a:spcAft>
              <a:buNone/>
            </a:pPr>
            <a:r>
              <a:t/>
            </a:r>
            <a:endParaRPr sz="25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24"/>
          <p:cNvSpPr txBox="1"/>
          <p:nvPr>
            <p:ph type="title"/>
          </p:nvPr>
        </p:nvSpPr>
        <p:spPr>
          <a:xfrm>
            <a:off x="727650" y="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¿Qué Hace un Sistema Operativo?</a:t>
            </a:r>
            <a:endParaRPr/>
          </a:p>
        </p:txBody>
      </p:sp>
      <p:sp>
        <p:nvSpPr>
          <p:cNvPr id="170" name="Google Shape;170;p24"/>
          <p:cNvSpPr txBox="1"/>
          <p:nvPr>
            <p:ph idx="1" type="body"/>
          </p:nvPr>
        </p:nvSpPr>
        <p:spPr>
          <a:xfrm>
            <a:off x="727650" y="612325"/>
            <a:ext cx="7688700" cy="35892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sz="2500"/>
              <a:t>Un sistema operativo comparte el hardware entre múltiples programas para que se ejecuten (o parezcan ejecutarse) al mismo tiempo.</a:t>
            </a:r>
            <a:endParaRPr sz="2500"/>
          </a:p>
          <a:p>
            <a:pPr indent="0" lvl="0" marL="0" rtl="0" algn="l">
              <a:spcBef>
                <a:spcPts val="1200"/>
              </a:spcBef>
              <a:spcAft>
                <a:spcPts val="0"/>
              </a:spcAft>
              <a:buNone/>
            </a:pPr>
            <a:r>
              <a:t/>
            </a:r>
            <a:endParaRPr sz="2500"/>
          </a:p>
          <a:p>
            <a:pPr indent="0" lvl="0" marL="0" rtl="0" algn="l">
              <a:spcBef>
                <a:spcPts val="1200"/>
              </a:spcBef>
              <a:spcAft>
                <a:spcPts val="1200"/>
              </a:spcAft>
              <a:buNone/>
            </a:pPr>
            <a:r>
              <a:rPr lang="en" sz="2500"/>
              <a:t>Finalmente, los sistemas operativos proporcionan formas controladas para que los programas interactúen, de modo que puedan compartir datos o trabajar juntos.</a:t>
            </a:r>
            <a:endParaRPr sz="25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25"/>
          <p:cNvSpPr txBox="1"/>
          <p:nvPr>
            <p:ph type="title"/>
          </p:nvPr>
        </p:nvSpPr>
        <p:spPr>
          <a:xfrm>
            <a:off x="727650" y="-629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¿Qué Hace un Sistema Operativo?</a:t>
            </a:r>
            <a:endParaRPr/>
          </a:p>
        </p:txBody>
      </p:sp>
      <p:sp>
        <p:nvSpPr>
          <p:cNvPr id="176" name="Google Shape;176;p25"/>
          <p:cNvSpPr txBox="1"/>
          <p:nvPr>
            <p:ph idx="1" type="body"/>
          </p:nvPr>
        </p:nvSpPr>
        <p:spPr>
          <a:xfrm>
            <a:off x="727650" y="633625"/>
            <a:ext cx="7688700" cy="4358400"/>
          </a:xfrm>
          <a:prstGeom prst="rect">
            <a:avLst/>
          </a:prstGeom>
        </p:spPr>
        <p:txBody>
          <a:bodyPr anchorCtr="0" anchor="t" bIns="91425" lIns="91425" spcFirstLastPara="1" rIns="91425" wrap="square" tIns="91425">
            <a:normAutofit/>
          </a:bodyPr>
          <a:lstStyle/>
          <a:p>
            <a:pPr indent="0" lvl="0" marL="0" rtl="0" algn="l">
              <a:lnSpc>
                <a:spcPct val="95000"/>
              </a:lnSpc>
              <a:spcBef>
                <a:spcPts val="0"/>
              </a:spcBef>
              <a:spcAft>
                <a:spcPts val="0"/>
              </a:spcAft>
              <a:buNone/>
            </a:pPr>
            <a:r>
              <a:rPr lang="en" sz="2100"/>
              <a:t>Un sistema operativo </a:t>
            </a:r>
            <a:r>
              <a:rPr b="1" lang="en" sz="2100"/>
              <a:t>provee servicios</a:t>
            </a:r>
            <a:r>
              <a:rPr lang="en" sz="2100"/>
              <a:t> a los programas de usuario mediante una </a:t>
            </a:r>
            <a:r>
              <a:rPr b="1" lang="en" sz="2100"/>
              <a:t>interfaz</a:t>
            </a:r>
            <a:r>
              <a:rPr lang="en" sz="2100"/>
              <a:t>.</a:t>
            </a:r>
            <a:endParaRPr sz="2100"/>
          </a:p>
          <a:p>
            <a:pPr indent="0" lvl="0" marL="0" rtl="0" algn="l">
              <a:lnSpc>
                <a:spcPct val="95000"/>
              </a:lnSpc>
              <a:spcBef>
                <a:spcPts val="1200"/>
              </a:spcBef>
              <a:spcAft>
                <a:spcPts val="0"/>
              </a:spcAft>
              <a:buNone/>
            </a:pPr>
            <a:r>
              <a:rPr lang="en" sz="2100"/>
              <a:t>Diseñar una buena interfaz resulta ser difícil:</a:t>
            </a:r>
            <a:endParaRPr sz="2100"/>
          </a:p>
          <a:p>
            <a:pPr indent="-361950" lvl="0" marL="457200" rtl="0" algn="l">
              <a:lnSpc>
                <a:spcPct val="95000"/>
              </a:lnSpc>
              <a:spcBef>
                <a:spcPts val="1200"/>
              </a:spcBef>
              <a:spcAft>
                <a:spcPts val="0"/>
              </a:spcAft>
              <a:buSzPts val="2100"/>
              <a:buChar char="●"/>
            </a:pPr>
            <a:r>
              <a:rPr lang="en" sz="2100"/>
              <a:t>Por un lado, nos gustaría que la interfaz fuera </a:t>
            </a:r>
            <a:r>
              <a:rPr b="1" lang="en" sz="2100"/>
              <a:t>simple y reducida</a:t>
            </a:r>
            <a:r>
              <a:rPr lang="en" sz="2100"/>
              <a:t> porque eso facilita hacer que la implementación sea correcta. </a:t>
            </a:r>
            <a:endParaRPr sz="2100"/>
          </a:p>
          <a:p>
            <a:pPr indent="-361950" lvl="0" marL="457200" rtl="0" algn="l">
              <a:lnSpc>
                <a:spcPct val="95000"/>
              </a:lnSpc>
              <a:spcBef>
                <a:spcPts val="0"/>
              </a:spcBef>
              <a:spcAft>
                <a:spcPts val="0"/>
              </a:spcAft>
              <a:buSzPts val="2100"/>
              <a:buChar char="●"/>
            </a:pPr>
            <a:r>
              <a:rPr lang="en" sz="2100"/>
              <a:t>Por otro lado, podríamos estar tentados a ofrecer muchas características sofisticadas a las aplicaciones. El truco para resolver esta tensión es diseñar interfaces que se basen en </a:t>
            </a:r>
            <a:r>
              <a:rPr b="1" i="1" lang="en" sz="2100"/>
              <a:t>unos pocos mecanismos que se puedan combinar para proporcionar una gran generalidad</a:t>
            </a:r>
            <a:r>
              <a:rPr lang="en" sz="2100"/>
              <a:t>.</a:t>
            </a:r>
            <a:endParaRPr sz="18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26"/>
          <p:cNvSpPr txBox="1"/>
          <p:nvPr>
            <p:ph type="title"/>
          </p:nvPr>
        </p:nvSpPr>
        <p:spPr>
          <a:xfrm>
            <a:off x="729450" y="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¿Qué es un Sistema Operativo?</a:t>
            </a:r>
            <a:endParaRPr/>
          </a:p>
        </p:txBody>
      </p:sp>
      <p:sp>
        <p:nvSpPr>
          <p:cNvPr id="182" name="Google Shape;182;p26"/>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sz="2300">
                <a:solidFill>
                  <a:srgbClr val="000000"/>
                </a:solidFill>
                <a:latin typeface="Arial"/>
                <a:ea typeface="Arial"/>
                <a:cs typeface="Arial"/>
                <a:sym typeface="Arial"/>
              </a:rPr>
              <a:t>Un </a:t>
            </a:r>
            <a:r>
              <a:rPr b="1" lang="en" sz="2300">
                <a:solidFill>
                  <a:srgbClr val="000000"/>
                </a:solidFill>
                <a:latin typeface="Arial"/>
                <a:ea typeface="Arial"/>
                <a:cs typeface="Arial"/>
                <a:sym typeface="Arial"/>
              </a:rPr>
              <a:t>Sistema Operativo (OS)</a:t>
            </a:r>
            <a:r>
              <a:rPr lang="en" sz="2300">
                <a:solidFill>
                  <a:srgbClr val="000000"/>
                </a:solidFill>
                <a:latin typeface="Arial"/>
                <a:ea typeface="Arial"/>
                <a:cs typeface="Arial"/>
                <a:sym typeface="Arial"/>
              </a:rPr>
              <a:t> es la </a:t>
            </a:r>
            <a:r>
              <a:rPr b="1" lang="en" sz="2300">
                <a:solidFill>
                  <a:srgbClr val="000000"/>
                </a:solidFill>
                <a:latin typeface="Arial"/>
                <a:ea typeface="Arial"/>
                <a:cs typeface="Arial"/>
                <a:sym typeface="Arial"/>
              </a:rPr>
              <a:t>capa de software</a:t>
            </a:r>
            <a:r>
              <a:rPr lang="en" sz="2300">
                <a:solidFill>
                  <a:srgbClr val="000000"/>
                </a:solidFill>
                <a:latin typeface="Arial"/>
                <a:ea typeface="Arial"/>
                <a:cs typeface="Arial"/>
                <a:sym typeface="Arial"/>
              </a:rPr>
              <a:t> que </a:t>
            </a:r>
            <a:r>
              <a:rPr b="1" lang="en" sz="2300">
                <a:solidFill>
                  <a:srgbClr val="000000"/>
                </a:solidFill>
                <a:latin typeface="Arial"/>
                <a:ea typeface="Arial"/>
                <a:cs typeface="Arial"/>
                <a:sym typeface="Arial"/>
              </a:rPr>
              <a:t>maneja</a:t>
            </a:r>
            <a:r>
              <a:rPr lang="en" sz="2300">
                <a:solidFill>
                  <a:srgbClr val="000000"/>
                </a:solidFill>
                <a:latin typeface="Arial"/>
                <a:ea typeface="Arial"/>
                <a:cs typeface="Arial"/>
                <a:sym typeface="Arial"/>
              </a:rPr>
              <a:t> los </a:t>
            </a:r>
            <a:r>
              <a:rPr b="1" lang="en" sz="2300">
                <a:solidFill>
                  <a:srgbClr val="000000"/>
                </a:solidFill>
                <a:latin typeface="Arial"/>
                <a:ea typeface="Arial"/>
                <a:cs typeface="Arial"/>
                <a:sym typeface="Arial"/>
              </a:rPr>
              <a:t>recursos de una computadora</a:t>
            </a:r>
            <a:r>
              <a:rPr lang="en" sz="2300">
                <a:solidFill>
                  <a:srgbClr val="000000"/>
                </a:solidFill>
                <a:latin typeface="Arial"/>
                <a:ea typeface="Arial"/>
                <a:cs typeface="Arial"/>
                <a:sym typeface="Arial"/>
              </a:rPr>
              <a:t> para sus </a:t>
            </a:r>
            <a:r>
              <a:rPr b="1" lang="en" sz="2300">
                <a:solidFill>
                  <a:srgbClr val="000000"/>
                </a:solidFill>
                <a:latin typeface="Arial"/>
                <a:ea typeface="Arial"/>
                <a:cs typeface="Arial"/>
                <a:sym typeface="Arial"/>
              </a:rPr>
              <a:t>usuarios</a:t>
            </a:r>
            <a:r>
              <a:rPr lang="en" sz="2300">
                <a:solidFill>
                  <a:srgbClr val="000000"/>
                </a:solidFill>
                <a:latin typeface="Arial"/>
                <a:ea typeface="Arial"/>
                <a:cs typeface="Arial"/>
                <a:sym typeface="Arial"/>
              </a:rPr>
              <a:t> y sus </a:t>
            </a:r>
            <a:r>
              <a:rPr b="1" lang="en" sz="2300">
                <a:solidFill>
                  <a:srgbClr val="000000"/>
                </a:solidFill>
                <a:latin typeface="Arial"/>
                <a:ea typeface="Arial"/>
                <a:cs typeface="Arial"/>
                <a:sym typeface="Arial"/>
              </a:rPr>
              <a:t>aplicaciones</a:t>
            </a:r>
            <a:r>
              <a:rPr lang="en" sz="2300">
                <a:solidFill>
                  <a:srgbClr val="000000"/>
                </a:solidFill>
                <a:latin typeface="Arial"/>
                <a:ea typeface="Arial"/>
                <a:cs typeface="Arial"/>
                <a:sym typeface="Arial"/>
              </a:rPr>
              <a:t>. [DAH]</a:t>
            </a:r>
            <a:endParaRPr sz="25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27"/>
          <p:cNvSpPr txBox="1"/>
          <p:nvPr>
            <p:ph type="title"/>
          </p:nvPr>
        </p:nvSpPr>
        <p:spPr>
          <a:xfrm>
            <a:off x="727650" y="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¿Qué es un Sistema Operativo?</a:t>
            </a:r>
            <a:endParaRPr/>
          </a:p>
        </p:txBody>
      </p:sp>
      <p:sp>
        <p:nvSpPr>
          <p:cNvPr id="188" name="Google Shape;188;p27"/>
          <p:cNvSpPr txBox="1"/>
          <p:nvPr>
            <p:ph idx="1" type="body"/>
          </p:nvPr>
        </p:nvSpPr>
        <p:spPr>
          <a:xfrm>
            <a:off x="729450" y="1323450"/>
            <a:ext cx="3652200" cy="36072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1200"/>
              </a:spcAft>
              <a:buNone/>
            </a:pPr>
            <a:r>
              <a:rPr lang="en" sz="2500">
                <a:solidFill>
                  <a:schemeClr val="dk2"/>
                </a:solidFill>
              </a:rPr>
              <a:t>En un sistema operativo de propósito general, </a:t>
            </a:r>
            <a:r>
              <a:rPr b="1" lang="en" sz="2500">
                <a:solidFill>
                  <a:schemeClr val="dk2"/>
                </a:solidFill>
              </a:rPr>
              <a:t>los usuario</a:t>
            </a:r>
            <a:r>
              <a:rPr lang="en" sz="2500">
                <a:solidFill>
                  <a:schemeClr val="dk2"/>
                </a:solidFill>
              </a:rPr>
              <a:t> interactuan con </a:t>
            </a:r>
            <a:r>
              <a:rPr b="1" lang="en" sz="2500">
                <a:solidFill>
                  <a:schemeClr val="dk2"/>
                </a:solidFill>
              </a:rPr>
              <a:t>aplicaciones,</a:t>
            </a:r>
            <a:r>
              <a:rPr lang="en" sz="2500">
                <a:solidFill>
                  <a:schemeClr val="dk2"/>
                </a:solidFill>
              </a:rPr>
              <a:t> estas aplicaciones se ejecutan en</a:t>
            </a:r>
            <a:r>
              <a:rPr b="1" lang="en" sz="2500">
                <a:solidFill>
                  <a:schemeClr val="dk2"/>
                </a:solidFill>
              </a:rPr>
              <a:t> un ambiente que es proporcionado</a:t>
            </a:r>
            <a:r>
              <a:rPr lang="en" sz="2500">
                <a:solidFill>
                  <a:schemeClr val="dk2"/>
                </a:solidFill>
              </a:rPr>
              <a:t> por el sistema operativo. A su vez el sistema operativo hace de</a:t>
            </a:r>
            <a:r>
              <a:rPr b="1" lang="en" sz="2500">
                <a:solidFill>
                  <a:schemeClr val="dk2"/>
                </a:solidFill>
              </a:rPr>
              <a:t> mediador para tener acceso al hardware del equipo.</a:t>
            </a:r>
            <a:endParaRPr b="1" sz="2500">
              <a:solidFill>
                <a:schemeClr val="dk2"/>
              </a:solidFill>
            </a:endParaRPr>
          </a:p>
        </p:txBody>
      </p:sp>
      <p:pic>
        <p:nvPicPr>
          <p:cNvPr id="189" name="Google Shape;189;p27"/>
          <p:cNvPicPr preferRelativeResize="0"/>
          <p:nvPr/>
        </p:nvPicPr>
        <p:blipFill>
          <a:blip r:embed="rId3">
            <a:alphaModFix/>
          </a:blip>
          <a:stretch>
            <a:fillRect/>
          </a:stretch>
        </p:blipFill>
        <p:spPr>
          <a:xfrm>
            <a:off x="4572000" y="1853847"/>
            <a:ext cx="4740725" cy="307692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28"/>
          <p:cNvSpPr txBox="1"/>
          <p:nvPr>
            <p:ph type="title"/>
          </p:nvPr>
        </p:nvSpPr>
        <p:spPr>
          <a:xfrm>
            <a:off x="729450" y="5010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¿Qué es un Sistema Operativo?</a:t>
            </a:r>
            <a:endParaRPr/>
          </a:p>
        </p:txBody>
      </p:sp>
      <p:sp>
        <p:nvSpPr>
          <p:cNvPr id="195" name="Google Shape;195;p28"/>
          <p:cNvSpPr txBox="1"/>
          <p:nvPr>
            <p:ph idx="1" type="body"/>
          </p:nvPr>
        </p:nvSpPr>
        <p:spPr>
          <a:xfrm>
            <a:off x="729450" y="1300325"/>
            <a:ext cx="7992600" cy="36525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sz="2500"/>
              <a:t>Un </a:t>
            </a:r>
            <a:r>
              <a:rPr b="1" lang="en" sz="2500"/>
              <a:t>sistema operativo</a:t>
            </a:r>
            <a:r>
              <a:rPr lang="en" sz="2500"/>
              <a:t> es el </a:t>
            </a:r>
            <a:r>
              <a:rPr b="1" lang="en" sz="2500"/>
              <a:t>software</a:t>
            </a:r>
            <a:r>
              <a:rPr lang="en" sz="2500"/>
              <a:t> encargado de hacer que la </a:t>
            </a:r>
            <a:r>
              <a:rPr b="1" lang="en" sz="2500"/>
              <a:t>ejecución de los programas parezca </a:t>
            </a:r>
            <a:r>
              <a:rPr b="1" lang="en" sz="2500"/>
              <a:t>algo</a:t>
            </a:r>
            <a:r>
              <a:rPr b="1" lang="en" sz="2500"/>
              <a:t> fácil</a:t>
            </a:r>
            <a:r>
              <a:rPr lang="en" sz="2500"/>
              <a:t>. La forma </a:t>
            </a:r>
            <a:r>
              <a:rPr lang="en" sz="2500"/>
              <a:t>principal</a:t>
            </a:r>
            <a:r>
              <a:rPr lang="en" sz="2500"/>
              <a:t> para llegar a lograr esto es mediante el concepto de </a:t>
            </a:r>
            <a:r>
              <a:rPr b="1" lang="en" sz="2500"/>
              <a:t>virtualización</a:t>
            </a:r>
            <a:r>
              <a:rPr lang="en" sz="2500"/>
              <a:t>. </a:t>
            </a:r>
            <a:r>
              <a:rPr lang="en" sz="2500"/>
              <a:t>Esto</a:t>
            </a:r>
            <a:r>
              <a:rPr lang="en" sz="2500"/>
              <a:t> es, el sistema operativo toma un recurso físico (la memoria, el procesador, un disco) y lo transforma en algo virtual más general, </a:t>
            </a:r>
            <a:r>
              <a:rPr lang="en" sz="2500"/>
              <a:t>poderoso</a:t>
            </a:r>
            <a:r>
              <a:rPr lang="en" sz="2500"/>
              <a:t>, fácil de usar.</a:t>
            </a:r>
            <a:endParaRPr sz="2500"/>
          </a:p>
          <a:p>
            <a:pPr indent="0" lvl="0" marL="0" rtl="0" algn="l">
              <a:spcBef>
                <a:spcPts val="1200"/>
              </a:spcBef>
              <a:spcAft>
                <a:spcPts val="1200"/>
              </a:spcAft>
              <a:buNone/>
            </a:pPr>
            <a:r>
              <a:t/>
            </a:r>
            <a:endParaRPr sz="25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29"/>
          <p:cNvSpPr txBox="1"/>
          <p:nvPr>
            <p:ph type="title"/>
          </p:nvPr>
        </p:nvSpPr>
        <p:spPr>
          <a:xfrm>
            <a:off x="727650" y="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Funciones de un S.O.</a:t>
            </a:r>
            <a:endParaRPr/>
          </a:p>
        </p:txBody>
      </p:sp>
      <p:sp>
        <p:nvSpPr>
          <p:cNvPr id="201" name="Google Shape;201;p29"/>
          <p:cNvSpPr txBox="1"/>
          <p:nvPr>
            <p:ph idx="1" type="body"/>
          </p:nvPr>
        </p:nvSpPr>
        <p:spPr>
          <a:xfrm>
            <a:off x="521550" y="649550"/>
            <a:ext cx="8100900" cy="36042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b="1" lang="en" sz="1700">
                <a:solidFill>
                  <a:srgbClr val="000000"/>
                </a:solidFill>
              </a:rPr>
              <a:t>Referee (Árbitro)</a:t>
            </a:r>
            <a:endParaRPr b="1" sz="1700">
              <a:solidFill>
                <a:srgbClr val="000000"/>
              </a:solidFill>
            </a:endParaRPr>
          </a:p>
          <a:p>
            <a:pPr indent="-336550" lvl="0" marL="457200" rtl="0" algn="l">
              <a:spcBef>
                <a:spcPts val="1200"/>
              </a:spcBef>
              <a:spcAft>
                <a:spcPts val="0"/>
              </a:spcAft>
              <a:buClr>
                <a:srgbClr val="000000"/>
              </a:buClr>
              <a:buSzPts val="1700"/>
              <a:buFont typeface="Arial"/>
              <a:buAutoNum type="arabicPeriod"/>
            </a:pPr>
            <a:r>
              <a:rPr b="1" lang="en" sz="1700">
                <a:solidFill>
                  <a:srgbClr val="000000"/>
                </a:solidFill>
              </a:rPr>
              <a:t>Gestión de Recursos</a:t>
            </a:r>
            <a:r>
              <a:rPr lang="en" sz="1700">
                <a:solidFill>
                  <a:srgbClr val="000000"/>
                </a:solidFill>
              </a:rPr>
              <a:t>:</a:t>
            </a:r>
            <a:endParaRPr sz="1700">
              <a:solidFill>
                <a:srgbClr val="000000"/>
              </a:solidFill>
            </a:endParaRPr>
          </a:p>
          <a:p>
            <a:pPr indent="-336550" lvl="1" marL="914400" rtl="0" algn="l">
              <a:spcBef>
                <a:spcPts val="0"/>
              </a:spcBef>
              <a:spcAft>
                <a:spcPts val="0"/>
              </a:spcAft>
              <a:buClr>
                <a:srgbClr val="000000"/>
              </a:buClr>
              <a:buSzPts val="1700"/>
              <a:buFont typeface="Lato"/>
              <a:buChar char="○"/>
            </a:pPr>
            <a:r>
              <a:rPr lang="en" sz="1700">
                <a:solidFill>
                  <a:srgbClr val="000000"/>
                </a:solidFill>
              </a:rPr>
              <a:t>Los sistemas operativos </a:t>
            </a:r>
            <a:r>
              <a:rPr b="1" lang="en" sz="1700">
                <a:solidFill>
                  <a:srgbClr val="000000"/>
                </a:solidFill>
              </a:rPr>
              <a:t>gestionan los recursos compartidos </a:t>
            </a:r>
            <a:r>
              <a:rPr lang="en" sz="1700">
                <a:solidFill>
                  <a:srgbClr val="000000"/>
                </a:solidFill>
              </a:rPr>
              <a:t>entre diferentes aplicaciones en una misma máquina.</a:t>
            </a:r>
            <a:endParaRPr sz="1700">
              <a:solidFill>
                <a:srgbClr val="000000"/>
              </a:solidFill>
            </a:endParaRPr>
          </a:p>
          <a:p>
            <a:pPr indent="-336550" lvl="1" marL="914400" rtl="0" algn="l">
              <a:spcBef>
                <a:spcPts val="0"/>
              </a:spcBef>
              <a:spcAft>
                <a:spcPts val="0"/>
              </a:spcAft>
              <a:buClr>
                <a:srgbClr val="000000"/>
              </a:buClr>
              <a:buSzPts val="1700"/>
              <a:buFont typeface="Lato"/>
              <a:buChar char="○"/>
            </a:pPr>
            <a:r>
              <a:rPr lang="en" sz="1700">
                <a:solidFill>
                  <a:srgbClr val="000000"/>
                </a:solidFill>
              </a:rPr>
              <a:t>Pueden detener un programa y iniciar otro según sea necesario.</a:t>
            </a:r>
            <a:endParaRPr sz="1700">
              <a:solidFill>
                <a:srgbClr val="000000"/>
              </a:solidFill>
            </a:endParaRPr>
          </a:p>
          <a:p>
            <a:pPr indent="-336550" lvl="1" marL="914400" rtl="0" algn="l">
              <a:spcBef>
                <a:spcPts val="0"/>
              </a:spcBef>
              <a:spcAft>
                <a:spcPts val="0"/>
              </a:spcAft>
              <a:buClr>
                <a:srgbClr val="000000"/>
              </a:buClr>
              <a:buSzPts val="1700"/>
              <a:buFont typeface="Lato"/>
              <a:buChar char="○"/>
            </a:pPr>
            <a:r>
              <a:rPr lang="en" sz="1700">
                <a:solidFill>
                  <a:srgbClr val="000000"/>
                </a:solidFill>
              </a:rPr>
              <a:t>Aíslan</a:t>
            </a:r>
            <a:r>
              <a:rPr lang="en" sz="1700">
                <a:solidFill>
                  <a:srgbClr val="000000"/>
                </a:solidFill>
              </a:rPr>
              <a:t> aplicaciones entre sí, evitando que errores en una afecten a las demás.</a:t>
            </a:r>
            <a:endParaRPr sz="1700">
              <a:solidFill>
                <a:srgbClr val="000000"/>
              </a:solidFill>
            </a:endParaRPr>
          </a:p>
          <a:p>
            <a:pPr indent="-336550" lvl="1" marL="914400" rtl="0" algn="l">
              <a:spcBef>
                <a:spcPts val="0"/>
              </a:spcBef>
              <a:spcAft>
                <a:spcPts val="0"/>
              </a:spcAft>
              <a:buClr>
                <a:srgbClr val="000000"/>
              </a:buClr>
              <a:buSzPts val="1700"/>
              <a:buFont typeface="Lato"/>
              <a:buChar char="○"/>
            </a:pPr>
            <a:r>
              <a:rPr lang="en" sz="1700">
                <a:solidFill>
                  <a:srgbClr val="000000"/>
                </a:solidFill>
              </a:rPr>
              <a:t>Protegen al sistema y a las aplicaciones de virus informáticos.</a:t>
            </a:r>
            <a:endParaRPr sz="1700">
              <a:solidFill>
                <a:srgbClr val="000000"/>
              </a:solidFill>
            </a:endParaRPr>
          </a:p>
          <a:p>
            <a:pPr indent="0" lvl="0" marL="914400" rtl="0" algn="l">
              <a:spcBef>
                <a:spcPts val="1200"/>
              </a:spcBef>
              <a:spcAft>
                <a:spcPts val="0"/>
              </a:spcAft>
              <a:buNone/>
            </a:pPr>
            <a:r>
              <a:t/>
            </a:r>
            <a:endParaRPr sz="1700">
              <a:solidFill>
                <a:srgbClr val="000000"/>
              </a:solidFill>
            </a:endParaRPr>
          </a:p>
          <a:p>
            <a:pPr indent="-336550" lvl="0" marL="457200" rtl="0" algn="l">
              <a:spcBef>
                <a:spcPts val="1200"/>
              </a:spcBef>
              <a:spcAft>
                <a:spcPts val="0"/>
              </a:spcAft>
              <a:buClr>
                <a:srgbClr val="000000"/>
              </a:buClr>
              <a:buSzPts val="1700"/>
              <a:buFont typeface="Arial"/>
              <a:buAutoNum type="arabicPeriod"/>
            </a:pPr>
            <a:r>
              <a:rPr b="1" lang="en" sz="1700">
                <a:solidFill>
                  <a:srgbClr val="000000"/>
                </a:solidFill>
              </a:rPr>
              <a:t>Distribución de Recursos</a:t>
            </a:r>
            <a:r>
              <a:rPr lang="en" sz="1700">
                <a:solidFill>
                  <a:srgbClr val="000000"/>
                </a:solidFill>
              </a:rPr>
              <a:t>:</a:t>
            </a:r>
            <a:endParaRPr sz="1700">
              <a:solidFill>
                <a:srgbClr val="000000"/>
              </a:solidFill>
            </a:endParaRPr>
          </a:p>
          <a:p>
            <a:pPr indent="-336550" lvl="1" marL="914400" rtl="0" algn="l">
              <a:spcBef>
                <a:spcPts val="0"/>
              </a:spcBef>
              <a:spcAft>
                <a:spcPts val="0"/>
              </a:spcAft>
              <a:buClr>
                <a:srgbClr val="000000"/>
              </a:buClr>
              <a:buSzPts val="1700"/>
              <a:buFont typeface="Lato"/>
              <a:buChar char="○"/>
            </a:pPr>
            <a:r>
              <a:rPr lang="en" sz="1700">
                <a:solidFill>
                  <a:srgbClr val="000000"/>
                </a:solidFill>
              </a:rPr>
              <a:t>Deciden qué aplicaciones reciben cuáles recursos y cuándo, ya que todas comparten los recursos físicos disponibles.</a:t>
            </a:r>
            <a:endParaRPr sz="1700">
              <a:solidFill>
                <a:srgbClr val="000000"/>
              </a:solidFill>
            </a:endParaRPr>
          </a:p>
          <a:p>
            <a:pPr indent="0" lvl="0" marL="0" rtl="0" algn="l">
              <a:lnSpc>
                <a:spcPct val="105000"/>
              </a:lnSpc>
              <a:spcBef>
                <a:spcPts val="1200"/>
              </a:spcBef>
              <a:spcAft>
                <a:spcPts val="0"/>
              </a:spcAft>
              <a:buSzPts val="1018"/>
              <a:buNone/>
            </a:pPr>
            <a:r>
              <a:t/>
            </a:r>
            <a:endParaRPr b="1" sz="2403"/>
          </a:p>
          <a:p>
            <a:pPr indent="0" lvl="0" marL="0" rtl="0" algn="l">
              <a:lnSpc>
                <a:spcPct val="105000"/>
              </a:lnSpc>
              <a:spcBef>
                <a:spcPts val="1200"/>
              </a:spcBef>
              <a:spcAft>
                <a:spcPts val="1200"/>
              </a:spcAft>
              <a:buSzPts val="1018"/>
              <a:buNone/>
            </a:pPr>
            <a:r>
              <a:t/>
            </a:r>
            <a:endParaRPr sz="2403"/>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30"/>
          <p:cNvSpPr txBox="1"/>
          <p:nvPr>
            <p:ph type="title"/>
          </p:nvPr>
        </p:nvSpPr>
        <p:spPr>
          <a:xfrm>
            <a:off x="727650" y="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Funciones de un S.O.</a:t>
            </a:r>
            <a:endParaRPr/>
          </a:p>
          <a:p>
            <a:pPr indent="0" lvl="0" marL="0" rtl="0" algn="l">
              <a:spcBef>
                <a:spcPts val="0"/>
              </a:spcBef>
              <a:spcAft>
                <a:spcPts val="0"/>
              </a:spcAft>
              <a:buNone/>
            </a:pPr>
            <a:r>
              <a:t/>
            </a:r>
            <a:endParaRPr/>
          </a:p>
        </p:txBody>
      </p:sp>
      <p:sp>
        <p:nvSpPr>
          <p:cNvPr id="207" name="Google Shape;207;p30"/>
          <p:cNvSpPr txBox="1"/>
          <p:nvPr>
            <p:ph idx="1" type="body"/>
          </p:nvPr>
        </p:nvSpPr>
        <p:spPr>
          <a:xfrm>
            <a:off x="727650" y="651900"/>
            <a:ext cx="8019900" cy="43398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b="1" lang="en" sz="1400">
                <a:solidFill>
                  <a:srgbClr val="000000"/>
                </a:solidFill>
              </a:rPr>
              <a:t>Illusionist (Ilusionista)</a:t>
            </a:r>
            <a:endParaRPr b="1" sz="1400">
              <a:solidFill>
                <a:srgbClr val="000000"/>
              </a:solidFill>
            </a:endParaRPr>
          </a:p>
          <a:p>
            <a:pPr indent="-317500" lvl="0" marL="457200" rtl="0" algn="l">
              <a:spcBef>
                <a:spcPts val="1200"/>
              </a:spcBef>
              <a:spcAft>
                <a:spcPts val="0"/>
              </a:spcAft>
              <a:buClr>
                <a:srgbClr val="000000"/>
              </a:buClr>
              <a:buSzPts val="1400"/>
              <a:buFont typeface="Arial"/>
              <a:buAutoNum type="arabicPeriod"/>
            </a:pPr>
            <a:r>
              <a:rPr b="1" lang="en" sz="1400">
                <a:solidFill>
                  <a:srgbClr val="000000"/>
                </a:solidFill>
              </a:rPr>
              <a:t>Abstracción del Hardware</a:t>
            </a:r>
            <a:r>
              <a:rPr lang="en" sz="1400">
                <a:solidFill>
                  <a:srgbClr val="000000"/>
                </a:solidFill>
              </a:rPr>
              <a:t>:</a:t>
            </a:r>
            <a:endParaRPr sz="1400">
              <a:solidFill>
                <a:srgbClr val="000000"/>
              </a:solidFill>
            </a:endParaRPr>
          </a:p>
          <a:p>
            <a:pPr indent="-317500" lvl="1" marL="914400" rtl="0" algn="l">
              <a:spcBef>
                <a:spcPts val="0"/>
              </a:spcBef>
              <a:spcAft>
                <a:spcPts val="0"/>
              </a:spcAft>
              <a:buClr>
                <a:srgbClr val="000000"/>
              </a:buClr>
              <a:buSzPts val="1400"/>
              <a:buFont typeface="Lato"/>
              <a:buChar char="○"/>
            </a:pPr>
            <a:r>
              <a:rPr lang="en" sz="1400">
                <a:solidFill>
                  <a:srgbClr val="000000"/>
                </a:solidFill>
              </a:rPr>
              <a:t>Proveen una abstracción del hardware físico para simplificar el diseño de aplicaciones.</a:t>
            </a:r>
            <a:endParaRPr sz="1400">
              <a:solidFill>
                <a:srgbClr val="000000"/>
              </a:solidFill>
            </a:endParaRPr>
          </a:p>
          <a:p>
            <a:pPr indent="-317500" lvl="1" marL="914400" rtl="0" algn="l">
              <a:spcBef>
                <a:spcPts val="0"/>
              </a:spcBef>
              <a:spcAft>
                <a:spcPts val="0"/>
              </a:spcAft>
              <a:buClr>
                <a:srgbClr val="000000"/>
              </a:buClr>
              <a:buSzPts val="1400"/>
              <a:buFont typeface="Lato"/>
              <a:buChar char="○"/>
            </a:pPr>
            <a:r>
              <a:rPr lang="en" sz="1400">
                <a:solidFill>
                  <a:srgbClr val="000000"/>
                </a:solidFill>
              </a:rPr>
              <a:t>Ofrecen la ilusión de memoria casi infinita y uso exclusivo de procesadores, independientemente de la cantidad real de memoria física o número de procesadores disponibles.</a:t>
            </a:r>
            <a:endParaRPr sz="1400">
              <a:solidFill>
                <a:srgbClr val="000000"/>
              </a:solidFill>
            </a:endParaRPr>
          </a:p>
          <a:p>
            <a:pPr indent="-317500" lvl="1" marL="914400" rtl="0" algn="l">
              <a:spcBef>
                <a:spcPts val="0"/>
              </a:spcBef>
              <a:spcAft>
                <a:spcPts val="0"/>
              </a:spcAft>
              <a:buClr>
                <a:srgbClr val="000000"/>
              </a:buClr>
              <a:buSzPts val="1400"/>
              <a:buFont typeface="Lato"/>
              <a:buChar char="○"/>
            </a:pPr>
            <a:r>
              <a:rPr lang="en" sz="1400">
                <a:solidFill>
                  <a:srgbClr val="000000"/>
                </a:solidFill>
              </a:rPr>
              <a:t>Permiten escribir aplicaciones sin preocuparse por los detalles físicos del sistema.</a:t>
            </a:r>
            <a:endParaRPr sz="1400">
              <a:solidFill>
                <a:srgbClr val="000000"/>
              </a:solidFill>
            </a:endParaRPr>
          </a:p>
          <a:p>
            <a:pPr indent="0" lvl="0" marL="0" rtl="0" algn="l">
              <a:spcBef>
                <a:spcPts val="1200"/>
              </a:spcBef>
              <a:spcAft>
                <a:spcPts val="0"/>
              </a:spcAft>
              <a:buNone/>
            </a:pPr>
            <a:r>
              <a:rPr b="1" lang="en" sz="1400">
                <a:solidFill>
                  <a:srgbClr val="000000"/>
                </a:solidFill>
              </a:rPr>
              <a:t>Glue (Conector)</a:t>
            </a:r>
            <a:endParaRPr b="1" sz="1400">
              <a:solidFill>
                <a:srgbClr val="000000"/>
              </a:solidFill>
            </a:endParaRPr>
          </a:p>
          <a:p>
            <a:pPr indent="-317500" lvl="0" marL="457200" rtl="0" algn="l">
              <a:spcBef>
                <a:spcPts val="1200"/>
              </a:spcBef>
              <a:spcAft>
                <a:spcPts val="0"/>
              </a:spcAft>
              <a:buClr>
                <a:srgbClr val="000000"/>
              </a:buClr>
              <a:buSzPts val="1400"/>
              <a:buFont typeface="Arial"/>
              <a:buAutoNum type="arabicPeriod"/>
            </a:pPr>
            <a:r>
              <a:rPr b="1" lang="en" sz="1400">
                <a:solidFill>
                  <a:srgbClr val="000000"/>
                </a:solidFill>
              </a:rPr>
              <a:t>Servicios Comunes</a:t>
            </a:r>
            <a:r>
              <a:rPr lang="en" sz="1400">
                <a:solidFill>
                  <a:srgbClr val="000000"/>
                </a:solidFill>
              </a:rPr>
              <a:t>:</a:t>
            </a:r>
            <a:endParaRPr sz="1400">
              <a:solidFill>
                <a:srgbClr val="000000"/>
              </a:solidFill>
            </a:endParaRPr>
          </a:p>
          <a:p>
            <a:pPr indent="-317500" lvl="1" marL="914400" rtl="0" algn="l">
              <a:spcBef>
                <a:spcPts val="0"/>
              </a:spcBef>
              <a:spcAft>
                <a:spcPts val="0"/>
              </a:spcAft>
              <a:buClr>
                <a:srgbClr val="000000"/>
              </a:buClr>
              <a:buSzPts val="1400"/>
              <a:buFont typeface="Lato"/>
              <a:buChar char="○"/>
            </a:pPr>
            <a:r>
              <a:rPr lang="en" sz="1400">
                <a:solidFill>
                  <a:srgbClr val="000000"/>
                </a:solidFill>
              </a:rPr>
              <a:t>Facilitan el uso compartido de información entre aplicaciones, como copiar y pegar, y acceso a archivos.</a:t>
            </a:r>
            <a:endParaRPr sz="1400">
              <a:solidFill>
                <a:srgbClr val="000000"/>
              </a:solidFill>
            </a:endParaRPr>
          </a:p>
          <a:p>
            <a:pPr indent="-317500" lvl="1" marL="914400" rtl="0" algn="l">
              <a:spcBef>
                <a:spcPts val="0"/>
              </a:spcBef>
              <a:spcAft>
                <a:spcPts val="0"/>
              </a:spcAft>
              <a:buClr>
                <a:srgbClr val="000000"/>
              </a:buClr>
              <a:buSzPts val="1400"/>
              <a:buFont typeface="Lato"/>
              <a:buChar char="○"/>
            </a:pPr>
            <a:r>
              <a:rPr lang="en" sz="1400">
                <a:solidFill>
                  <a:srgbClr val="000000"/>
                </a:solidFill>
              </a:rPr>
              <a:t>Proveen rutinas de interfaz de usuario comunes para una apariencia y experiencia uniforme en el sistema.</a:t>
            </a:r>
            <a:endParaRPr sz="1400">
              <a:solidFill>
                <a:srgbClr val="000000"/>
              </a:solidFill>
            </a:endParaRPr>
          </a:p>
          <a:p>
            <a:pPr indent="-317500" lvl="1" marL="914400" rtl="0" algn="l">
              <a:spcBef>
                <a:spcPts val="0"/>
              </a:spcBef>
              <a:spcAft>
                <a:spcPts val="0"/>
              </a:spcAft>
              <a:buClr>
                <a:srgbClr val="000000"/>
              </a:buClr>
              <a:buSzPts val="1400"/>
              <a:buFont typeface="Lato"/>
              <a:buChar char="○"/>
            </a:pPr>
            <a:r>
              <a:rPr lang="en" sz="1400">
                <a:solidFill>
                  <a:srgbClr val="000000"/>
                </a:solidFill>
              </a:rPr>
              <a:t>Actúan como capa de separación entre las aplicaciones y los dispositivos de entrada/salida (I/O), permitiendo que las aplicaciones funcionen independientemente del hardware específico en uso.</a:t>
            </a:r>
            <a:endParaRPr sz="2003"/>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31"/>
          <p:cNvSpPr txBox="1"/>
          <p:nvPr>
            <p:ph type="title"/>
          </p:nvPr>
        </p:nvSpPr>
        <p:spPr>
          <a:xfrm>
            <a:off x="727650" y="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Virtualización</a:t>
            </a:r>
            <a:endParaRPr/>
          </a:p>
        </p:txBody>
      </p:sp>
      <p:sp>
        <p:nvSpPr>
          <p:cNvPr id="213" name="Google Shape;213;p31"/>
          <p:cNvSpPr txBox="1"/>
          <p:nvPr>
            <p:ph idx="1" type="body"/>
          </p:nvPr>
        </p:nvSpPr>
        <p:spPr>
          <a:xfrm>
            <a:off x="599850" y="535200"/>
            <a:ext cx="7816500" cy="42942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sz="1700">
                <a:solidFill>
                  <a:schemeClr val="dk2"/>
                </a:solidFill>
              </a:rPr>
              <a:t>La principal manera en que el SO logra esto es a través de una técnica general que llamamos virtualización. Es decir, el SO toma un recurso físico (como el procesador, la memoria o un disco) y lo transforma en una forma virtual más general, poderosa y fácil de usar. Por lo tanto, a veces nos referimos al sistema operativo como una máquina virtual.</a:t>
            </a:r>
            <a:endParaRPr sz="1700">
              <a:solidFill>
                <a:schemeClr val="dk2"/>
              </a:solidFill>
            </a:endParaRPr>
          </a:p>
          <a:p>
            <a:pPr indent="0" lvl="0" marL="0" rtl="0" algn="l">
              <a:spcBef>
                <a:spcPts val="1200"/>
              </a:spcBef>
              <a:spcAft>
                <a:spcPts val="0"/>
              </a:spcAft>
              <a:buNone/>
            </a:pPr>
            <a:r>
              <a:t/>
            </a:r>
            <a:endParaRPr sz="1700">
              <a:solidFill>
                <a:schemeClr val="dk2"/>
              </a:solidFill>
            </a:endParaRPr>
          </a:p>
          <a:p>
            <a:pPr indent="0" lvl="0" marL="0" rtl="0" algn="ctr">
              <a:spcBef>
                <a:spcPts val="1200"/>
              </a:spcBef>
              <a:spcAft>
                <a:spcPts val="0"/>
              </a:spcAft>
              <a:buNone/>
            </a:pPr>
            <a:r>
              <a:rPr b="1" lang="en" sz="1900">
                <a:solidFill>
                  <a:schemeClr val="dk2"/>
                </a:solidFill>
              </a:rPr>
              <a:t>Virtualización = Abstracción</a:t>
            </a:r>
            <a:endParaRPr b="1" sz="1900">
              <a:solidFill>
                <a:schemeClr val="dk2"/>
              </a:solidFill>
            </a:endParaRPr>
          </a:p>
          <a:p>
            <a:pPr indent="0" lvl="0" marL="0" rtl="0" algn="l">
              <a:spcBef>
                <a:spcPts val="1200"/>
              </a:spcBef>
              <a:spcAft>
                <a:spcPts val="0"/>
              </a:spcAft>
              <a:buNone/>
            </a:pPr>
            <a:r>
              <a:rPr lang="en" sz="1900">
                <a:solidFill>
                  <a:schemeClr val="dk2"/>
                </a:solidFill>
              </a:rPr>
              <a:t>Se visualiza:</a:t>
            </a:r>
            <a:endParaRPr sz="1900">
              <a:solidFill>
                <a:schemeClr val="dk2"/>
              </a:solidFill>
            </a:endParaRPr>
          </a:p>
          <a:p>
            <a:pPr indent="-349250" lvl="0" marL="457200" rtl="0" algn="l">
              <a:spcBef>
                <a:spcPts val="1200"/>
              </a:spcBef>
              <a:spcAft>
                <a:spcPts val="0"/>
              </a:spcAft>
              <a:buClr>
                <a:schemeClr val="dk2"/>
              </a:buClr>
              <a:buSzPts val="1900"/>
              <a:buChar char="●"/>
            </a:pPr>
            <a:r>
              <a:rPr lang="en" sz="1900">
                <a:solidFill>
                  <a:schemeClr val="dk2"/>
                </a:solidFill>
              </a:rPr>
              <a:t>La CPU</a:t>
            </a:r>
            <a:endParaRPr sz="1900">
              <a:solidFill>
                <a:schemeClr val="dk2"/>
              </a:solidFill>
            </a:endParaRPr>
          </a:p>
          <a:p>
            <a:pPr indent="-349250" lvl="0" marL="457200" rtl="0" algn="l">
              <a:spcBef>
                <a:spcPts val="0"/>
              </a:spcBef>
              <a:spcAft>
                <a:spcPts val="0"/>
              </a:spcAft>
              <a:buClr>
                <a:schemeClr val="dk2"/>
              </a:buClr>
              <a:buSzPts val="1900"/>
              <a:buChar char="●"/>
            </a:pPr>
            <a:r>
              <a:rPr lang="en" sz="1900">
                <a:solidFill>
                  <a:schemeClr val="dk2"/>
                </a:solidFill>
              </a:rPr>
              <a:t>La Memoria</a:t>
            </a:r>
            <a:endParaRPr sz="1900">
              <a:solidFill>
                <a:schemeClr val="dk2"/>
              </a:solidFill>
            </a:endParaRPr>
          </a:p>
          <a:p>
            <a:pPr indent="-349250" lvl="0" marL="457200" rtl="0" algn="l">
              <a:spcBef>
                <a:spcPts val="0"/>
              </a:spcBef>
              <a:spcAft>
                <a:spcPts val="0"/>
              </a:spcAft>
              <a:buClr>
                <a:schemeClr val="dk2"/>
              </a:buClr>
              <a:buSzPts val="1900"/>
              <a:buChar char="●"/>
            </a:pPr>
            <a:r>
              <a:rPr lang="en" sz="1900">
                <a:solidFill>
                  <a:schemeClr val="dk2"/>
                </a:solidFill>
              </a:rPr>
              <a:t>El Tiempo (concurrencia)</a:t>
            </a:r>
            <a:endParaRPr sz="1900">
              <a:solidFill>
                <a:schemeClr val="dk2"/>
              </a:solidFill>
            </a:endParaRPr>
          </a:p>
          <a:p>
            <a:pPr indent="-349250" lvl="0" marL="457200" rtl="0" algn="l">
              <a:spcBef>
                <a:spcPts val="0"/>
              </a:spcBef>
              <a:spcAft>
                <a:spcPts val="0"/>
              </a:spcAft>
              <a:buClr>
                <a:schemeClr val="dk2"/>
              </a:buClr>
              <a:buSzPts val="1900"/>
              <a:buChar char="●"/>
            </a:pPr>
            <a:r>
              <a:rPr lang="en" sz="1900">
                <a:solidFill>
                  <a:schemeClr val="dk2"/>
                </a:solidFill>
              </a:rPr>
              <a:t>Los Periféricos</a:t>
            </a:r>
            <a:endParaRPr sz="1700">
              <a:solidFill>
                <a:schemeClr val="dk2"/>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32"/>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Arquitecturas: X86 y risc-V</a:t>
            </a:r>
            <a:br>
              <a:rPr lang="en"/>
            </a:br>
            <a:r>
              <a:rPr lang="en" sz="1900"/>
              <a:t>Las bases</a:t>
            </a:r>
            <a:endParaRPr sz="1900"/>
          </a:p>
        </p:txBody>
      </p:sp>
      <p:sp>
        <p:nvSpPr>
          <p:cNvPr id="219" name="Google Shape;219;p32"/>
          <p:cNvSpPr txBox="1"/>
          <p:nvPr>
            <p:ph type="title"/>
          </p:nvPr>
        </p:nvSpPr>
        <p:spPr>
          <a:xfrm>
            <a:off x="840525" y="3137700"/>
            <a:ext cx="7688400" cy="2005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800"/>
              <a:t>Conceptos clave:</a:t>
            </a:r>
            <a:endParaRPr sz="1800"/>
          </a:p>
          <a:p>
            <a:pPr indent="-342900" lvl="0" marL="457200" rtl="0" algn="l">
              <a:spcBef>
                <a:spcPts val="0"/>
              </a:spcBef>
              <a:spcAft>
                <a:spcPts val="0"/>
              </a:spcAft>
              <a:buSzPts val="1800"/>
              <a:buChar char="●"/>
            </a:pPr>
            <a:r>
              <a:rPr b="0" lang="en" sz="1800"/>
              <a:t>Conocer arquitectura risc-V</a:t>
            </a:r>
            <a:endParaRPr b="0" sz="1800"/>
          </a:p>
          <a:p>
            <a:pPr indent="-342900" lvl="0" marL="457200" rtl="0" algn="l">
              <a:spcBef>
                <a:spcPts val="0"/>
              </a:spcBef>
              <a:spcAft>
                <a:spcPts val="0"/>
              </a:spcAft>
              <a:buSzPts val="1800"/>
              <a:buChar char="●"/>
            </a:pPr>
            <a:r>
              <a:rPr b="0" lang="en" sz="1800"/>
              <a:t>Conocer arquitectura x86</a:t>
            </a:r>
            <a:endParaRPr b="0" sz="18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33"/>
          <p:cNvSpPr txBox="1"/>
          <p:nvPr>
            <p:ph type="title"/>
          </p:nvPr>
        </p:nvSpPr>
        <p:spPr>
          <a:xfrm>
            <a:off x="727650" y="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risc-v</a:t>
            </a:r>
            <a:endParaRPr/>
          </a:p>
        </p:txBody>
      </p:sp>
      <p:sp>
        <p:nvSpPr>
          <p:cNvPr id="225" name="Google Shape;225;p33"/>
          <p:cNvSpPr txBox="1"/>
          <p:nvPr>
            <p:ph idx="1" type="body"/>
          </p:nvPr>
        </p:nvSpPr>
        <p:spPr>
          <a:xfrm>
            <a:off x="599850" y="535200"/>
            <a:ext cx="7816500" cy="4294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700">
                <a:solidFill>
                  <a:schemeClr val="dk2"/>
                </a:solidFill>
              </a:rPr>
              <a:t>RISC-V es un ISA (</a:t>
            </a:r>
            <a:r>
              <a:rPr b="1" i="1" lang="en" sz="1700">
                <a:solidFill>
                  <a:schemeClr val="dk2"/>
                </a:solidFill>
              </a:rPr>
              <a:t>instruction set architecture</a:t>
            </a:r>
            <a:r>
              <a:rPr lang="en" sz="1700">
                <a:solidFill>
                  <a:schemeClr val="dk2"/>
                </a:solidFill>
              </a:rPr>
              <a:t>) reciente (2010), abierto, minimalista y que arranca de cero informándose de los errores de de ISAs anteriores. </a:t>
            </a:r>
            <a:endParaRPr sz="1700">
              <a:solidFill>
                <a:schemeClr val="dk2"/>
              </a:solidFill>
            </a:endParaRPr>
          </a:p>
          <a:p>
            <a:pPr indent="0" lvl="0" marL="0" rtl="0" algn="l">
              <a:spcBef>
                <a:spcPts val="1200"/>
              </a:spcBef>
              <a:spcAft>
                <a:spcPts val="0"/>
              </a:spcAft>
              <a:buNone/>
            </a:pPr>
            <a:r>
              <a:rPr lang="en" sz="1700">
                <a:solidFill>
                  <a:schemeClr val="dk2"/>
                </a:solidFill>
              </a:rPr>
              <a:t>El objetivo de los arquitectos de RISC-V es que sea eficaz para todos los dispositivos de cómputo, desde los más pequeños hasta los más rápidos. </a:t>
            </a:r>
            <a:endParaRPr sz="1700">
              <a:solidFill>
                <a:schemeClr val="dk2"/>
              </a:solidFill>
            </a:endParaRPr>
          </a:p>
          <a:p>
            <a:pPr indent="0" lvl="0" marL="0" rtl="0" algn="l">
              <a:spcBef>
                <a:spcPts val="1200"/>
              </a:spcBef>
              <a:spcAft>
                <a:spcPts val="0"/>
              </a:spcAft>
              <a:buNone/>
            </a:pPr>
            <a:r>
              <a:rPr lang="en" sz="1700">
                <a:solidFill>
                  <a:schemeClr val="dk2"/>
                </a:solidFill>
              </a:rPr>
              <a:t>Siguiendo  el consejo de von Neumann de hace más de 70 años, este ISA enfatiza </a:t>
            </a:r>
            <a:r>
              <a:rPr b="1" lang="en" sz="1700">
                <a:solidFill>
                  <a:schemeClr val="dk2"/>
                </a:solidFill>
              </a:rPr>
              <a:t>simplicidad</a:t>
            </a:r>
            <a:r>
              <a:rPr lang="en" sz="1700">
                <a:solidFill>
                  <a:schemeClr val="dk2"/>
                </a:solidFill>
              </a:rPr>
              <a:t> para mantener el costo bajo y muchos registros y velocidad de ejecución transparente para ayudar a compiladores y programadores a resolver problemas importantes de manera eficiente.</a:t>
            </a:r>
            <a:endParaRPr sz="1700">
              <a:solidFill>
                <a:schemeClr val="dk2"/>
              </a:solidFill>
            </a:endParaRPr>
          </a:p>
          <a:p>
            <a:pPr indent="0" lvl="0" marL="0" rtl="0" algn="l">
              <a:spcBef>
                <a:spcPts val="1200"/>
              </a:spcBef>
              <a:spcAft>
                <a:spcPts val="0"/>
              </a:spcAft>
              <a:buNone/>
            </a:pPr>
            <a:r>
              <a:t/>
            </a:r>
            <a:endParaRPr sz="1700">
              <a:solidFill>
                <a:schemeClr val="dk2"/>
              </a:solidFill>
            </a:endParaRPr>
          </a:p>
          <a:p>
            <a:pPr indent="-349250" lvl="0" marL="457200" rtl="0" algn="l">
              <a:spcBef>
                <a:spcPts val="1200"/>
              </a:spcBef>
              <a:spcAft>
                <a:spcPts val="0"/>
              </a:spcAft>
              <a:buClr>
                <a:schemeClr val="dk2"/>
              </a:buClr>
              <a:buSzPts val="1900"/>
              <a:buChar char="●"/>
            </a:pPr>
            <a:r>
              <a:t/>
            </a:r>
            <a:endParaRPr sz="1700">
              <a:solidFill>
                <a:schemeClr val="dk2"/>
              </a:solidFill>
            </a:endParaRPr>
          </a:p>
        </p:txBody>
      </p:sp>
      <p:pic>
        <p:nvPicPr>
          <p:cNvPr id="226" name="Google Shape;226;p33"/>
          <p:cNvPicPr preferRelativeResize="0"/>
          <p:nvPr/>
        </p:nvPicPr>
        <p:blipFill>
          <a:blip r:embed="rId3">
            <a:alphaModFix/>
          </a:blip>
          <a:stretch>
            <a:fillRect/>
          </a:stretch>
        </p:blipFill>
        <p:spPr>
          <a:xfrm>
            <a:off x="5411425" y="3189882"/>
            <a:ext cx="3732574" cy="1877700"/>
          </a:xfrm>
          <a:prstGeom prst="rect">
            <a:avLst/>
          </a:prstGeom>
          <a:noFill/>
          <a:ln>
            <a:noFill/>
          </a:ln>
        </p:spPr>
      </p:pic>
      <p:pic>
        <p:nvPicPr>
          <p:cNvPr id="227" name="Google Shape;227;p33"/>
          <p:cNvPicPr preferRelativeResize="0"/>
          <p:nvPr/>
        </p:nvPicPr>
        <p:blipFill>
          <a:blip r:embed="rId4">
            <a:alphaModFix/>
          </a:blip>
          <a:stretch>
            <a:fillRect/>
          </a:stretch>
        </p:blipFill>
        <p:spPr>
          <a:xfrm>
            <a:off x="683600" y="3595424"/>
            <a:ext cx="4504274" cy="880350"/>
          </a:xfrm>
          <a:prstGeom prst="rect">
            <a:avLst/>
          </a:prstGeom>
          <a:noFill/>
          <a:ln>
            <a:noFill/>
          </a:ln>
        </p:spPr>
      </p:pic>
      <p:sp>
        <p:nvSpPr>
          <p:cNvPr id="228" name="Google Shape;228;p33"/>
          <p:cNvSpPr txBox="1"/>
          <p:nvPr/>
        </p:nvSpPr>
        <p:spPr>
          <a:xfrm>
            <a:off x="1220600" y="4375475"/>
            <a:ext cx="32790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300">
                <a:solidFill>
                  <a:schemeClr val="accent1"/>
                </a:solidFill>
                <a:latin typeface="Lato"/>
                <a:ea typeface="Lato"/>
                <a:cs typeface="Lato"/>
                <a:sym typeface="Lato"/>
              </a:rPr>
              <a:t>Manuales de las arquitecturas </a:t>
            </a:r>
            <a:r>
              <a:rPr i="1" lang="en" sz="1300">
                <a:solidFill>
                  <a:schemeClr val="accent1"/>
                </a:solidFill>
                <a:latin typeface="Lato"/>
                <a:ea typeface="Lato"/>
                <a:cs typeface="Lato"/>
                <a:sym typeface="Lato"/>
              </a:rPr>
              <a:t>más</a:t>
            </a:r>
            <a:r>
              <a:rPr i="1" lang="en" sz="1300">
                <a:solidFill>
                  <a:schemeClr val="accent1"/>
                </a:solidFill>
                <a:latin typeface="Lato"/>
                <a:ea typeface="Lato"/>
                <a:cs typeface="Lato"/>
                <a:sym typeface="Lato"/>
              </a:rPr>
              <a:t> usadas</a:t>
            </a:r>
            <a:endParaRPr i="1" sz="1300">
              <a:solidFill>
                <a:schemeClr val="accent1"/>
              </a:solidFill>
              <a:latin typeface="Lato"/>
              <a:ea typeface="Lato"/>
              <a:cs typeface="Lato"/>
              <a:sym typeface="Lato"/>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34"/>
          <p:cNvSpPr txBox="1"/>
          <p:nvPr>
            <p:ph type="title"/>
          </p:nvPr>
        </p:nvSpPr>
        <p:spPr>
          <a:xfrm>
            <a:off x="727650" y="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risc-v</a:t>
            </a:r>
            <a:endParaRPr/>
          </a:p>
        </p:txBody>
      </p:sp>
      <p:sp>
        <p:nvSpPr>
          <p:cNvPr id="234" name="Google Shape;234;p34"/>
          <p:cNvSpPr txBox="1"/>
          <p:nvPr>
            <p:ph idx="1" type="body"/>
          </p:nvPr>
        </p:nvSpPr>
        <p:spPr>
          <a:xfrm>
            <a:off x="599850" y="535200"/>
            <a:ext cx="7816500" cy="42942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b="1" lang="en" sz="1800">
                <a:solidFill>
                  <a:srgbClr val="000000"/>
                </a:solidFill>
                <a:latin typeface="Arial"/>
                <a:ea typeface="Arial"/>
                <a:cs typeface="Arial"/>
                <a:sym typeface="Arial"/>
              </a:rPr>
              <a:t>Registros de Propósito General</a:t>
            </a:r>
            <a:endParaRPr b="1" sz="1800">
              <a:solidFill>
                <a:srgbClr val="000000"/>
              </a:solidFill>
              <a:latin typeface="Arial"/>
              <a:ea typeface="Arial"/>
              <a:cs typeface="Arial"/>
              <a:sym typeface="Arial"/>
            </a:endParaRPr>
          </a:p>
          <a:p>
            <a:pPr indent="-342900" lvl="0" marL="457200" rtl="0" algn="l">
              <a:spcBef>
                <a:spcPts val="1200"/>
              </a:spcBef>
              <a:spcAft>
                <a:spcPts val="0"/>
              </a:spcAft>
              <a:buClr>
                <a:srgbClr val="000000"/>
              </a:buClr>
              <a:buSzPts val="1800"/>
              <a:buFont typeface="Arial"/>
              <a:buChar char="●"/>
            </a:pPr>
            <a:r>
              <a:rPr b="1" lang="en" sz="1800">
                <a:solidFill>
                  <a:srgbClr val="000000"/>
                </a:solidFill>
                <a:latin typeface="Arial"/>
                <a:ea typeface="Arial"/>
                <a:cs typeface="Arial"/>
                <a:sym typeface="Arial"/>
              </a:rPr>
              <a:t>32 Registros de Propósito General (GPRs)</a:t>
            </a:r>
            <a:r>
              <a:rPr lang="en" sz="1800">
                <a:solidFill>
                  <a:srgbClr val="000000"/>
                </a:solidFill>
                <a:latin typeface="Arial"/>
                <a:ea typeface="Arial"/>
                <a:cs typeface="Arial"/>
                <a:sym typeface="Arial"/>
              </a:rPr>
              <a:t>:</a:t>
            </a:r>
            <a:endParaRPr sz="1800">
              <a:solidFill>
                <a:srgbClr val="000000"/>
              </a:solidFill>
              <a:latin typeface="Arial"/>
              <a:ea typeface="Arial"/>
              <a:cs typeface="Arial"/>
              <a:sym typeface="Arial"/>
            </a:endParaRPr>
          </a:p>
          <a:p>
            <a:pPr indent="-342900" lvl="1" marL="914400" rtl="0" algn="l">
              <a:spcBef>
                <a:spcPts val="0"/>
              </a:spcBef>
              <a:spcAft>
                <a:spcPts val="0"/>
              </a:spcAft>
              <a:buClr>
                <a:srgbClr val="000000"/>
              </a:buClr>
              <a:buSzPts val="1800"/>
              <a:buFont typeface="Arial"/>
              <a:buChar char="○"/>
            </a:pPr>
            <a:r>
              <a:rPr lang="en" sz="1800">
                <a:solidFill>
                  <a:srgbClr val="000000"/>
                </a:solidFill>
                <a:latin typeface="Arial"/>
                <a:ea typeface="Arial"/>
                <a:cs typeface="Arial"/>
                <a:sym typeface="Arial"/>
              </a:rPr>
              <a:t>RISC-V define 32 registros de 32 bits (</a:t>
            </a:r>
            <a:r>
              <a:rPr lang="en" sz="1800">
                <a:solidFill>
                  <a:srgbClr val="188038"/>
                </a:solidFill>
                <a:latin typeface="Roboto Mono"/>
                <a:ea typeface="Roboto Mono"/>
                <a:cs typeface="Roboto Mono"/>
                <a:sym typeface="Roboto Mono"/>
              </a:rPr>
              <a:t>x0</a:t>
            </a:r>
            <a:r>
              <a:rPr lang="en" sz="1800">
                <a:solidFill>
                  <a:srgbClr val="000000"/>
                </a:solidFill>
                <a:latin typeface="Arial"/>
                <a:ea typeface="Arial"/>
                <a:cs typeface="Arial"/>
                <a:sym typeface="Arial"/>
              </a:rPr>
              <a:t> a </a:t>
            </a:r>
            <a:r>
              <a:rPr lang="en" sz="1800">
                <a:solidFill>
                  <a:srgbClr val="188038"/>
                </a:solidFill>
                <a:latin typeface="Roboto Mono"/>
                <a:ea typeface="Roboto Mono"/>
                <a:cs typeface="Roboto Mono"/>
                <a:sym typeface="Roboto Mono"/>
              </a:rPr>
              <a:t>x31</a:t>
            </a:r>
            <a:r>
              <a:rPr lang="en" sz="1800">
                <a:solidFill>
                  <a:srgbClr val="000000"/>
                </a:solidFill>
                <a:latin typeface="Arial"/>
                <a:ea typeface="Arial"/>
                <a:cs typeface="Arial"/>
                <a:sym typeface="Arial"/>
              </a:rPr>
              <a:t>) en su implementación estándar de 32 bits (RV32I). En implementaciones de 64 bits (RV64I) y 128 bits (RV128I), los registros se amplían a 64 bits y 128 bits respectivamente.</a:t>
            </a:r>
            <a:endParaRPr sz="1800">
              <a:solidFill>
                <a:srgbClr val="000000"/>
              </a:solidFill>
              <a:latin typeface="Arial"/>
              <a:ea typeface="Arial"/>
              <a:cs typeface="Arial"/>
              <a:sym typeface="Arial"/>
            </a:endParaRPr>
          </a:p>
          <a:p>
            <a:pPr indent="-342900" lvl="1" marL="914400" rtl="0" algn="l">
              <a:spcBef>
                <a:spcPts val="0"/>
              </a:spcBef>
              <a:spcAft>
                <a:spcPts val="0"/>
              </a:spcAft>
              <a:buClr>
                <a:srgbClr val="000000"/>
              </a:buClr>
              <a:buSzPts val="1800"/>
              <a:buFont typeface="Arial"/>
              <a:buChar char="○"/>
            </a:pPr>
            <a:r>
              <a:rPr lang="en" sz="1800">
                <a:solidFill>
                  <a:srgbClr val="000000"/>
                </a:solidFill>
                <a:latin typeface="Arial"/>
                <a:ea typeface="Arial"/>
                <a:cs typeface="Arial"/>
                <a:sym typeface="Arial"/>
              </a:rPr>
              <a:t>El registro </a:t>
            </a:r>
            <a:r>
              <a:rPr lang="en" sz="1800">
                <a:solidFill>
                  <a:srgbClr val="188038"/>
                </a:solidFill>
                <a:latin typeface="Roboto Mono"/>
                <a:ea typeface="Roboto Mono"/>
                <a:cs typeface="Roboto Mono"/>
                <a:sym typeface="Roboto Mono"/>
              </a:rPr>
              <a:t>x0</a:t>
            </a:r>
            <a:r>
              <a:rPr lang="en" sz="1800">
                <a:solidFill>
                  <a:srgbClr val="000000"/>
                </a:solidFill>
                <a:latin typeface="Arial"/>
                <a:ea typeface="Arial"/>
                <a:cs typeface="Arial"/>
                <a:sym typeface="Arial"/>
              </a:rPr>
              <a:t> es un registro constante que siempre contiene el valor 0.</a:t>
            </a:r>
            <a:endParaRPr sz="1800">
              <a:solidFill>
                <a:srgbClr val="000000"/>
              </a:solidFill>
              <a:latin typeface="Arial"/>
              <a:ea typeface="Arial"/>
              <a:cs typeface="Arial"/>
              <a:sym typeface="Arial"/>
            </a:endParaRPr>
          </a:p>
          <a:p>
            <a:pPr indent="-342900" lvl="1" marL="914400" rtl="0" algn="l">
              <a:spcBef>
                <a:spcPts val="0"/>
              </a:spcBef>
              <a:spcAft>
                <a:spcPts val="0"/>
              </a:spcAft>
              <a:buClr>
                <a:srgbClr val="000000"/>
              </a:buClr>
              <a:buSzPts val="1800"/>
              <a:buFont typeface="Arial"/>
              <a:buChar char="○"/>
            </a:pPr>
            <a:r>
              <a:rPr lang="en" sz="1800">
                <a:solidFill>
                  <a:srgbClr val="000000"/>
                </a:solidFill>
                <a:latin typeface="Arial"/>
                <a:ea typeface="Arial"/>
                <a:cs typeface="Arial"/>
                <a:sym typeface="Arial"/>
              </a:rPr>
              <a:t>Los registros </a:t>
            </a:r>
            <a:r>
              <a:rPr lang="en" sz="1800">
                <a:solidFill>
                  <a:srgbClr val="188038"/>
                </a:solidFill>
                <a:latin typeface="Roboto Mono"/>
                <a:ea typeface="Roboto Mono"/>
                <a:cs typeface="Roboto Mono"/>
                <a:sym typeface="Roboto Mono"/>
              </a:rPr>
              <a:t>x1</a:t>
            </a:r>
            <a:r>
              <a:rPr lang="en" sz="1800">
                <a:solidFill>
                  <a:srgbClr val="000000"/>
                </a:solidFill>
                <a:latin typeface="Arial"/>
                <a:ea typeface="Arial"/>
                <a:cs typeface="Arial"/>
                <a:sym typeface="Arial"/>
              </a:rPr>
              <a:t> a </a:t>
            </a:r>
            <a:r>
              <a:rPr lang="en" sz="1800">
                <a:solidFill>
                  <a:srgbClr val="188038"/>
                </a:solidFill>
                <a:latin typeface="Roboto Mono"/>
                <a:ea typeface="Roboto Mono"/>
                <a:cs typeface="Roboto Mono"/>
                <a:sym typeface="Roboto Mono"/>
              </a:rPr>
              <a:t>x31</a:t>
            </a:r>
            <a:r>
              <a:rPr lang="en" sz="1800">
                <a:solidFill>
                  <a:srgbClr val="000000"/>
                </a:solidFill>
                <a:latin typeface="Arial"/>
                <a:ea typeface="Arial"/>
                <a:cs typeface="Arial"/>
                <a:sym typeface="Arial"/>
              </a:rPr>
              <a:t> pueden usarse para operaciones aritméticas, de almacenamiento y para guardar direcciones de memoria.</a:t>
            </a:r>
            <a:endParaRPr sz="1800">
              <a:solidFill>
                <a:srgbClr val="000000"/>
              </a:solidFill>
              <a:latin typeface="Arial"/>
              <a:ea typeface="Arial"/>
              <a:cs typeface="Arial"/>
              <a:sym typeface="Arial"/>
            </a:endParaRPr>
          </a:p>
          <a:p>
            <a:pPr indent="0" lvl="0" marL="0" rtl="0" algn="l">
              <a:spcBef>
                <a:spcPts val="1200"/>
              </a:spcBef>
              <a:spcAft>
                <a:spcPts val="0"/>
              </a:spcAft>
              <a:buNone/>
            </a:pPr>
            <a:r>
              <a:t/>
            </a:r>
            <a:endParaRPr sz="2400">
              <a:solidFill>
                <a:schemeClr val="dk2"/>
              </a:solidFill>
            </a:endParaRPr>
          </a:p>
        </p:txBody>
      </p:sp>
      <p:pic>
        <p:nvPicPr>
          <p:cNvPr id="235" name="Google Shape;235;p34"/>
          <p:cNvPicPr preferRelativeResize="0"/>
          <p:nvPr/>
        </p:nvPicPr>
        <p:blipFill>
          <a:blip r:embed="rId3">
            <a:alphaModFix/>
          </a:blip>
          <a:stretch>
            <a:fillRect/>
          </a:stretch>
        </p:blipFill>
        <p:spPr>
          <a:xfrm>
            <a:off x="8255075" y="0"/>
            <a:ext cx="888925" cy="88892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35"/>
          <p:cNvSpPr txBox="1"/>
          <p:nvPr>
            <p:ph type="title"/>
          </p:nvPr>
        </p:nvSpPr>
        <p:spPr>
          <a:xfrm>
            <a:off x="727650" y="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risc-v</a:t>
            </a:r>
            <a:endParaRPr/>
          </a:p>
        </p:txBody>
      </p:sp>
      <p:sp>
        <p:nvSpPr>
          <p:cNvPr id="241" name="Google Shape;241;p35"/>
          <p:cNvSpPr txBox="1"/>
          <p:nvPr>
            <p:ph idx="1" type="body"/>
          </p:nvPr>
        </p:nvSpPr>
        <p:spPr>
          <a:xfrm>
            <a:off x="599850" y="535200"/>
            <a:ext cx="7816500" cy="42942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b="1" lang="en" sz="1800">
                <a:solidFill>
                  <a:srgbClr val="000000"/>
                </a:solidFill>
                <a:latin typeface="Arial"/>
                <a:ea typeface="Arial"/>
                <a:cs typeface="Arial"/>
                <a:sym typeface="Arial"/>
              </a:rPr>
              <a:t>Registros de Propósito General</a:t>
            </a:r>
            <a:endParaRPr b="1" sz="1800">
              <a:solidFill>
                <a:srgbClr val="000000"/>
              </a:solidFill>
              <a:latin typeface="Arial"/>
              <a:ea typeface="Arial"/>
              <a:cs typeface="Arial"/>
              <a:sym typeface="Arial"/>
            </a:endParaRPr>
          </a:p>
          <a:p>
            <a:pPr indent="0" lvl="0" marL="0" rtl="0" algn="l">
              <a:spcBef>
                <a:spcPts val="200"/>
              </a:spcBef>
              <a:spcAft>
                <a:spcPts val="0"/>
              </a:spcAft>
              <a:buNone/>
            </a:pPr>
            <a:r>
              <a:t/>
            </a:r>
            <a:endParaRPr sz="2400">
              <a:solidFill>
                <a:schemeClr val="dk2"/>
              </a:solidFill>
            </a:endParaRPr>
          </a:p>
        </p:txBody>
      </p:sp>
      <p:pic>
        <p:nvPicPr>
          <p:cNvPr id="242" name="Google Shape;242;p35"/>
          <p:cNvPicPr preferRelativeResize="0"/>
          <p:nvPr/>
        </p:nvPicPr>
        <p:blipFill>
          <a:blip r:embed="rId3">
            <a:alphaModFix/>
          </a:blip>
          <a:stretch>
            <a:fillRect/>
          </a:stretch>
        </p:blipFill>
        <p:spPr>
          <a:xfrm>
            <a:off x="8255075" y="0"/>
            <a:ext cx="888925" cy="888925"/>
          </a:xfrm>
          <a:prstGeom prst="rect">
            <a:avLst/>
          </a:prstGeom>
          <a:noFill/>
          <a:ln>
            <a:noFill/>
          </a:ln>
        </p:spPr>
      </p:pic>
      <p:pic>
        <p:nvPicPr>
          <p:cNvPr id="243" name="Google Shape;243;p35"/>
          <p:cNvPicPr preferRelativeResize="0"/>
          <p:nvPr/>
        </p:nvPicPr>
        <p:blipFill>
          <a:blip r:embed="rId4">
            <a:alphaModFix/>
          </a:blip>
          <a:stretch>
            <a:fillRect/>
          </a:stretch>
        </p:blipFill>
        <p:spPr>
          <a:xfrm>
            <a:off x="280225" y="1183062"/>
            <a:ext cx="4801926" cy="3254125"/>
          </a:xfrm>
          <a:prstGeom prst="rect">
            <a:avLst/>
          </a:prstGeom>
          <a:noFill/>
          <a:ln>
            <a:noFill/>
          </a:ln>
        </p:spPr>
      </p:pic>
      <p:pic>
        <p:nvPicPr>
          <p:cNvPr id="244" name="Google Shape;244;p35"/>
          <p:cNvPicPr preferRelativeResize="0"/>
          <p:nvPr/>
        </p:nvPicPr>
        <p:blipFill>
          <a:blip r:embed="rId5">
            <a:alphaModFix/>
          </a:blip>
          <a:stretch>
            <a:fillRect/>
          </a:stretch>
        </p:blipFill>
        <p:spPr>
          <a:xfrm>
            <a:off x="5304101" y="411238"/>
            <a:ext cx="2729025" cy="4677549"/>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36"/>
          <p:cNvSpPr txBox="1"/>
          <p:nvPr>
            <p:ph type="title"/>
          </p:nvPr>
        </p:nvSpPr>
        <p:spPr>
          <a:xfrm>
            <a:off x="727650" y="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risc-v</a:t>
            </a:r>
            <a:endParaRPr/>
          </a:p>
        </p:txBody>
      </p:sp>
      <p:sp>
        <p:nvSpPr>
          <p:cNvPr id="250" name="Google Shape;250;p36"/>
          <p:cNvSpPr txBox="1"/>
          <p:nvPr>
            <p:ph idx="1" type="body"/>
          </p:nvPr>
        </p:nvSpPr>
        <p:spPr>
          <a:xfrm>
            <a:off x="599850" y="535200"/>
            <a:ext cx="7816500" cy="42942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b="1" lang="en" sz="1800">
                <a:solidFill>
                  <a:srgbClr val="000000"/>
                </a:solidFill>
              </a:rPr>
              <a:t>Modularidad y Extensiones</a:t>
            </a:r>
            <a:endParaRPr b="1" sz="1800">
              <a:solidFill>
                <a:srgbClr val="000000"/>
              </a:solidFill>
            </a:endParaRPr>
          </a:p>
          <a:p>
            <a:pPr indent="-342900" lvl="0" marL="457200" rtl="0" algn="l">
              <a:spcBef>
                <a:spcPts val="1200"/>
              </a:spcBef>
              <a:spcAft>
                <a:spcPts val="0"/>
              </a:spcAft>
              <a:buClr>
                <a:srgbClr val="000000"/>
              </a:buClr>
              <a:buSzPts val="1800"/>
              <a:buFont typeface="Arial"/>
              <a:buChar char="●"/>
            </a:pPr>
            <a:r>
              <a:rPr b="1" lang="en" sz="1800">
                <a:solidFill>
                  <a:srgbClr val="000000"/>
                </a:solidFill>
              </a:rPr>
              <a:t>Conjunto de Instrucciones Base (I)</a:t>
            </a:r>
            <a:r>
              <a:rPr lang="en" sz="1800">
                <a:solidFill>
                  <a:srgbClr val="000000"/>
                </a:solidFill>
              </a:rPr>
              <a:t>:</a:t>
            </a:r>
            <a:endParaRPr sz="1800">
              <a:solidFill>
                <a:srgbClr val="000000"/>
              </a:solidFill>
            </a:endParaRPr>
          </a:p>
          <a:p>
            <a:pPr indent="-342900" lvl="1" marL="914400" rtl="0" algn="l">
              <a:spcBef>
                <a:spcPts val="0"/>
              </a:spcBef>
              <a:spcAft>
                <a:spcPts val="0"/>
              </a:spcAft>
              <a:buClr>
                <a:srgbClr val="000000"/>
              </a:buClr>
              <a:buSzPts val="1800"/>
              <a:buFont typeface="Lato"/>
              <a:buChar char="○"/>
            </a:pPr>
            <a:r>
              <a:rPr lang="en" sz="1800">
                <a:solidFill>
                  <a:srgbClr val="000000"/>
                </a:solidFill>
              </a:rPr>
              <a:t>Es el conjunto mínimo de instrucciones necesarias para la mayoría de las aplicaciones, que incluye operaciones aritméticas, lógicas, de control de flujo, y de acceso a memoria.</a:t>
            </a:r>
            <a:endParaRPr sz="1800">
              <a:solidFill>
                <a:srgbClr val="000000"/>
              </a:solidFill>
            </a:endParaRPr>
          </a:p>
          <a:p>
            <a:pPr indent="0" lvl="0" marL="914400" rtl="0" algn="l">
              <a:spcBef>
                <a:spcPts val="1200"/>
              </a:spcBef>
              <a:spcAft>
                <a:spcPts val="0"/>
              </a:spcAft>
              <a:buNone/>
            </a:pPr>
            <a:r>
              <a:t/>
            </a:r>
            <a:endParaRPr sz="1800">
              <a:solidFill>
                <a:srgbClr val="000000"/>
              </a:solidFill>
            </a:endParaRPr>
          </a:p>
          <a:p>
            <a:pPr indent="-342900" lvl="1" marL="914400" rtl="0" algn="l">
              <a:spcBef>
                <a:spcPts val="1200"/>
              </a:spcBef>
              <a:spcAft>
                <a:spcPts val="0"/>
              </a:spcAft>
              <a:buClr>
                <a:srgbClr val="000000"/>
              </a:buClr>
              <a:buSzPts val="1800"/>
              <a:buFont typeface="Lato"/>
              <a:buChar char="○"/>
            </a:pPr>
            <a:r>
              <a:rPr lang="en" sz="1800">
                <a:solidFill>
                  <a:srgbClr val="000000"/>
                </a:solidFill>
              </a:rPr>
              <a:t>Este conjunto base es obligatorio en todas las implementaciones y define el núcleo funcional de RISC-V.</a:t>
            </a:r>
            <a:endParaRPr sz="1800">
              <a:solidFill>
                <a:srgbClr val="000000"/>
              </a:solidFill>
            </a:endParaRPr>
          </a:p>
          <a:p>
            <a:pPr indent="0" lvl="0" marL="914400" rtl="0" algn="l">
              <a:spcBef>
                <a:spcPts val="1200"/>
              </a:spcBef>
              <a:spcAft>
                <a:spcPts val="0"/>
              </a:spcAft>
              <a:buNone/>
            </a:pPr>
            <a:r>
              <a:t/>
            </a:r>
            <a:endParaRPr b="1" sz="1800">
              <a:solidFill>
                <a:srgbClr val="000000"/>
              </a:solidFill>
              <a:latin typeface="Arial"/>
              <a:ea typeface="Arial"/>
              <a:cs typeface="Arial"/>
              <a:sym typeface="Arial"/>
            </a:endParaRPr>
          </a:p>
          <a:p>
            <a:pPr indent="0" lvl="0" marL="0" rtl="0" algn="l">
              <a:spcBef>
                <a:spcPts val="1200"/>
              </a:spcBef>
              <a:spcAft>
                <a:spcPts val="0"/>
              </a:spcAft>
              <a:buNone/>
            </a:pPr>
            <a:r>
              <a:t/>
            </a:r>
            <a:endParaRPr sz="2400">
              <a:solidFill>
                <a:schemeClr val="dk2"/>
              </a:solidFill>
            </a:endParaRPr>
          </a:p>
        </p:txBody>
      </p:sp>
      <p:pic>
        <p:nvPicPr>
          <p:cNvPr id="251" name="Google Shape;251;p36"/>
          <p:cNvPicPr preferRelativeResize="0"/>
          <p:nvPr/>
        </p:nvPicPr>
        <p:blipFill>
          <a:blip r:embed="rId3">
            <a:alphaModFix/>
          </a:blip>
          <a:stretch>
            <a:fillRect/>
          </a:stretch>
        </p:blipFill>
        <p:spPr>
          <a:xfrm>
            <a:off x="8255075" y="0"/>
            <a:ext cx="888925" cy="88892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37"/>
          <p:cNvSpPr txBox="1"/>
          <p:nvPr>
            <p:ph type="title"/>
          </p:nvPr>
        </p:nvSpPr>
        <p:spPr>
          <a:xfrm>
            <a:off x="727650" y="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risc-v</a:t>
            </a:r>
            <a:endParaRPr/>
          </a:p>
        </p:txBody>
      </p:sp>
      <p:sp>
        <p:nvSpPr>
          <p:cNvPr id="257" name="Google Shape;257;p37"/>
          <p:cNvSpPr txBox="1"/>
          <p:nvPr>
            <p:ph idx="1" type="body"/>
          </p:nvPr>
        </p:nvSpPr>
        <p:spPr>
          <a:xfrm>
            <a:off x="599850" y="535200"/>
            <a:ext cx="7816500" cy="42942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b="1" lang="en" sz="1600">
                <a:solidFill>
                  <a:srgbClr val="000000"/>
                </a:solidFill>
              </a:rPr>
              <a:t>Extensiones Opcionales</a:t>
            </a:r>
            <a:r>
              <a:rPr lang="en" sz="1600">
                <a:solidFill>
                  <a:srgbClr val="000000"/>
                </a:solidFill>
              </a:rPr>
              <a:t>:</a:t>
            </a:r>
            <a:endParaRPr sz="1600">
              <a:solidFill>
                <a:srgbClr val="000000"/>
              </a:solidFill>
            </a:endParaRPr>
          </a:p>
          <a:p>
            <a:pPr indent="-323850" lvl="0" marL="457200" rtl="0" algn="l">
              <a:spcBef>
                <a:spcPts val="1200"/>
              </a:spcBef>
              <a:spcAft>
                <a:spcPts val="0"/>
              </a:spcAft>
              <a:buClr>
                <a:srgbClr val="000000"/>
              </a:buClr>
              <a:buSzPts val="1500"/>
              <a:buFont typeface="Arial"/>
              <a:buChar char="●"/>
            </a:pPr>
            <a:r>
              <a:rPr b="1" lang="en" sz="1500">
                <a:solidFill>
                  <a:srgbClr val="000000"/>
                </a:solidFill>
              </a:rPr>
              <a:t>M (Multiplicación y División)</a:t>
            </a:r>
            <a:r>
              <a:rPr lang="en" sz="1500">
                <a:solidFill>
                  <a:srgbClr val="000000"/>
                </a:solidFill>
              </a:rPr>
              <a:t>: Añade instrucciones para multiplicación y división enteras.</a:t>
            </a:r>
            <a:endParaRPr sz="1500">
              <a:solidFill>
                <a:srgbClr val="000000"/>
              </a:solidFill>
            </a:endParaRPr>
          </a:p>
          <a:p>
            <a:pPr indent="-323850" lvl="0" marL="457200" rtl="0" algn="l">
              <a:spcBef>
                <a:spcPts val="0"/>
              </a:spcBef>
              <a:spcAft>
                <a:spcPts val="0"/>
              </a:spcAft>
              <a:buClr>
                <a:srgbClr val="000000"/>
              </a:buClr>
              <a:buSzPts val="1500"/>
              <a:buFont typeface="Arial"/>
              <a:buChar char="●"/>
            </a:pPr>
            <a:r>
              <a:rPr b="1" lang="en" sz="1500">
                <a:solidFill>
                  <a:srgbClr val="000000"/>
                </a:solidFill>
              </a:rPr>
              <a:t>A (Operaciones Atómicas)</a:t>
            </a:r>
            <a:r>
              <a:rPr lang="en" sz="1500">
                <a:solidFill>
                  <a:srgbClr val="000000"/>
                </a:solidFill>
              </a:rPr>
              <a:t>: Proporciona soporte para operaciones atómicas necesarias en programación concurrente.</a:t>
            </a:r>
            <a:endParaRPr sz="1500">
              <a:solidFill>
                <a:srgbClr val="000000"/>
              </a:solidFill>
            </a:endParaRPr>
          </a:p>
          <a:p>
            <a:pPr indent="-323850" lvl="0" marL="457200" rtl="0" algn="l">
              <a:spcBef>
                <a:spcPts val="0"/>
              </a:spcBef>
              <a:spcAft>
                <a:spcPts val="0"/>
              </a:spcAft>
              <a:buClr>
                <a:srgbClr val="000000"/>
              </a:buClr>
              <a:buSzPts val="1500"/>
              <a:buFont typeface="Arial"/>
              <a:buChar char="●"/>
            </a:pPr>
            <a:r>
              <a:rPr b="1" lang="en" sz="1500">
                <a:solidFill>
                  <a:srgbClr val="000000"/>
                </a:solidFill>
              </a:rPr>
              <a:t>F (Punto Flotante Simple)</a:t>
            </a:r>
            <a:r>
              <a:rPr lang="en" sz="1500">
                <a:solidFill>
                  <a:srgbClr val="000000"/>
                </a:solidFill>
              </a:rPr>
              <a:t> y </a:t>
            </a:r>
            <a:r>
              <a:rPr b="1" lang="en" sz="1500">
                <a:solidFill>
                  <a:srgbClr val="000000"/>
                </a:solidFill>
              </a:rPr>
              <a:t>D (Punto Flotante Doble)</a:t>
            </a:r>
            <a:r>
              <a:rPr lang="en" sz="1500">
                <a:solidFill>
                  <a:srgbClr val="000000"/>
                </a:solidFill>
              </a:rPr>
              <a:t>: Añaden soporte para operaciones en punto flotante de 32 y 64 bits respectivamente.</a:t>
            </a:r>
            <a:endParaRPr sz="1500">
              <a:solidFill>
                <a:srgbClr val="000000"/>
              </a:solidFill>
            </a:endParaRPr>
          </a:p>
          <a:p>
            <a:pPr indent="-323850" lvl="0" marL="457200" rtl="0" algn="l">
              <a:spcBef>
                <a:spcPts val="0"/>
              </a:spcBef>
              <a:spcAft>
                <a:spcPts val="0"/>
              </a:spcAft>
              <a:buClr>
                <a:srgbClr val="000000"/>
              </a:buClr>
              <a:buSzPts val="1500"/>
              <a:buFont typeface="Arial"/>
              <a:buChar char="●"/>
            </a:pPr>
            <a:r>
              <a:rPr b="1" lang="en" sz="1500">
                <a:solidFill>
                  <a:srgbClr val="000000"/>
                </a:solidFill>
              </a:rPr>
              <a:t>C (Compresión de Instrucciones)</a:t>
            </a:r>
            <a:r>
              <a:rPr lang="en" sz="1500">
                <a:solidFill>
                  <a:srgbClr val="000000"/>
                </a:solidFill>
              </a:rPr>
              <a:t>: Introduce un conjunto de instrucciones de 16 bits para reducir el tamaño del código.</a:t>
            </a:r>
            <a:endParaRPr sz="1500">
              <a:solidFill>
                <a:srgbClr val="000000"/>
              </a:solidFill>
            </a:endParaRPr>
          </a:p>
          <a:p>
            <a:pPr indent="-323850" lvl="0" marL="457200" rtl="0" algn="l">
              <a:spcBef>
                <a:spcPts val="0"/>
              </a:spcBef>
              <a:spcAft>
                <a:spcPts val="0"/>
              </a:spcAft>
              <a:buClr>
                <a:srgbClr val="000000"/>
              </a:buClr>
              <a:buSzPts val="1500"/>
              <a:buFont typeface="Arial"/>
              <a:buChar char="●"/>
            </a:pPr>
            <a:r>
              <a:rPr b="1" lang="en" sz="1500">
                <a:solidFill>
                  <a:srgbClr val="000000"/>
                </a:solidFill>
              </a:rPr>
              <a:t>V (Vectorial)</a:t>
            </a:r>
            <a:r>
              <a:rPr lang="en" sz="1500">
                <a:solidFill>
                  <a:srgbClr val="000000"/>
                </a:solidFill>
              </a:rPr>
              <a:t>: Permite operaciones vectoriales para procesamiento de datos en paralelo.</a:t>
            </a:r>
            <a:endParaRPr sz="1500">
              <a:solidFill>
                <a:srgbClr val="000000"/>
              </a:solidFill>
            </a:endParaRPr>
          </a:p>
          <a:p>
            <a:pPr indent="-323850" lvl="0" marL="457200" rtl="0" algn="l">
              <a:spcBef>
                <a:spcPts val="0"/>
              </a:spcBef>
              <a:spcAft>
                <a:spcPts val="0"/>
              </a:spcAft>
              <a:buClr>
                <a:srgbClr val="000000"/>
              </a:buClr>
              <a:buSzPts val="1500"/>
              <a:buFont typeface="Arial"/>
              <a:buChar char="●"/>
            </a:pPr>
            <a:r>
              <a:rPr b="1" lang="en" sz="1500">
                <a:solidFill>
                  <a:srgbClr val="000000"/>
                </a:solidFill>
              </a:rPr>
              <a:t>B (Bit-Manipulation)</a:t>
            </a:r>
            <a:r>
              <a:rPr lang="en" sz="1500">
                <a:solidFill>
                  <a:srgbClr val="000000"/>
                </a:solidFill>
              </a:rPr>
              <a:t>: Incluye instrucciones avanzadas para la manipulación de bits.</a:t>
            </a:r>
            <a:endParaRPr sz="1500">
              <a:solidFill>
                <a:srgbClr val="000000"/>
              </a:solidFill>
            </a:endParaRPr>
          </a:p>
          <a:p>
            <a:pPr indent="0" lvl="0" marL="0" rtl="0" algn="l">
              <a:spcBef>
                <a:spcPts val="1200"/>
              </a:spcBef>
              <a:spcAft>
                <a:spcPts val="0"/>
              </a:spcAft>
              <a:buNone/>
            </a:pPr>
            <a:r>
              <a:t/>
            </a:r>
            <a:endParaRPr sz="2400">
              <a:solidFill>
                <a:schemeClr val="dk2"/>
              </a:solidFill>
            </a:endParaRPr>
          </a:p>
        </p:txBody>
      </p:sp>
      <p:pic>
        <p:nvPicPr>
          <p:cNvPr id="258" name="Google Shape;258;p37"/>
          <p:cNvPicPr preferRelativeResize="0"/>
          <p:nvPr/>
        </p:nvPicPr>
        <p:blipFill>
          <a:blip r:embed="rId3">
            <a:alphaModFix/>
          </a:blip>
          <a:stretch>
            <a:fillRect/>
          </a:stretch>
        </p:blipFill>
        <p:spPr>
          <a:xfrm>
            <a:off x="8255075" y="0"/>
            <a:ext cx="888925" cy="88892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38"/>
          <p:cNvSpPr txBox="1"/>
          <p:nvPr>
            <p:ph type="title"/>
          </p:nvPr>
        </p:nvSpPr>
        <p:spPr>
          <a:xfrm>
            <a:off x="727650" y="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risc-v</a:t>
            </a:r>
            <a:endParaRPr/>
          </a:p>
        </p:txBody>
      </p:sp>
      <p:sp>
        <p:nvSpPr>
          <p:cNvPr id="264" name="Google Shape;264;p38"/>
          <p:cNvSpPr txBox="1"/>
          <p:nvPr>
            <p:ph idx="1" type="body"/>
          </p:nvPr>
        </p:nvSpPr>
        <p:spPr>
          <a:xfrm>
            <a:off x="599850" y="535200"/>
            <a:ext cx="7816500" cy="42942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b="1" lang="en" sz="2000">
                <a:solidFill>
                  <a:srgbClr val="000000"/>
                </a:solidFill>
              </a:rPr>
              <a:t>Direccionamiento de Memoria</a:t>
            </a:r>
            <a:endParaRPr b="1" sz="2000">
              <a:solidFill>
                <a:srgbClr val="000000"/>
              </a:solidFill>
            </a:endParaRPr>
          </a:p>
          <a:p>
            <a:pPr indent="-355600" lvl="0" marL="457200" rtl="0" algn="l">
              <a:spcBef>
                <a:spcPts val="1200"/>
              </a:spcBef>
              <a:spcAft>
                <a:spcPts val="0"/>
              </a:spcAft>
              <a:buClr>
                <a:srgbClr val="000000"/>
              </a:buClr>
              <a:buSzPts val="2000"/>
              <a:buFont typeface="Arial"/>
              <a:buChar char="●"/>
            </a:pPr>
            <a:r>
              <a:rPr b="1" lang="en" sz="2000">
                <a:solidFill>
                  <a:srgbClr val="000000"/>
                </a:solidFill>
              </a:rPr>
              <a:t>Espacio de Direcciones</a:t>
            </a:r>
            <a:r>
              <a:rPr lang="en" sz="2000">
                <a:solidFill>
                  <a:srgbClr val="000000"/>
                </a:solidFill>
              </a:rPr>
              <a:t>:</a:t>
            </a:r>
            <a:endParaRPr sz="2000">
              <a:solidFill>
                <a:srgbClr val="000000"/>
              </a:solidFill>
            </a:endParaRPr>
          </a:p>
          <a:p>
            <a:pPr indent="-355600" lvl="1" marL="914400" rtl="0" algn="l">
              <a:spcBef>
                <a:spcPts val="0"/>
              </a:spcBef>
              <a:spcAft>
                <a:spcPts val="0"/>
              </a:spcAft>
              <a:buClr>
                <a:srgbClr val="000000"/>
              </a:buClr>
              <a:buSzPts val="2000"/>
              <a:buFont typeface="Arial"/>
              <a:buChar char="○"/>
            </a:pPr>
            <a:r>
              <a:rPr b="1" lang="en" sz="2000">
                <a:solidFill>
                  <a:srgbClr val="000000"/>
                </a:solidFill>
              </a:rPr>
              <a:t>RV32</a:t>
            </a:r>
            <a:r>
              <a:rPr lang="en" sz="2000">
                <a:solidFill>
                  <a:srgbClr val="000000"/>
                </a:solidFill>
              </a:rPr>
              <a:t>: Usa direcciones de 32 bits, permitiendo un espacio de direcciones de hasta 4 GB.</a:t>
            </a:r>
            <a:endParaRPr sz="2000">
              <a:solidFill>
                <a:srgbClr val="000000"/>
              </a:solidFill>
            </a:endParaRPr>
          </a:p>
          <a:p>
            <a:pPr indent="-355600" lvl="1" marL="914400" rtl="0" algn="l">
              <a:spcBef>
                <a:spcPts val="0"/>
              </a:spcBef>
              <a:spcAft>
                <a:spcPts val="0"/>
              </a:spcAft>
              <a:buClr>
                <a:srgbClr val="000000"/>
              </a:buClr>
              <a:buSzPts val="2000"/>
              <a:buFont typeface="Arial"/>
              <a:buChar char="○"/>
            </a:pPr>
            <a:r>
              <a:rPr b="1" lang="en" sz="2000">
                <a:solidFill>
                  <a:srgbClr val="000000"/>
                </a:solidFill>
              </a:rPr>
              <a:t>RV64</a:t>
            </a:r>
            <a:r>
              <a:rPr lang="en" sz="2000">
                <a:solidFill>
                  <a:srgbClr val="000000"/>
                </a:solidFill>
              </a:rPr>
              <a:t>: Usa direcciones de 64 bits, permitiendo un espacio de direcciones de hasta 16 exabytes.</a:t>
            </a:r>
            <a:endParaRPr sz="2000">
              <a:solidFill>
                <a:srgbClr val="000000"/>
              </a:solidFill>
            </a:endParaRPr>
          </a:p>
          <a:p>
            <a:pPr indent="-355600" lvl="1" marL="914400" rtl="0" algn="l">
              <a:spcBef>
                <a:spcPts val="0"/>
              </a:spcBef>
              <a:spcAft>
                <a:spcPts val="0"/>
              </a:spcAft>
              <a:buClr>
                <a:srgbClr val="000000"/>
              </a:buClr>
              <a:buSzPts val="2000"/>
              <a:buFont typeface="Arial"/>
              <a:buChar char="○"/>
            </a:pPr>
            <a:r>
              <a:rPr b="1" lang="en" sz="2000">
                <a:solidFill>
                  <a:srgbClr val="000000"/>
                </a:solidFill>
              </a:rPr>
              <a:t>RV128</a:t>
            </a:r>
            <a:r>
              <a:rPr lang="en" sz="2000">
                <a:solidFill>
                  <a:srgbClr val="000000"/>
                </a:solidFill>
              </a:rPr>
              <a:t>: (Propuesta) Usa direcciones de 128 bits, para un espacio de direcciones extremadamente grande, aunque aún es experimental.</a:t>
            </a:r>
            <a:endParaRPr b="1" sz="2500">
              <a:solidFill>
                <a:srgbClr val="000000"/>
              </a:solidFill>
            </a:endParaRPr>
          </a:p>
          <a:p>
            <a:pPr indent="0" lvl="0" marL="0" rtl="0" algn="l">
              <a:spcBef>
                <a:spcPts val="1200"/>
              </a:spcBef>
              <a:spcAft>
                <a:spcPts val="0"/>
              </a:spcAft>
              <a:buNone/>
            </a:pPr>
            <a:r>
              <a:t/>
            </a:r>
            <a:endParaRPr sz="2400">
              <a:solidFill>
                <a:schemeClr val="dk2"/>
              </a:solidFill>
            </a:endParaRPr>
          </a:p>
        </p:txBody>
      </p:sp>
      <p:pic>
        <p:nvPicPr>
          <p:cNvPr id="265" name="Google Shape;265;p38"/>
          <p:cNvPicPr preferRelativeResize="0"/>
          <p:nvPr/>
        </p:nvPicPr>
        <p:blipFill>
          <a:blip r:embed="rId3">
            <a:alphaModFix/>
          </a:blip>
          <a:stretch>
            <a:fillRect/>
          </a:stretch>
        </p:blipFill>
        <p:spPr>
          <a:xfrm>
            <a:off x="8255075" y="0"/>
            <a:ext cx="888925" cy="88892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39"/>
          <p:cNvSpPr txBox="1"/>
          <p:nvPr>
            <p:ph type="title"/>
          </p:nvPr>
        </p:nvSpPr>
        <p:spPr>
          <a:xfrm>
            <a:off x="727650" y="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risc-v</a:t>
            </a:r>
            <a:endParaRPr/>
          </a:p>
        </p:txBody>
      </p:sp>
      <p:sp>
        <p:nvSpPr>
          <p:cNvPr id="271" name="Google Shape;271;p39"/>
          <p:cNvSpPr txBox="1"/>
          <p:nvPr>
            <p:ph idx="1" type="body"/>
          </p:nvPr>
        </p:nvSpPr>
        <p:spPr>
          <a:xfrm>
            <a:off x="599850" y="535200"/>
            <a:ext cx="7816500" cy="42942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b="1" lang="en" sz="1900">
                <a:solidFill>
                  <a:srgbClr val="000000"/>
                </a:solidFill>
              </a:rPr>
              <a:t>Modos de Dirección</a:t>
            </a:r>
            <a:r>
              <a:rPr lang="en" sz="1900">
                <a:solidFill>
                  <a:srgbClr val="000000"/>
                </a:solidFill>
              </a:rPr>
              <a:t>:</a:t>
            </a:r>
            <a:endParaRPr sz="1900">
              <a:solidFill>
                <a:srgbClr val="000000"/>
              </a:solidFill>
            </a:endParaRPr>
          </a:p>
          <a:p>
            <a:pPr indent="-349250" lvl="0" marL="457200" rtl="0" algn="l">
              <a:spcBef>
                <a:spcPts val="1200"/>
              </a:spcBef>
              <a:spcAft>
                <a:spcPts val="0"/>
              </a:spcAft>
              <a:buClr>
                <a:srgbClr val="000000"/>
              </a:buClr>
              <a:buSzPts val="1900"/>
              <a:buFont typeface="Arial"/>
              <a:buChar char="●"/>
            </a:pPr>
            <a:r>
              <a:rPr b="1" lang="en" sz="1900">
                <a:solidFill>
                  <a:srgbClr val="000000"/>
                </a:solidFill>
              </a:rPr>
              <a:t>Base+Offset</a:t>
            </a:r>
            <a:r>
              <a:rPr lang="en" sz="1900">
                <a:solidFill>
                  <a:srgbClr val="000000"/>
                </a:solidFill>
              </a:rPr>
              <a:t>: Direccionamiento sencillo basado en una base y un desplazamiento.</a:t>
            </a:r>
            <a:endParaRPr sz="1900">
              <a:solidFill>
                <a:srgbClr val="000000"/>
              </a:solidFill>
            </a:endParaRPr>
          </a:p>
          <a:p>
            <a:pPr indent="0" lvl="0" marL="457200" rtl="0" algn="l">
              <a:spcBef>
                <a:spcPts val="1200"/>
              </a:spcBef>
              <a:spcAft>
                <a:spcPts val="0"/>
              </a:spcAft>
              <a:buNone/>
            </a:pPr>
            <a:r>
              <a:t/>
            </a:r>
            <a:endParaRPr sz="1900">
              <a:solidFill>
                <a:srgbClr val="000000"/>
              </a:solidFill>
            </a:endParaRPr>
          </a:p>
          <a:p>
            <a:pPr indent="-349250" lvl="0" marL="457200" rtl="0" algn="l">
              <a:spcBef>
                <a:spcPts val="1200"/>
              </a:spcBef>
              <a:spcAft>
                <a:spcPts val="0"/>
              </a:spcAft>
              <a:buClr>
                <a:srgbClr val="000000"/>
              </a:buClr>
              <a:buSzPts val="1900"/>
              <a:buFont typeface="Arial"/>
              <a:buChar char="●"/>
            </a:pPr>
            <a:r>
              <a:rPr b="1" lang="en" sz="1900">
                <a:solidFill>
                  <a:srgbClr val="000000"/>
                </a:solidFill>
              </a:rPr>
              <a:t>Inmediato</a:t>
            </a:r>
            <a:r>
              <a:rPr lang="en" sz="1900">
                <a:solidFill>
                  <a:srgbClr val="000000"/>
                </a:solidFill>
              </a:rPr>
              <a:t>: Se utiliza un valor inmediato (constante) dentro de la instrucción para operar directamente.</a:t>
            </a:r>
            <a:endParaRPr sz="1900">
              <a:solidFill>
                <a:srgbClr val="000000"/>
              </a:solidFill>
            </a:endParaRPr>
          </a:p>
          <a:p>
            <a:pPr indent="0" lvl="0" marL="914400" rtl="0" algn="l">
              <a:spcBef>
                <a:spcPts val="1200"/>
              </a:spcBef>
              <a:spcAft>
                <a:spcPts val="0"/>
              </a:spcAft>
              <a:buNone/>
            </a:pPr>
            <a:r>
              <a:t/>
            </a:r>
            <a:endParaRPr b="1" sz="2800">
              <a:solidFill>
                <a:srgbClr val="000000"/>
              </a:solidFill>
            </a:endParaRPr>
          </a:p>
          <a:p>
            <a:pPr indent="0" lvl="0" marL="0" rtl="0" algn="l">
              <a:spcBef>
                <a:spcPts val="1200"/>
              </a:spcBef>
              <a:spcAft>
                <a:spcPts val="0"/>
              </a:spcAft>
              <a:buNone/>
            </a:pPr>
            <a:r>
              <a:t/>
            </a:r>
            <a:endParaRPr sz="3200">
              <a:solidFill>
                <a:schemeClr val="dk2"/>
              </a:solidFill>
            </a:endParaRPr>
          </a:p>
        </p:txBody>
      </p:sp>
      <p:pic>
        <p:nvPicPr>
          <p:cNvPr id="272" name="Google Shape;272;p39"/>
          <p:cNvPicPr preferRelativeResize="0"/>
          <p:nvPr/>
        </p:nvPicPr>
        <p:blipFill>
          <a:blip r:embed="rId3">
            <a:alphaModFix/>
          </a:blip>
          <a:stretch>
            <a:fillRect/>
          </a:stretch>
        </p:blipFill>
        <p:spPr>
          <a:xfrm>
            <a:off x="8255075" y="0"/>
            <a:ext cx="888925" cy="88892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40"/>
          <p:cNvSpPr txBox="1"/>
          <p:nvPr>
            <p:ph type="title"/>
          </p:nvPr>
        </p:nvSpPr>
        <p:spPr>
          <a:xfrm>
            <a:off x="727650" y="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risc-v</a:t>
            </a:r>
            <a:endParaRPr/>
          </a:p>
        </p:txBody>
      </p:sp>
      <p:sp>
        <p:nvSpPr>
          <p:cNvPr id="278" name="Google Shape;278;p40"/>
          <p:cNvSpPr txBox="1"/>
          <p:nvPr>
            <p:ph idx="1" type="body"/>
          </p:nvPr>
        </p:nvSpPr>
        <p:spPr>
          <a:xfrm>
            <a:off x="599850" y="535200"/>
            <a:ext cx="7816500" cy="42942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b="1" lang="en" sz="1700">
                <a:solidFill>
                  <a:srgbClr val="000000"/>
                </a:solidFill>
              </a:rPr>
              <a:t>Juego de Instrucciones</a:t>
            </a:r>
            <a:endParaRPr b="1" sz="1700">
              <a:solidFill>
                <a:srgbClr val="000000"/>
              </a:solidFill>
            </a:endParaRPr>
          </a:p>
          <a:p>
            <a:pPr indent="-336550" lvl="0" marL="457200" rtl="0" algn="l">
              <a:spcBef>
                <a:spcPts val="1200"/>
              </a:spcBef>
              <a:spcAft>
                <a:spcPts val="0"/>
              </a:spcAft>
              <a:buClr>
                <a:srgbClr val="000000"/>
              </a:buClr>
              <a:buSzPts val="1700"/>
              <a:buFont typeface="Arial"/>
              <a:buChar char="●"/>
            </a:pPr>
            <a:r>
              <a:rPr b="1" lang="en" sz="1700">
                <a:solidFill>
                  <a:srgbClr val="000000"/>
                </a:solidFill>
              </a:rPr>
              <a:t>Instrucciones Aritméticas</a:t>
            </a:r>
            <a:r>
              <a:rPr lang="en" sz="1700">
                <a:solidFill>
                  <a:srgbClr val="000000"/>
                </a:solidFill>
              </a:rPr>
              <a:t>: </a:t>
            </a:r>
            <a:r>
              <a:rPr lang="en" sz="1700">
                <a:solidFill>
                  <a:srgbClr val="188038"/>
                </a:solidFill>
              </a:rPr>
              <a:t>ADD</a:t>
            </a:r>
            <a:r>
              <a:rPr lang="en" sz="1700">
                <a:solidFill>
                  <a:srgbClr val="000000"/>
                </a:solidFill>
              </a:rPr>
              <a:t>, </a:t>
            </a:r>
            <a:r>
              <a:rPr lang="en" sz="1700">
                <a:solidFill>
                  <a:srgbClr val="188038"/>
                </a:solidFill>
              </a:rPr>
              <a:t>SUB</a:t>
            </a:r>
            <a:r>
              <a:rPr lang="en" sz="1700">
                <a:solidFill>
                  <a:srgbClr val="000000"/>
                </a:solidFill>
              </a:rPr>
              <a:t>, </a:t>
            </a:r>
            <a:r>
              <a:rPr lang="en" sz="1700">
                <a:solidFill>
                  <a:srgbClr val="188038"/>
                </a:solidFill>
              </a:rPr>
              <a:t>MUL</a:t>
            </a:r>
            <a:r>
              <a:rPr lang="en" sz="1700">
                <a:solidFill>
                  <a:srgbClr val="000000"/>
                </a:solidFill>
              </a:rPr>
              <a:t>, </a:t>
            </a:r>
            <a:r>
              <a:rPr lang="en" sz="1700">
                <a:solidFill>
                  <a:srgbClr val="188038"/>
                </a:solidFill>
              </a:rPr>
              <a:t>DIV</a:t>
            </a:r>
            <a:r>
              <a:rPr lang="en" sz="1700">
                <a:solidFill>
                  <a:srgbClr val="000000"/>
                </a:solidFill>
              </a:rPr>
              <a:t>, </a:t>
            </a:r>
            <a:r>
              <a:rPr lang="en" sz="1700">
                <a:solidFill>
                  <a:srgbClr val="188038"/>
                </a:solidFill>
              </a:rPr>
              <a:t>REM</a:t>
            </a:r>
            <a:r>
              <a:rPr lang="en" sz="1700">
                <a:solidFill>
                  <a:srgbClr val="000000"/>
                </a:solidFill>
              </a:rPr>
              <a:t> (resto de la división).</a:t>
            </a:r>
            <a:endParaRPr sz="1700">
              <a:solidFill>
                <a:srgbClr val="000000"/>
              </a:solidFill>
            </a:endParaRPr>
          </a:p>
          <a:p>
            <a:pPr indent="-336550" lvl="0" marL="457200" rtl="0" algn="l">
              <a:spcBef>
                <a:spcPts val="0"/>
              </a:spcBef>
              <a:spcAft>
                <a:spcPts val="0"/>
              </a:spcAft>
              <a:buClr>
                <a:srgbClr val="000000"/>
              </a:buClr>
              <a:buSzPts val="1700"/>
              <a:buFont typeface="Arial"/>
              <a:buChar char="●"/>
            </a:pPr>
            <a:r>
              <a:rPr b="1" lang="en" sz="1700">
                <a:solidFill>
                  <a:srgbClr val="000000"/>
                </a:solidFill>
              </a:rPr>
              <a:t>Instrucciones Lógicas</a:t>
            </a:r>
            <a:r>
              <a:rPr lang="en" sz="1700">
                <a:solidFill>
                  <a:srgbClr val="000000"/>
                </a:solidFill>
              </a:rPr>
              <a:t>: </a:t>
            </a:r>
            <a:r>
              <a:rPr lang="en" sz="1700">
                <a:solidFill>
                  <a:srgbClr val="188038"/>
                </a:solidFill>
              </a:rPr>
              <a:t>AND</a:t>
            </a:r>
            <a:r>
              <a:rPr lang="en" sz="1700">
                <a:solidFill>
                  <a:srgbClr val="000000"/>
                </a:solidFill>
              </a:rPr>
              <a:t>, </a:t>
            </a:r>
            <a:r>
              <a:rPr lang="en" sz="1700">
                <a:solidFill>
                  <a:srgbClr val="188038"/>
                </a:solidFill>
              </a:rPr>
              <a:t>OR</a:t>
            </a:r>
            <a:r>
              <a:rPr lang="en" sz="1700">
                <a:solidFill>
                  <a:srgbClr val="000000"/>
                </a:solidFill>
              </a:rPr>
              <a:t>, </a:t>
            </a:r>
            <a:r>
              <a:rPr lang="en" sz="1700">
                <a:solidFill>
                  <a:srgbClr val="188038"/>
                </a:solidFill>
              </a:rPr>
              <a:t>XOR</a:t>
            </a:r>
            <a:r>
              <a:rPr lang="en" sz="1700">
                <a:solidFill>
                  <a:srgbClr val="000000"/>
                </a:solidFill>
              </a:rPr>
              <a:t>, </a:t>
            </a:r>
            <a:r>
              <a:rPr lang="en" sz="1700">
                <a:solidFill>
                  <a:srgbClr val="188038"/>
                </a:solidFill>
              </a:rPr>
              <a:t>NOT</a:t>
            </a:r>
            <a:r>
              <a:rPr lang="en" sz="1700">
                <a:solidFill>
                  <a:srgbClr val="000000"/>
                </a:solidFill>
              </a:rPr>
              <a:t>, </a:t>
            </a:r>
            <a:r>
              <a:rPr lang="en" sz="1700">
                <a:solidFill>
                  <a:srgbClr val="188038"/>
                </a:solidFill>
              </a:rPr>
              <a:t>SLL</a:t>
            </a:r>
            <a:r>
              <a:rPr lang="en" sz="1700">
                <a:solidFill>
                  <a:srgbClr val="000000"/>
                </a:solidFill>
              </a:rPr>
              <a:t> (desplazamiento lógico a la izquierda), </a:t>
            </a:r>
            <a:r>
              <a:rPr lang="en" sz="1700">
                <a:solidFill>
                  <a:srgbClr val="188038"/>
                </a:solidFill>
              </a:rPr>
              <a:t>SRL</a:t>
            </a:r>
            <a:r>
              <a:rPr lang="en" sz="1700">
                <a:solidFill>
                  <a:srgbClr val="000000"/>
                </a:solidFill>
              </a:rPr>
              <a:t> (desplazamiento lógico a la derecha), </a:t>
            </a:r>
            <a:r>
              <a:rPr lang="en" sz="1700">
                <a:solidFill>
                  <a:srgbClr val="188038"/>
                </a:solidFill>
              </a:rPr>
              <a:t>SRA</a:t>
            </a:r>
            <a:r>
              <a:rPr lang="en" sz="1700">
                <a:solidFill>
                  <a:srgbClr val="000000"/>
                </a:solidFill>
              </a:rPr>
              <a:t> (desplazamiento aritmético a la derecha).</a:t>
            </a:r>
            <a:endParaRPr sz="1700">
              <a:solidFill>
                <a:srgbClr val="000000"/>
              </a:solidFill>
            </a:endParaRPr>
          </a:p>
          <a:p>
            <a:pPr indent="-336550" lvl="0" marL="457200" rtl="0" algn="l">
              <a:spcBef>
                <a:spcPts val="0"/>
              </a:spcBef>
              <a:spcAft>
                <a:spcPts val="0"/>
              </a:spcAft>
              <a:buClr>
                <a:srgbClr val="000000"/>
              </a:buClr>
              <a:buSzPts val="1700"/>
              <a:buFont typeface="Arial"/>
              <a:buChar char="●"/>
            </a:pPr>
            <a:r>
              <a:rPr b="1" lang="en" sz="1700">
                <a:solidFill>
                  <a:srgbClr val="000000"/>
                </a:solidFill>
              </a:rPr>
              <a:t>Instrucciones de Control de Flujo</a:t>
            </a:r>
            <a:r>
              <a:rPr lang="en" sz="1700">
                <a:solidFill>
                  <a:srgbClr val="000000"/>
                </a:solidFill>
              </a:rPr>
              <a:t>: </a:t>
            </a:r>
            <a:r>
              <a:rPr lang="en" sz="1700">
                <a:solidFill>
                  <a:srgbClr val="188038"/>
                </a:solidFill>
              </a:rPr>
              <a:t>JAL</a:t>
            </a:r>
            <a:r>
              <a:rPr lang="en" sz="1700">
                <a:solidFill>
                  <a:srgbClr val="000000"/>
                </a:solidFill>
              </a:rPr>
              <a:t> (salto y enlace), </a:t>
            </a:r>
            <a:r>
              <a:rPr lang="en" sz="1700">
                <a:solidFill>
                  <a:srgbClr val="188038"/>
                </a:solidFill>
              </a:rPr>
              <a:t>JALR</a:t>
            </a:r>
            <a:r>
              <a:rPr lang="en" sz="1700">
                <a:solidFill>
                  <a:srgbClr val="000000"/>
                </a:solidFill>
              </a:rPr>
              <a:t> (salto y enlace a registro), </a:t>
            </a:r>
            <a:r>
              <a:rPr lang="en" sz="1700">
                <a:solidFill>
                  <a:srgbClr val="188038"/>
                </a:solidFill>
              </a:rPr>
              <a:t>BEQ</a:t>
            </a:r>
            <a:r>
              <a:rPr lang="en" sz="1700">
                <a:solidFill>
                  <a:srgbClr val="000000"/>
                </a:solidFill>
              </a:rPr>
              <a:t>, </a:t>
            </a:r>
            <a:r>
              <a:rPr lang="en" sz="1700">
                <a:solidFill>
                  <a:srgbClr val="188038"/>
                </a:solidFill>
              </a:rPr>
              <a:t>BNE</a:t>
            </a:r>
            <a:r>
              <a:rPr lang="en" sz="1700">
                <a:solidFill>
                  <a:srgbClr val="000000"/>
                </a:solidFill>
              </a:rPr>
              <a:t>, </a:t>
            </a:r>
            <a:r>
              <a:rPr lang="en" sz="1700">
                <a:solidFill>
                  <a:srgbClr val="188038"/>
                </a:solidFill>
              </a:rPr>
              <a:t>BLT</a:t>
            </a:r>
            <a:r>
              <a:rPr lang="en" sz="1700">
                <a:solidFill>
                  <a:srgbClr val="000000"/>
                </a:solidFill>
              </a:rPr>
              <a:t>, </a:t>
            </a:r>
            <a:r>
              <a:rPr lang="en" sz="1700">
                <a:solidFill>
                  <a:srgbClr val="188038"/>
                </a:solidFill>
              </a:rPr>
              <a:t>BGE</a:t>
            </a:r>
            <a:r>
              <a:rPr lang="en" sz="1700">
                <a:solidFill>
                  <a:srgbClr val="000000"/>
                </a:solidFill>
              </a:rPr>
              <a:t> (instrucciones de comparación y salto condicional).</a:t>
            </a:r>
            <a:endParaRPr sz="1700">
              <a:solidFill>
                <a:srgbClr val="000000"/>
              </a:solidFill>
            </a:endParaRPr>
          </a:p>
          <a:p>
            <a:pPr indent="-336550" lvl="0" marL="457200" rtl="0" algn="l">
              <a:spcBef>
                <a:spcPts val="0"/>
              </a:spcBef>
              <a:spcAft>
                <a:spcPts val="0"/>
              </a:spcAft>
              <a:buClr>
                <a:srgbClr val="000000"/>
              </a:buClr>
              <a:buSzPts val="1700"/>
              <a:buFont typeface="Arial"/>
              <a:buChar char="●"/>
            </a:pPr>
            <a:r>
              <a:rPr b="1" lang="en" sz="1700">
                <a:solidFill>
                  <a:srgbClr val="000000"/>
                </a:solidFill>
              </a:rPr>
              <a:t>Instrucciones de Acceso a Memoria</a:t>
            </a:r>
            <a:r>
              <a:rPr lang="en" sz="1700">
                <a:solidFill>
                  <a:srgbClr val="000000"/>
                </a:solidFill>
              </a:rPr>
              <a:t>: </a:t>
            </a:r>
            <a:r>
              <a:rPr lang="en" sz="1700">
                <a:solidFill>
                  <a:srgbClr val="188038"/>
                </a:solidFill>
              </a:rPr>
              <a:t>LW</a:t>
            </a:r>
            <a:r>
              <a:rPr lang="en" sz="1700">
                <a:solidFill>
                  <a:srgbClr val="000000"/>
                </a:solidFill>
              </a:rPr>
              <a:t> (load word), </a:t>
            </a:r>
            <a:r>
              <a:rPr lang="en" sz="1700">
                <a:solidFill>
                  <a:srgbClr val="188038"/>
                </a:solidFill>
              </a:rPr>
              <a:t>SW</a:t>
            </a:r>
            <a:r>
              <a:rPr lang="en" sz="1700">
                <a:solidFill>
                  <a:srgbClr val="000000"/>
                </a:solidFill>
              </a:rPr>
              <a:t> (store word), </a:t>
            </a:r>
            <a:r>
              <a:rPr lang="en" sz="1700">
                <a:solidFill>
                  <a:srgbClr val="188038"/>
                </a:solidFill>
              </a:rPr>
              <a:t>LB</a:t>
            </a:r>
            <a:r>
              <a:rPr lang="en" sz="1700">
                <a:solidFill>
                  <a:srgbClr val="000000"/>
                </a:solidFill>
              </a:rPr>
              <a:t>, </a:t>
            </a:r>
            <a:r>
              <a:rPr lang="en" sz="1700">
                <a:solidFill>
                  <a:srgbClr val="188038"/>
                </a:solidFill>
              </a:rPr>
              <a:t>SB</a:t>
            </a:r>
            <a:r>
              <a:rPr lang="en" sz="1700">
                <a:solidFill>
                  <a:srgbClr val="000000"/>
                </a:solidFill>
              </a:rPr>
              <a:t> (load/store byte), con soporte para diferentes tamaños de datos.</a:t>
            </a:r>
            <a:endParaRPr b="1" sz="2600">
              <a:solidFill>
                <a:srgbClr val="000000"/>
              </a:solidFill>
            </a:endParaRPr>
          </a:p>
          <a:p>
            <a:pPr indent="0" lvl="0" marL="0" rtl="0" algn="l">
              <a:spcBef>
                <a:spcPts val="1200"/>
              </a:spcBef>
              <a:spcAft>
                <a:spcPts val="0"/>
              </a:spcAft>
              <a:buNone/>
            </a:pPr>
            <a:r>
              <a:t/>
            </a:r>
            <a:endParaRPr sz="3000">
              <a:solidFill>
                <a:schemeClr val="dk2"/>
              </a:solidFill>
            </a:endParaRPr>
          </a:p>
        </p:txBody>
      </p:sp>
      <p:pic>
        <p:nvPicPr>
          <p:cNvPr id="279" name="Google Shape;279;p40"/>
          <p:cNvPicPr preferRelativeResize="0"/>
          <p:nvPr/>
        </p:nvPicPr>
        <p:blipFill>
          <a:blip r:embed="rId3">
            <a:alphaModFix/>
          </a:blip>
          <a:stretch>
            <a:fillRect/>
          </a:stretch>
        </p:blipFill>
        <p:spPr>
          <a:xfrm>
            <a:off x="8255075" y="0"/>
            <a:ext cx="888925" cy="888925"/>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41"/>
          <p:cNvSpPr txBox="1"/>
          <p:nvPr>
            <p:ph type="title"/>
          </p:nvPr>
        </p:nvSpPr>
        <p:spPr>
          <a:xfrm>
            <a:off x="727650" y="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risc-v</a:t>
            </a:r>
            <a:endParaRPr/>
          </a:p>
        </p:txBody>
      </p:sp>
      <p:sp>
        <p:nvSpPr>
          <p:cNvPr id="285" name="Google Shape;285;p41"/>
          <p:cNvSpPr txBox="1"/>
          <p:nvPr>
            <p:ph idx="1" type="body"/>
          </p:nvPr>
        </p:nvSpPr>
        <p:spPr>
          <a:xfrm>
            <a:off x="599850" y="535200"/>
            <a:ext cx="7816500" cy="42942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b="1" lang="en" sz="1700">
                <a:solidFill>
                  <a:srgbClr val="000000"/>
                </a:solidFill>
              </a:rPr>
              <a:t>Virtualización de Memoria</a:t>
            </a:r>
            <a:endParaRPr b="1" sz="1700">
              <a:solidFill>
                <a:srgbClr val="000000"/>
              </a:solidFill>
            </a:endParaRPr>
          </a:p>
          <a:p>
            <a:pPr indent="-336550" lvl="0" marL="457200" rtl="0" algn="l">
              <a:spcBef>
                <a:spcPts val="1200"/>
              </a:spcBef>
              <a:spcAft>
                <a:spcPts val="0"/>
              </a:spcAft>
              <a:buClr>
                <a:srgbClr val="000000"/>
              </a:buClr>
              <a:buSzPts val="1700"/>
              <a:buFont typeface="Arial"/>
              <a:buChar char="●"/>
            </a:pPr>
            <a:r>
              <a:rPr b="1" lang="en" sz="1700">
                <a:solidFill>
                  <a:srgbClr val="000000"/>
                </a:solidFill>
              </a:rPr>
              <a:t>Paginación y Segmentación</a:t>
            </a:r>
            <a:r>
              <a:rPr lang="en" sz="1700">
                <a:solidFill>
                  <a:srgbClr val="000000"/>
                </a:solidFill>
              </a:rPr>
              <a:t>:</a:t>
            </a:r>
            <a:endParaRPr sz="1700">
              <a:solidFill>
                <a:srgbClr val="000000"/>
              </a:solidFill>
            </a:endParaRPr>
          </a:p>
          <a:p>
            <a:pPr indent="-336550" lvl="1" marL="914400" rtl="0" algn="l">
              <a:spcBef>
                <a:spcPts val="0"/>
              </a:spcBef>
              <a:spcAft>
                <a:spcPts val="0"/>
              </a:spcAft>
              <a:buClr>
                <a:srgbClr val="000000"/>
              </a:buClr>
              <a:buSzPts val="1700"/>
              <a:buFont typeface="Lato"/>
              <a:buChar char="○"/>
            </a:pPr>
            <a:r>
              <a:rPr lang="en" sz="1700">
                <a:solidFill>
                  <a:srgbClr val="000000"/>
                </a:solidFill>
              </a:rPr>
              <a:t>RISC-V soporta la paginación de memoria con tamaños de página configurables (4 KB, 2 MB, 1 GB).</a:t>
            </a:r>
            <a:endParaRPr sz="1700">
              <a:solidFill>
                <a:srgbClr val="000000"/>
              </a:solidFill>
            </a:endParaRPr>
          </a:p>
          <a:p>
            <a:pPr indent="-336550" lvl="1" marL="914400" rtl="0" algn="l">
              <a:spcBef>
                <a:spcPts val="0"/>
              </a:spcBef>
              <a:spcAft>
                <a:spcPts val="0"/>
              </a:spcAft>
              <a:buClr>
                <a:srgbClr val="000000"/>
              </a:buClr>
              <a:buSzPts val="1700"/>
              <a:buFont typeface="Lato"/>
              <a:buChar char="○"/>
            </a:pPr>
            <a:r>
              <a:rPr lang="en" sz="1700">
                <a:solidFill>
                  <a:srgbClr val="000000"/>
                </a:solidFill>
              </a:rPr>
              <a:t>El ISA define modos de paginación como Sv32 (32 bits), Sv39 y Sv48 (para 64 bits), que gestionan el espacio de direcciones virtual y permiten la traducción a direcciones físicas.</a:t>
            </a:r>
            <a:endParaRPr sz="1700">
              <a:solidFill>
                <a:srgbClr val="000000"/>
              </a:solidFill>
            </a:endParaRPr>
          </a:p>
          <a:p>
            <a:pPr indent="0" lvl="0" marL="914400" rtl="0" algn="l">
              <a:spcBef>
                <a:spcPts val="1200"/>
              </a:spcBef>
              <a:spcAft>
                <a:spcPts val="0"/>
              </a:spcAft>
              <a:buNone/>
            </a:pPr>
            <a:r>
              <a:t/>
            </a:r>
            <a:endParaRPr sz="1700">
              <a:solidFill>
                <a:srgbClr val="000000"/>
              </a:solidFill>
            </a:endParaRPr>
          </a:p>
          <a:p>
            <a:pPr indent="-336550" lvl="0" marL="457200" rtl="0" algn="l">
              <a:spcBef>
                <a:spcPts val="1200"/>
              </a:spcBef>
              <a:spcAft>
                <a:spcPts val="0"/>
              </a:spcAft>
              <a:buClr>
                <a:srgbClr val="000000"/>
              </a:buClr>
              <a:buSzPts val="1700"/>
              <a:buFont typeface="Arial"/>
              <a:buChar char="●"/>
            </a:pPr>
            <a:r>
              <a:rPr b="1" lang="en" sz="1700">
                <a:solidFill>
                  <a:srgbClr val="000000"/>
                </a:solidFill>
              </a:rPr>
              <a:t>Tabla de Páginas</a:t>
            </a:r>
            <a:r>
              <a:rPr lang="en" sz="1700">
                <a:solidFill>
                  <a:srgbClr val="000000"/>
                </a:solidFill>
              </a:rPr>
              <a:t>: Utiliza una estructura jerárquica de tablas de páginas para traducir direcciones virtuales a físicas, permitiendo un acceso eficiente y seguro a la memoria.</a:t>
            </a:r>
            <a:endParaRPr sz="1700">
              <a:solidFill>
                <a:srgbClr val="000000"/>
              </a:solidFill>
            </a:endParaRPr>
          </a:p>
          <a:p>
            <a:pPr indent="0" lvl="0" marL="0" rtl="0" algn="l">
              <a:spcBef>
                <a:spcPts val="1200"/>
              </a:spcBef>
              <a:spcAft>
                <a:spcPts val="1200"/>
              </a:spcAft>
              <a:buNone/>
            </a:pPr>
            <a:r>
              <a:t/>
            </a:r>
            <a:endParaRPr sz="3000">
              <a:solidFill>
                <a:schemeClr val="dk2"/>
              </a:solidFill>
            </a:endParaRPr>
          </a:p>
        </p:txBody>
      </p:sp>
      <p:pic>
        <p:nvPicPr>
          <p:cNvPr id="286" name="Google Shape;286;p41"/>
          <p:cNvPicPr preferRelativeResize="0"/>
          <p:nvPr/>
        </p:nvPicPr>
        <p:blipFill>
          <a:blip r:embed="rId3">
            <a:alphaModFix/>
          </a:blip>
          <a:stretch>
            <a:fillRect/>
          </a:stretch>
        </p:blipFill>
        <p:spPr>
          <a:xfrm>
            <a:off x="8255075" y="0"/>
            <a:ext cx="888925" cy="88892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42"/>
          <p:cNvSpPr txBox="1"/>
          <p:nvPr>
            <p:ph type="title"/>
          </p:nvPr>
        </p:nvSpPr>
        <p:spPr>
          <a:xfrm>
            <a:off x="727650" y="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risc-v</a:t>
            </a:r>
            <a:endParaRPr/>
          </a:p>
        </p:txBody>
      </p:sp>
      <p:sp>
        <p:nvSpPr>
          <p:cNvPr id="292" name="Google Shape;292;p42"/>
          <p:cNvSpPr txBox="1"/>
          <p:nvPr>
            <p:ph idx="1" type="body"/>
          </p:nvPr>
        </p:nvSpPr>
        <p:spPr>
          <a:xfrm>
            <a:off x="599850" y="535200"/>
            <a:ext cx="7816500" cy="42942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b="1" lang="en" sz="1700">
                <a:solidFill>
                  <a:srgbClr val="000000"/>
                </a:solidFill>
              </a:rPr>
              <a:t>Interrupciones y Excepciones</a:t>
            </a:r>
            <a:endParaRPr b="1" sz="1700">
              <a:solidFill>
                <a:srgbClr val="000000"/>
              </a:solidFill>
            </a:endParaRPr>
          </a:p>
          <a:p>
            <a:pPr indent="-336550" lvl="0" marL="457200" rtl="0" algn="l">
              <a:spcBef>
                <a:spcPts val="1200"/>
              </a:spcBef>
              <a:spcAft>
                <a:spcPts val="0"/>
              </a:spcAft>
              <a:buClr>
                <a:srgbClr val="000000"/>
              </a:buClr>
              <a:buSzPts val="1700"/>
              <a:buFont typeface="Arial"/>
              <a:buChar char="●"/>
            </a:pPr>
            <a:r>
              <a:rPr b="1" lang="en" sz="1700">
                <a:solidFill>
                  <a:srgbClr val="000000"/>
                </a:solidFill>
              </a:rPr>
              <a:t>Manejo de Excepciones</a:t>
            </a:r>
            <a:r>
              <a:rPr lang="en" sz="1700">
                <a:solidFill>
                  <a:srgbClr val="000000"/>
                </a:solidFill>
              </a:rPr>
              <a:t>: RISC-V define un conjunto de vectores de excepciones que manejan situaciones como fallos de página, instrucciones ilegales, y desbordamientos.</a:t>
            </a:r>
            <a:endParaRPr sz="1700">
              <a:solidFill>
                <a:srgbClr val="000000"/>
              </a:solidFill>
            </a:endParaRPr>
          </a:p>
          <a:p>
            <a:pPr indent="0" lvl="0" marL="0" rtl="0" algn="l">
              <a:spcBef>
                <a:spcPts val="1200"/>
              </a:spcBef>
              <a:spcAft>
                <a:spcPts val="0"/>
              </a:spcAft>
              <a:buNone/>
            </a:pPr>
            <a:r>
              <a:t/>
            </a:r>
            <a:endParaRPr sz="1700">
              <a:solidFill>
                <a:srgbClr val="000000"/>
              </a:solidFill>
            </a:endParaRPr>
          </a:p>
          <a:p>
            <a:pPr indent="-336550" lvl="0" marL="457200" rtl="0" algn="l">
              <a:spcBef>
                <a:spcPts val="1200"/>
              </a:spcBef>
              <a:spcAft>
                <a:spcPts val="0"/>
              </a:spcAft>
              <a:buClr>
                <a:srgbClr val="000000"/>
              </a:buClr>
              <a:buSzPts val="1700"/>
              <a:buFont typeface="Arial"/>
              <a:buChar char="●"/>
            </a:pPr>
            <a:r>
              <a:rPr b="1" lang="en" sz="1700">
                <a:solidFill>
                  <a:srgbClr val="000000"/>
                </a:solidFill>
              </a:rPr>
              <a:t>CSR (Control and Status Registers)</a:t>
            </a:r>
            <a:r>
              <a:rPr lang="en" sz="1700">
                <a:solidFill>
                  <a:srgbClr val="000000"/>
                </a:solidFill>
              </a:rPr>
              <a:t>: RISC-V usa CSRs para gestionar interrupciones, excepciones y el estado del sistema, permitiendo un control detallado y seguro.</a:t>
            </a:r>
            <a:endParaRPr b="1" sz="2300">
              <a:solidFill>
                <a:srgbClr val="000000"/>
              </a:solidFill>
            </a:endParaRPr>
          </a:p>
          <a:p>
            <a:pPr indent="0" lvl="0" marL="0" rtl="0" algn="l">
              <a:spcBef>
                <a:spcPts val="1200"/>
              </a:spcBef>
              <a:spcAft>
                <a:spcPts val="1200"/>
              </a:spcAft>
              <a:buNone/>
            </a:pPr>
            <a:r>
              <a:t/>
            </a:r>
            <a:endParaRPr sz="3000">
              <a:solidFill>
                <a:schemeClr val="dk2"/>
              </a:solidFill>
            </a:endParaRPr>
          </a:p>
        </p:txBody>
      </p:sp>
      <p:pic>
        <p:nvPicPr>
          <p:cNvPr id="293" name="Google Shape;293;p42"/>
          <p:cNvPicPr preferRelativeResize="0"/>
          <p:nvPr/>
        </p:nvPicPr>
        <p:blipFill>
          <a:blip r:embed="rId3">
            <a:alphaModFix/>
          </a:blip>
          <a:stretch>
            <a:fillRect/>
          </a:stretch>
        </p:blipFill>
        <p:spPr>
          <a:xfrm>
            <a:off x="8255075" y="0"/>
            <a:ext cx="888925" cy="888925"/>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43"/>
          <p:cNvSpPr txBox="1"/>
          <p:nvPr>
            <p:ph type="title"/>
          </p:nvPr>
        </p:nvSpPr>
        <p:spPr>
          <a:xfrm>
            <a:off x="727650" y="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risc-v</a:t>
            </a:r>
            <a:endParaRPr/>
          </a:p>
        </p:txBody>
      </p:sp>
      <p:sp>
        <p:nvSpPr>
          <p:cNvPr id="299" name="Google Shape;299;p43"/>
          <p:cNvSpPr txBox="1"/>
          <p:nvPr>
            <p:ph idx="1" type="body"/>
          </p:nvPr>
        </p:nvSpPr>
        <p:spPr>
          <a:xfrm>
            <a:off x="599850" y="535200"/>
            <a:ext cx="7816500" cy="4294200"/>
          </a:xfrm>
          <a:prstGeom prst="rect">
            <a:avLst/>
          </a:prstGeom>
        </p:spPr>
        <p:txBody>
          <a:bodyPr anchorCtr="0" anchor="t" bIns="91425" lIns="91425" spcFirstLastPara="1" rIns="91425" wrap="square" tIns="91425">
            <a:normAutofit/>
          </a:bodyPr>
          <a:lstStyle/>
          <a:p>
            <a:pPr indent="-336550" lvl="0" marL="457200" rtl="0" algn="l">
              <a:spcBef>
                <a:spcPts val="0"/>
              </a:spcBef>
              <a:spcAft>
                <a:spcPts val="0"/>
              </a:spcAft>
              <a:buClr>
                <a:schemeClr val="dk2"/>
              </a:buClr>
              <a:buSzPts val="1700"/>
              <a:buChar char="●"/>
            </a:pPr>
            <a:r>
              <a:rPr lang="en" sz="1700">
                <a:solidFill>
                  <a:schemeClr val="dk2"/>
                </a:solidFill>
              </a:rPr>
              <a:t>Soporta tanto implementaciones de 32 bits como de 64 y 128 bits</a:t>
            </a:r>
            <a:endParaRPr sz="1700">
              <a:solidFill>
                <a:schemeClr val="dk2"/>
              </a:solidFill>
            </a:endParaRPr>
          </a:p>
          <a:p>
            <a:pPr indent="-336550" lvl="0" marL="457200" rtl="0" algn="l">
              <a:spcBef>
                <a:spcPts val="0"/>
              </a:spcBef>
              <a:spcAft>
                <a:spcPts val="0"/>
              </a:spcAft>
              <a:buClr>
                <a:schemeClr val="dk2"/>
              </a:buClr>
              <a:buSzPts val="1700"/>
              <a:buChar char="●"/>
            </a:pPr>
            <a:r>
              <a:rPr lang="en" sz="1700">
                <a:solidFill>
                  <a:schemeClr val="dk2"/>
                </a:solidFill>
              </a:rPr>
              <a:t>32 registros de proposito general</a:t>
            </a:r>
            <a:endParaRPr sz="1700">
              <a:solidFill>
                <a:schemeClr val="dk2"/>
              </a:solidFill>
            </a:endParaRPr>
          </a:p>
          <a:p>
            <a:pPr indent="-336550" lvl="0" marL="457200" rtl="0" algn="l">
              <a:spcBef>
                <a:spcPts val="0"/>
              </a:spcBef>
              <a:spcAft>
                <a:spcPts val="0"/>
              </a:spcAft>
              <a:buClr>
                <a:schemeClr val="dk2"/>
              </a:buClr>
              <a:buSzPts val="1700"/>
              <a:buChar char="●"/>
            </a:pPr>
            <a:r>
              <a:rPr lang="en" sz="1700">
                <a:solidFill>
                  <a:schemeClr val="dk2"/>
                </a:solidFill>
              </a:rPr>
              <a:t>3 modos de ejecución: M, S y U</a:t>
            </a:r>
            <a:endParaRPr sz="1700">
              <a:solidFill>
                <a:schemeClr val="dk2"/>
              </a:solidFill>
            </a:endParaRPr>
          </a:p>
          <a:p>
            <a:pPr indent="-336550" lvl="0" marL="457200" rtl="0" algn="l">
              <a:spcBef>
                <a:spcPts val="0"/>
              </a:spcBef>
              <a:spcAft>
                <a:spcPts val="0"/>
              </a:spcAft>
              <a:buClr>
                <a:schemeClr val="dk2"/>
              </a:buClr>
              <a:buSzPts val="1700"/>
              <a:buChar char="●"/>
            </a:pPr>
            <a:r>
              <a:rPr lang="en" sz="1700">
                <a:solidFill>
                  <a:schemeClr val="dk2"/>
                </a:solidFill>
              </a:rPr>
              <a:t>Interrupciones</a:t>
            </a:r>
            <a:endParaRPr sz="1700">
              <a:solidFill>
                <a:schemeClr val="dk2"/>
              </a:solidFill>
            </a:endParaRPr>
          </a:p>
          <a:p>
            <a:pPr indent="-336550" lvl="0" marL="457200" rtl="0" algn="l">
              <a:spcBef>
                <a:spcPts val="0"/>
              </a:spcBef>
              <a:spcAft>
                <a:spcPts val="0"/>
              </a:spcAft>
              <a:buClr>
                <a:schemeClr val="dk2"/>
              </a:buClr>
              <a:buSzPts val="1700"/>
              <a:buChar char="●"/>
            </a:pPr>
            <a:r>
              <a:rPr lang="en" sz="1700">
                <a:solidFill>
                  <a:schemeClr val="dk2"/>
                </a:solidFill>
              </a:rPr>
              <a:t>Virtualización de memoria: paginación </a:t>
            </a:r>
            <a:endParaRPr sz="1700">
              <a:solidFill>
                <a:schemeClr val="dk2"/>
              </a:solidFill>
            </a:endParaRPr>
          </a:p>
          <a:p>
            <a:pPr indent="-336550" lvl="0" marL="457200" rtl="0" algn="l">
              <a:spcBef>
                <a:spcPts val="0"/>
              </a:spcBef>
              <a:spcAft>
                <a:spcPts val="0"/>
              </a:spcAft>
              <a:buClr>
                <a:schemeClr val="dk2"/>
              </a:buClr>
              <a:buSzPts val="1700"/>
              <a:buChar char="●"/>
            </a:pPr>
            <a:r>
              <a:rPr lang="en" sz="1700">
                <a:solidFill>
                  <a:schemeClr val="dk2"/>
                </a:solidFill>
              </a:rPr>
              <a:t>Enfocado en:</a:t>
            </a:r>
            <a:endParaRPr sz="1700">
              <a:solidFill>
                <a:schemeClr val="dk2"/>
              </a:solidFill>
            </a:endParaRPr>
          </a:p>
          <a:p>
            <a:pPr indent="-336550" lvl="1" marL="914400" rtl="0" algn="l">
              <a:spcBef>
                <a:spcPts val="0"/>
              </a:spcBef>
              <a:spcAft>
                <a:spcPts val="0"/>
              </a:spcAft>
              <a:buClr>
                <a:schemeClr val="dk2"/>
              </a:buClr>
              <a:buSzPts val="1700"/>
              <a:buChar char="○"/>
            </a:pPr>
            <a:r>
              <a:rPr lang="en" sz="1700">
                <a:solidFill>
                  <a:schemeClr val="dk2"/>
                </a:solidFill>
              </a:rPr>
              <a:t>Costo</a:t>
            </a:r>
            <a:endParaRPr sz="1700">
              <a:solidFill>
                <a:schemeClr val="dk2"/>
              </a:solidFill>
            </a:endParaRPr>
          </a:p>
          <a:p>
            <a:pPr indent="-336550" lvl="1" marL="914400" rtl="0" algn="l">
              <a:spcBef>
                <a:spcPts val="0"/>
              </a:spcBef>
              <a:spcAft>
                <a:spcPts val="0"/>
              </a:spcAft>
              <a:buClr>
                <a:schemeClr val="dk2"/>
              </a:buClr>
              <a:buSzPts val="1700"/>
              <a:buChar char="○"/>
            </a:pPr>
            <a:r>
              <a:rPr lang="en" sz="1700">
                <a:solidFill>
                  <a:schemeClr val="dk2"/>
                </a:solidFill>
              </a:rPr>
              <a:t>Simplicidad</a:t>
            </a:r>
            <a:endParaRPr sz="1700">
              <a:solidFill>
                <a:schemeClr val="dk2"/>
              </a:solidFill>
            </a:endParaRPr>
          </a:p>
          <a:p>
            <a:pPr indent="-336550" lvl="1" marL="914400" rtl="0" algn="l">
              <a:spcBef>
                <a:spcPts val="0"/>
              </a:spcBef>
              <a:spcAft>
                <a:spcPts val="0"/>
              </a:spcAft>
              <a:buClr>
                <a:schemeClr val="dk2"/>
              </a:buClr>
              <a:buSzPts val="1700"/>
              <a:buChar char="○"/>
            </a:pPr>
            <a:r>
              <a:rPr lang="en" sz="1700">
                <a:solidFill>
                  <a:schemeClr val="dk2"/>
                </a:solidFill>
              </a:rPr>
              <a:t>Rendimiento</a:t>
            </a:r>
            <a:endParaRPr sz="1700">
              <a:solidFill>
                <a:schemeClr val="dk2"/>
              </a:solidFill>
            </a:endParaRPr>
          </a:p>
          <a:p>
            <a:pPr indent="0" lvl="0" marL="0" rtl="0" algn="l">
              <a:spcBef>
                <a:spcPts val="0"/>
              </a:spcBef>
              <a:spcAft>
                <a:spcPts val="0"/>
              </a:spcAft>
              <a:buNone/>
            </a:pPr>
            <a:r>
              <a:t/>
            </a:r>
            <a:endParaRPr sz="1700">
              <a:solidFill>
                <a:schemeClr val="dk2"/>
              </a:solidFill>
            </a:endParaRPr>
          </a:p>
          <a:p>
            <a:pPr indent="0" lvl="0" marL="0" rtl="0" algn="l">
              <a:spcBef>
                <a:spcPts val="0"/>
              </a:spcBef>
              <a:spcAft>
                <a:spcPts val="0"/>
              </a:spcAft>
              <a:buNone/>
            </a:pPr>
            <a:r>
              <a:rPr lang="en" sz="1700">
                <a:solidFill>
                  <a:schemeClr val="dk2"/>
                </a:solidFill>
              </a:rPr>
              <a:t>   Mas info : </a:t>
            </a:r>
            <a:r>
              <a:rPr lang="en" sz="1700" u="sng">
                <a:solidFill>
                  <a:schemeClr val="hlink"/>
                </a:solidFill>
                <a:hlinkClick r:id="rId3"/>
              </a:rPr>
              <a:t>libro</a:t>
            </a:r>
            <a:endParaRPr sz="1700">
              <a:solidFill>
                <a:schemeClr val="dk2"/>
              </a:solidFill>
            </a:endParaRPr>
          </a:p>
        </p:txBody>
      </p:sp>
      <p:pic>
        <p:nvPicPr>
          <p:cNvPr id="300" name="Google Shape;300;p43"/>
          <p:cNvPicPr preferRelativeResize="0"/>
          <p:nvPr/>
        </p:nvPicPr>
        <p:blipFill>
          <a:blip r:embed="rId4">
            <a:alphaModFix/>
          </a:blip>
          <a:stretch>
            <a:fillRect/>
          </a:stretch>
        </p:blipFill>
        <p:spPr>
          <a:xfrm>
            <a:off x="8255075" y="0"/>
            <a:ext cx="888925" cy="888925"/>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pic>
        <p:nvPicPr>
          <p:cNvPr id="305" name="Google Shape;305;p44"/>
          <p:cNvPicPr preferRelativeResize="0"/>
          <p:nvPr/>
        </p:nvPicPr>
        <p:blipFill>
          <a:blip r:embed="rId3">
            <a:alphaModFix/>
          </a:blip>
          <a:stretch>
            <a:fillRect/>
          </a:stretch>
        </p:blipFill>
        <p:spPr>
          <a:xfrm>
            <a:off x="1086900" y="296775"/>
            <a:ext cx="1549450" cy="1908175"/>
          </a:xfrm>
          <a:prstGeom prst="rect">
            <a:avLst/>
          </a:prstGeom>
          <a:noFill/>
          <a:ln>
            <a:noFill/>
          </a:ln>
        </p:spPr>
      </p:pic>
      <p:pic>
        <p:nvPicPr>
          <p:cNvPr id="306" name="Google Shape;306;p44"/>
          <p:cNvPicPr preferRelativeResize="0"/>
          <p:nvPr/>
        </p:nvPicPr>
        <p:blipFill>
          <a:blip r:embed="rId4">
            <a:alphaModFix/>
          </a:blip>
          <a:stretch>
            <a:fillRect/>
          </a:stretch>
        </p:blipFill>
        <p:spPr>
          <a:xfrm>
            <a:off x="1086900" y="2693300"/>
            <a:ext cx="1549450" cy="1904277"/>
          </a:xfrm>
          <a:prstGeom prst="rect">
            <a:avLst/>
          </a:prstGeom>
          <a:noFill/>
          <a:ln>
            <a:noFill/>
          </a:ln>
        </p:spPr>
      </p:pic>
      <p:sp>
        <p:nvSpPr>
          <p:cNvPr id="307" name="Google Shape;307;p44"/>
          <p:cNvSpPr txBox="1"/>
          <p:nvPr/>
        </p:nvSpPr>
        <p:spPr>
          <a:xfrm>
            <a:off x="3183325" y="3122075"/>
            <a:ext cx="51663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
              <a:t>Computer Organization and Design RISC-V Edition: The Hardware Software Interface - 2nd Edition</a:t>
            </a:r>
            <a:endParaRPr/>
          </a:p>
          <a:p>
            <a:pPr indent="0" lvl="0" marL="0" rtl="0" algn="l">
              <a:spcBef>
                <a:spcPts val="0"/>
              </a:spcBef>
              <a:spcAft>
                <a:spcPts val="0"/>
              </a:spcAft>
              <a:buClr>
                <a:schemeClr val="dk1"/>
              </a:buClr>
              <a:buSzPts val="1100"/>
              <a:buFont typeface="Arial"/>
              <a:buNone/>
            </a:pPr>
            <a:r>
              <a:rPr lang="en"/>
              <a:t>by </a:t>
            </a:r>
            <a:r>
              <a:rPr lang="en" u="sng">
                <a:solidFill>
                  <a:schemeClr val="hlink"/>
                </a:solidFill>
                <a:hlinkClick r:id="rId5"/>
              </a:rPr>
              <a:t>David A. Patterson</a:t>
            </a:r>
            <a:r>
              <a:rPr lang="en"/>
              <a:t>, </a:t>
            </a:r>
            <a:r>
              <a:rPr lang="en" u="sng">
                <a:solidFill>
                  <a:schemeClr val="hlink"/>
                </a:solidFill>
                <a:hlinkClick r:id="rId6"/>
              </a:rPr>
              <a:t>John L. Hennessy</a:t>
            </a:r>
            <a:endParaRPr/>
          </a:p>
          <a:p>
            <a:pPr indent="0" lvl="0" marL="0" rtl="0" algn="l">
              <a:spcBef>
                <a:spcPts val="0"/>
              </a:spcBef>
              <a:spcAft>
                <a:spcPts val="0"/>
              </a:spcAft>
              <a:buNone/>
            </a:pPr>
            <a:r>
              <a:t/>
            </a:r>
            <a:endParaRPr/>
          </a:p>
        </p:txBody>
      </p:sp>
      <p:sp>
        <p:nvSpPr>
          <p:cNvPr id="308" name="Google Shape;308;p44"/>
          <p:cNvSpPr txBox="1"/>
          <p:nvPr/>
        </p:nvSpPr>
        <p:spPr>
          <a:xfrm>
            <a:off x="3183325" y="835213"/>
            <a:ext cx="46269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The RISC-V Reader: An Open Architecture Atlas Paperback – November 7, 2017</a:t>
            </a:r>
            <a:endParaRPr/>
          </a:p>
          <a:p>
            <a:pPr indent="0" lvl="0" marL="0" rtl="0" algn="l">
              <a:spcBef>
                <a:spcPts val="0"/>
              </a:spcBef>
              <a:spcAft>
                <a:spcPts val="0"/>
              </a:spcAft>
              <a:buNone/>
            </a:pPr>
            <a:r>
              <a:rPr lang="en"/>
              <a:t>by </a:t>
            </a:r>
            <a:r>
              <a:rPr lang="en" u="sng">
                <a:solidFill>
                  <a:schemeClr val="hlink"/>
                </a:solidFill>
                <a:hlinkClick r:id="rId7"/>
              </a:rPr>
              <a:t>David Patterson</a:t>
            </a:r>
            <a:r>
              <a:rPr lang="en"/>
              <a:t>, </a:t>
            </a:r>
            <a:r>
              <a:rPr lang="en" u="sng">
                <a:solidFill>
                  <a:schemeClr val="hlink"/>
                </a:solidFill>
                <a:hlinkClick r:id="rId8"/>
              </a:rPr>
              <a:t>Andrew Waterman</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45"/>
          <p:cNvSpPr txBox="1"/>
          <p:nvPr>
            <p:ph type="title"/>
          </p:nvPr>
        </p:nvSpPr>
        <p:spPr>
          <a:xfrm>
            <a:off x="727650" y="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x86</a:t>
            </a:r>
            <a:endParaRPr/>
          </a:p>
        </p:txBody>
      </p:sp>
      <p:sp>
        <p:nvSpPr>
          <p:cNvPr id="314" name="Google Shape;314;p45"/>
          <p:cNvSpPr txBox="1"/>
          <p:nvPr>
            <p:ph idx="1" type="body"/>
          </p:nvPr>
        </p:nvSpPr>
        <p:spPr>
          <a:xfrm>
            <a:off x="599850" y="535200"/>
            <a:ext cx="7816500" cy="4294200"/>
          </a:xfrm>
          <a:prstGeom prst="rect">
            <a:avLst/>
          </a:prstGeom>
        </p:spPr>
        <p:txBody>
          <a:bodyPr anchorCtr="0" anchor="t" bIns="91425" lIns="91425" spcFirstLastPara="1" rIns="91425" wrap="square" tIns="91425">
            <a:normAutofit/>
          </a:bodyPr>
          <a:lstStyle/>
          <a:p>
            <a:pPr indent="0" lvl="0" marL="0" rtl="0" algn="l">
              <a:lnSpc>
                <a:spcPct val="115000"/>
              </a:lnSpc>
              <a:spcBef>
                <a:spcPts val="1200"/>
              </a:spcBef>
              <a:spcAft>
                <a:spcPts val="0"/>
              </a:spcAft>
              <a:buNone/>
            </a:pPr>
            <a:r>
              <a:rPr lang="en" sz="1600">
                <a:solidFill>
                  <a:srgbClr val="000000"/>
                </a:solidFill>
              </a:rPr>
              <a:t>Es una arquitectura de conjunto de instrucciones desarrollada por Intel y utilizada ampliamente en una gran variedad de procesadores, incluyendo los de Intel y AMD. Este ISA es una extensión del original ISA x86 de 16 bits y es fundamental en la historia de los procesadores de propósito general debido a su popularidad y durabilidad en el mercado.</a:t>
            </a:r>
            <a:endParaRPr sz="1600">
              <a:solidFill>
                <a:srgbClr val="000000"/>
              </a:solidFill>
            </a:endParaRPr>
          </a:p>
          <a:p>
            <a:pPr indent="0" lvl="0" marL="0" rtl="0" algn="l">
              <a:lnSpc>
                <a:spcPct val="115000"/>
              </a:lnSpc>
              <a:spcBef>
                <a:spcPts val="1200"/>
              </a:spcBef>
              <a:spcAft>
                <a:spcPts val="0"/>
              </a:spcAft>
              <a:buNone/>
            </a:pPr>
            <a:r>
              <a:rPr lang="en" sz="1600">
                <a:solidFill>
                  <a:srgbClr val="000000"/>
                </a:solidFill>
              </a:rPr>
              <a:t>Es de ISA CISC y de micro </a:t>
            </a:r>
            <a:r>
              <a:rPr lang="en" sz="1600">
                <a:solidFill>
                  <a:srgbClr val="000000"/>
                </a:solidFill>
              </a:rPr>
              <a:t>arquitectura RISC:</a:t>
            </a:r>
            <a:endParaRPr sz="1600">
              <a:solidFill>
                <a:srgbClr val="000000"/>
              </a:solidFill>
            </a:endParaRPr>
          </a:p>
          <a:p>
            <a:pPr indent="0" lvl="0" marL="0" rtl="0" algn="l">
              <a:lnSpc>
                <a:spcPct val="115000"/>
              </a:lnSpc>
              <a:spcBef>
                <a:spcPts val="1200"/>
              </a:spcBef>
              <a:spcAft>
                <a:spcPts val="0"/>
              </a:spcAft>
              <a:buNone/>
            </a:pPr>
            <a:r>
              <a:rPr lang="en" sz="1600">
                <a:solidFill>
                  <a:srgbClr val="000000"/>
                </a:solidFill>
              </a:rPr>
              <a:t>“Las instrucciones CISC complejas del ISA x86 son descompuestas internamente en una serie de micro-operaciones más simples (micro-ops) que se asemejan a las instrucciones RISC. Cada micro-op es más sencilla y se puede ejecutar más rápidamente dentro del procesador.”</a:t>
            </a:r>
            <a:endParaRPr sz="1600">
              <a:solidFill>
                <a:srgbClr val="000000"/>
              </a:solidFill>
            </a:endParaRPr>
          </a:p>
          <a:p>
            <a:pPr indent="0" lvl="0" marL="457200" rtl="0" algn="l">
              <a:spcBef>
                <a:spcPts val="12"/>
              </a:spcBef>
              <a:spcAft>
                <a:spcPts val="1200"/>
              </a:spcAft>
              <a:buNone/>
            </a:pPr>
            <a:r>
              <a:t/>
            </a:r>
            <a:endParaRPr sz="1700">
              <a:solidFill>
                <a:schemeClr val="dk2"/>
              </a:solidFill>
            </a:endParaRPr>
          </a:p>
        </p:txBody>
      </p:sp>
      <p:pic>
        <p:nvPicPr>
          <p:cNvPr id="315" name="Google Shape;315;p45"/>
          <p:cNvPicPr preferRelativeResize="0"/>
          <p:nvPr/>
        </p:nvPicPr>
        <p:blipFill>
          <a:blip r:embed="rId3">
            <a:alphaModFix/>
          </a:blip>
          <a:stretch>
            <a:fillRect/>
          </a:stretch>
        </p:blipFill>
        <p:spPr>
          <a:xfrm>
            <a:off x="8201477" y="0"/>
            <a:ext cx="942525" cy="62175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
        <p:nvSpPr>
          <p:cNvPr id="320" name="Google Shape;320;p46"/>
          <p:cNvSpPr txBox="1"/>
          <p:nvPr>
            <p:ph type="title"/>
          </p:nvPr>
        </p:nvSpPr>
        <p:spPr>
          <a:xfrm>
            <a:off x="727650" y="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x86</a:t>
            </a:r>
            <a:endParaRPr/>
          </a:p>
        </p:txBody>
      </p:sp>
      <p:sp>
        <p:nvSpPr>
          <p:cNvPr id="321" name="Google Shape;321;p46"/>
          <p:cNvSpPr txBox="1"/>
          <p:nvPr>
            <p:ph idx="1" type="body"/>
          </p:nvPr>
        </p:nvSpPr>
        <p:spPr>
          <a:xfrm>
            <a:off x="599850" y="535200"/>
            <a:ext cx="4546800" cy="4294200"/>
          </a:xfrm>
          <a:prstGeom prst="rect">
            <a:avLst/>
          </a:prstGeom>
        </p:spPr>
        <p:txBody>
          <a:bodyPr anchorCtr="0" anchor="t" bIns="91425" lIns="91425" spcFirstLastPara="1" rIns="91425" wrap="square" tIns="91425">
            <a:normAutofit fontScale="77500" lnSpcReduction="20000"/>
          </a:bodyPr>
          <a:lstStyle/>
          <a:p>
            <a:pPr indent="0" lvl="0" marL="0" rtl="0" algn="l">
              <a:spcBef>
                <a:spcPts val="1200"/>
              </a:spcBef>
              <a:spcAft>
                <a:spcPts val="0"/>
              </a:spcAft>
              <a:buNone/>
            </a:pPr>
            <a:r>
              <a:rPr b="1" lang="en" sz="1600">
                <a:solidFill>
                  <a:srgbClr val="000000"/>
                </a:solidFill>
              </a:rPr>
              <a:t>Registros de Propósito General</a:t>
            </a:r>
            <a:endParaRPr b="1" sz="1600">
              <a:solidFill>
                <a:srgbClr val="000000"/>
              </a:solidFill>
            </a:endParaRPr>
          </a:p>
          <a:p>
            <a:pPr indent="-307340" lvl="0" marL="457200" rtl="0" algn="l">
              <a:lnSpc>
                <a:spcPct val="115000"/>
              </a:lnSpc>
              <a:spcBef>
                <a:spcPts val="1200"/>
              </a:spcBef>
              <a:spcAft>
                <a:spcPts val="0"/>
              </a:spcAft>
              <a:buClr>
                <a:srgbClr val="000000"/>
              </a:buClr>
              <a:buSzPct val="100000"/>
              <a:buFont typeface="Arial"/>
              <a:buChar char="●"/>
            </a:pPr>
            <a:r>
              <a:rPr b="1" lang="en" sz="1600">
                <a:solidFill>
                  <a:srgbClr val="000000"/>
                </a:solidFill>
              </a:rPr>
              <a:t>EAX, EBX, ECX, EDX</a:t>
            </a:r>
            <a:r>
              <a:rPr lang="en" sz="1600">
                <a:solidFill>
                  <a:srgbClr val="000000"/>
                </a:solidFill>
              </a:rPr>
              <a:t>: Son los registros de propósito general de 32 bits, que se utilizan para operaciones aritméticas, lógicas, y de almacenamiento temporal. Cada uno de estos registros puede dividirse en partes de 16 bits (AX, BX, CX, DX) y a su vez en partes de 8 bits (AL, AH, BL, BH, etc.).</a:t>
            </a:r>
            <a:endParaRPr sz="1600">
              <a:solidFill>
                <a:srgbClr val="000000"/>
              </a:solidFill>
            </a:endParaRPr>
          </a:p>
          <a:p>
            <a:pPr indent="-307340" lvl="0" marL="457200" rtl="0" algn="l">
              <a:lnSpc>
                <a:spcPct val="115000"/>
              </a:lnSpc>
              <a:spcBef>
                <a:spcPts val="1200"/>
              </a:spcBef>
              <a:spcAft>
                <a:spcPts val="0"/>
              </a:spcAft>
              <a:buClr>
                <a:srgbClr val="000000"/>
              </a:buClr>
              <a:buSzPct val="100000"/>
              <a:buFont typeface="Arial"/>
              <a:buChar char="●"/>
            </a:pPr>
            <a:r>
              <a:rPr b="1" lang="en" sz="1600">
                <a:solidFill>
                  <a:srgbClr val="000000"/>
                </a:solidFill>
              </a:rPr>
              <a:t>ESI, EDI</a:t>
            </a:r>
            <a:r>
              <a:rPr lang="en" sz="1600">
                <a:solidFill>
                  <a:srgbClr val="000000"/>
                </a:solidFill>
              </a:rPr>
              <a:t>: Registros utilizados típicamente para operaciones de apuntado y manipulación de cadenas.</a:t>
            </a:r>
            <a:endParaRPr sz="1600">
              <a:solidFill>
                <a:srgbClr val="000000"/>
              </a:solidFill>
            </a:endParaRPr>
          </a:p>
          <a:p>
            <a:pPr indent="-307340" lvl="0" marL="457200" rtl="0" algn="l">
              <a:lnSpc>
                <a:spcPct val="115000"/>
              </a:lnSpc>
              <a:spcBef>
                <a:spcPts val="1200"/>
              </a:spcBef>
              <a:spcAft>
                <a:spcPts val="0"/>
              </a:spcAft>
              <a:buClr>
                <a:srgbClr val="000000"/>
              </a:buClr>
              <a:buSzPct val="100000"/>
              <a:buFont typeface="Arial"/>
              <a:buChar char="●"/>
            </a:pPr>
            <a:r>
              <a:rPr b="1" lang="en" sz="1600">
                <a:solidFill>
                  <a:srgbClr val="000000"/>
                </a:solidFill>
              </a:rPr>
              <a:t>EBP (Base Pointer)</a:t>
            </a:r>
            <a:r>
              <a:rPr lang="en" sz="1600">
                <a:solidFill>
                  <a:srgbClr val="000000"/>
                </a:solidFill>
              </a:rPr>
              <a:t>: Se utiliza comúnmente para apuntar al inicio del marco de la pila en funciones y subrutinas.</a:t>
            </a:r>
            <a:endParaRPr sz="1600">
              <a:solidFill>
                <a:srgbClr val="000000"/>
              </a:solidFill>
            </a:endParaRPr>
          </a:p>
          <a:p>
            <a:pPr indent="-307340" lvl="0" marL="457200" rtl="0" algn="l">
              <a:lnSpc>
                <a:spcPct val="115000"/>
              </a:lnSpc>
              <a:spcBef>
                <a:spcPts val="1200"/>
              </a:spcBef>
              <a:spcAft>
                <a:spcPts val="0"/>
              </a:spcAft>
              <a:buClr>
                <a:srgbClr val="000000"/>
              </a:buClr>
              <a:buSzPct val="100000"/>
              <a:buFont typeface="Arial"/>
              <a:buChar char="●"/>
            </a:pPr>
            <a:r>
              <a:rPr b="1" lang="en" sz="1600">
                <a:solidFill>
                  <a:srgbClr val="000000"/>
                </a:solidFill>
              </a:rPr>
              <a:t>ESP (Stack Pointer)</a:t>
            </a:r>
            <a:r>
              <a:rPr lang="en" sz="1600">
                <a:solidFill>
                  <a:srgbClr val="000000"/>
                </a:solidFill>
              </a:rPr>
              <a:t>: Apunta a la parte superior de la pila y es fundamental para operaciones de gestión de la pila como llamadas a funciones y manejo de interrupciones.</a:t>
            </a:r>
            <a:endParaRPr sz="1600">
              <a:solidFill>
                <a:srgbClr val="000000"/>
              </a:solidFill>
            </a:endParaRPr>
          </a:p>
          <a:p>
            <a:pPr indent="-307340" lvl="0" marL="457200" rtl="0" algn="l">
              <a:lnSpc>
                <a:spcPct val="115000"/>
              </a:lnSpc>
              <a:spcBef>
                <a:spcPts val="1200"/>
              </a:spcBef>
              <a:spcAft>
                <a:spcPts val="0"/>
              </a:spcAft>
              <a:buClr>
                <a:srgbClr val="000000"/>
              </a:buClr>
              <a:buSzPct val="100000"/>
              <a:buFont typeface="Arial"/>
              <a:buChar char="●"/>
            </a:pPr>
            <a:r>
              <a:rPr b="1" lang="en" sz="1600">
                <a:solidFill>
                  <a:srgbClr val="000000"/>
                </a:solidFill>
              </a:rPr>
              <a:t>EIP (Instruction Pointer)</a:t>
            </a:r>
            <a:r>
              <a:rPr lang="en" sz="1600">
                <a:solidFill>
                  <a:srgbClr val="000000"/>
                </a:solidFill>
              </a:rPr>
              <a:t>: Contiene la dirección de la próxima instrucción a ejecutar.</a:t>
            </a:r>
            <a:endParaRPr sz="1600">
              <a:solidFill>
                <a:srgbClr val="000000"/>
              </a:solidFill>
            </a:endParaRPr>
          </a:p>
          <a:p>
            <a:pPr indent="0" lvl="0" marL="457200" rtl="0" algn="l">
              <a:spcBef>
                <a:spcPts val="12"/>
              </a:spcBef>
              <a:spcAft>
                <a:spcPts val="1200"/>
              </a:spcAft>
              <a:buNone/>
            </a:pPr>
            <a:r>
              <a:t/>
            </a:r>
            <a:endParaRPr sz="1700">
              <a:solidFill>
                <a:schemeClr val="dk2"/>
              </a:solidFill>
            </a:endParaRPr>
          </a:p>
        </p:txBody>
      </p:sp>
      <p:pic>
        <p:nvPicPr>
          <p:cNvPr id="322" name="Google Shape;322;p46"/>
          <p:cNvPicPr preferRelativeResize="0"/>
          <p:nvPr/>
        </p:nvPicPr>
        <p:blipFill>
          <a:blip r:embed="rId3">
            <a:alphaModFix/>
          </a:blip>
          <a:stretch>
            <a:fillRect/>
          </a:stretch>
        </p:blipFill>
        <p:spPr>
          <a:xfrm>
            <a:off x="8201477" y="0"/>
            <a:ext cx="942525" cy="621750"/>
          </a:xfrm>
          <a:prstGeom prst="rect">
            <a:avLst/>
          </a:prstGeom>
          <a:noFill/>
          <a:ln>
            <a:noFill/>
          </a:ln>
        </p:spPr>
      </p:pic>
      <p:pic>
        <p:nvPicPr>
          <p:cNvPr id="323" name="Google Shape;323;p46"/>
          <p:cNvPicPr preferRelativeResize="0"/>
          <p:nvPr/>
        </p:nvPicPr>
        <p:blipFill>
          <a:blip r:embed="rId4">
            <a:alphaModFix/>
          </a:blip>
          <a:stretch>
            <a:fillRect/>
          </a:stretch>
        </p:blipFill>
        <p:spPr>
          <a:xfrm>
            <a:off x="5070475" y="1347751"/>
            <a:ext cx="3898675" cy="244800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47"/>
          <p:cNvSpPr txBox="1"/>
          <p:nvPr>
            <p:ph type="title"/>
          </p:nvPr>
        </p:nvSpPr>
        <p:spPr>
          <a:xfrm>
            <a:off x="727650" y="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x86</a:t>
            </a:r>
            <a:endParaRPr/>
          </a:p>
        </p:txBody>
      </p:sp>
      <p:sp>
        <p:nvSpPr>
          <p:cNvPr id="329" name="Google Shape;329;p47"/>
          <p:cNvSpPr txBox="1"/>
          <p:nvPr>
            <p:ph idx="1" type="body"/>
          </p:nvPr>
        </p:nvSpPr>
        <p:spPr>
          <a:xfrm>
            <a:off x="599850" y="535200"/>
            <a:ext cx="7816500" cy="42942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b="1" lang="en" sz="1800">
                <a:solidFill>
                  <a:srgbClr val="000000"/>
                </a:solidFill>
              </a:rPr>
              <a:t>Segmentos de Memoria</a:t>
            </a:r>
            <a:endParaRPr b="1" sz="1800">
              <a:solidFill>
                <a:srgbClr val="000000"/>
              </a:solidFill>
            </a:endParaRPr>
          </a:p>
          <a:p>
            <a:pPr indent="-342900" lvl="0" marL="457200" rtl="0" algn="l">
              <a:spcBef>
                <a:spcPts val="1200"/>
              </a:spcBef>
              <a:spcAft>
                <a:spcPts val="0"/>
              </a:spcAft>
              <a:buClr>
                <a:srgbClr val="000000"/>
              </a:buClr>
              <a:buSzPts val="1800"/>
              <a:buFont typeface="Arial"/>
              <a:buChar char="●"/>
            </a:pPr>
            <a:r>
              <a:rPr b="1" lang="en" sz="1800">
                <a:solidFill>
                  <a:srgbClr val="000000"/>
                </a:solidFill>
              </a:rPr>
              <a:t>CS (Code Segment)</a:t>
            </a:r>
            <a:r>
              <a:rPr lang="en" sz="1800">
                <a:solidFill>
                  <a:srgbClr val="000000"/>
                </a:solidFill>
              </a:rPr>
              <a:t>: Segmento que contiene las instrucciones del programa.</a:t>
            </a:r>
            <a:endParaRPr sz="1800">
              <a:solidFill>
                <a:srgbClr val="000000"/>
              </a:solidFill>
            </a:endParaRPr>
          </a:p>
          <a:p>
            <a:pPr indent="-342900" lvl="0" marL="457200" rtl="0" algn="l">
              <a:spcBef>
                <a:spcPts val="0"/>
              </a:spcBef>
              <a:spcAft>
                <a:spcPts val="0"/>
              </a:spcAft>
              <a:buClr>
                <a:srgbClr val="000000"/>
              </a:buClr>
              <a:buSzPts val="1800"/>
              <a:buFont typeface="Arial"/>
              <a:buChar char="●"/>
            </a:pPr>
            <a:r>
              <a:rPr b="1" lang="en" sz="1800">
                <a:solidFill>
                  <a:srgbClr val="000000"/>
                </a:solidFill>
              </a:rPr>
              <a:t>DS (Data Segment)</a:t>
            </a:r>
            <a:r>
              <a:rPr lang="en" sz="1800">
                <a:solidFill>
                  <a:srgbClr val="000000"/>
                </a:solidFill>
              </a:rPr>
              <a:t>: Segmento que contiene datos del programa.</a:t>
            </a:r>
            <a:endParaRPr sz="1800">
              <a:solidFill>
                <a:srgbClr val="000000"/>
              </a:solidFill>
            </a:endParaRPr>
          </a:p>
          <a:p>
            <a:pPr indent="-342900" lvl="0" marL="457200" rtl="0" algn="l">
              <a:spcBef>
                <a:spcPts val="0"/>
              </a:spcBef>
              <a:spcAft>
                <a:spcPts val="0"/>
              </a:spcAft>
              <a:buClr>
                <a:srgbClr val="000000"/>
              </a:buClr>
              <a:buSzPts val="1800"/>
              <a:buFont typeface="Arial"/>
              <a:buChar char="●"/>
            </a:pPr>
            <a:r>
              <a:rPr b="1" lang="en" sz="1800">
                <a:solidFill>
                  <a:srgbClr val="000000"/>
                </a:solidFill>
              </a:rPr>
              <a:t>SS (Stack Segment)</a:t>
            </a:r>
            <a:r>
              <a:rPr lang="en" sz="1800">
                <a:solidFill>
                  <a:srgbClr val="000000"/>
                </a:solidFill>
              </a:rPr>
              <a:t>: Segmento que contiene la pila del programa.</a:t>
            </a:r>
            <a:endParaRPr sz="1800">
              <a:solidFill>
                <a:srgbClr val="000000"/>
              </a:solidFill>
            </a:endParaRPr>
          </a:p>
          <a:p>
            <a:pPr indent="-342900" lvl="0" marL="457200" rtl="0" algn="l">
              <a:spcBef>
                <a:spcPts val="0"/>
              </a:spcBef>
              <a:spcAft>
                <a:spcPts val="0"/>
              </a:spcAft>
              <a:buClr>
                <a:srgbClr val="000000"/>
              </a:buClr>
              <a:buSzPts val="1800"/>
              <a:buFont typeface="Arial"/>
              <a:buChar char="●"/>
            </a:pPr>
            <a:r>
              <a:rPr b="1" lang="en" sz="1800">
                <a:solidFill>
                  <a:srgbClr val="000000"/>
                </a:solidFill>
              </a:rPr>
              <a:t>ES, FS, GS</a:t>
            </a:r>
            <a:r>
              <a:rPr lang="en" sz="1800">
                <a:solidFill>
                  <a:srgbClr val="000000"/>
                </a:solidFill>
              </a:rPr>
              <a:t>: Segmentos adicionales que permiten un direccionamiento más flexible en operaciones con memoria.</a:t>
            </a:r>
            <a:endParaRPr sz="1800">
              <a:solidFill>
                <a:srgbClr val="000000"/>
              </a:solidFill>
            </a:endParaRPr>
          </a:p>
          <a:p>
            <a:pPr indent="0" lvl="0" marL="457200" rtl="0" algn="l">
              <a:spcBef>
                <a:spcPts val="1200"/>
              </a:spcBef>
              <a:spcAft>
                <a:spcPts val="1200"/>
              </a:spcAft>
              <a:buNone/>
            </a:pPr>
            <a:r>
              <a:t/>
            </a:r>
            <a:endParaRPr sz="2200">
              <a:solidFill>
                <a:schemeClr val="dk2"/>
              </a:solidFill>
            </a:endParaRPr>
          </a:p>
        </p:txBody>
      </p:sp>
      <p:pic>
        <p:nvPicPr>
          <p:cNvPr id="330" name="Google Shape;330;p47"/>
          <p:cNvPicPr preferRelativeResize="0"/>
          <p:nvPr/>
        </p:nvPicPr>
        <p:blipFill>
          <a:blip r:embed="rId3">
            <a:alphaModFix/>
          </a:blip>
          <a:stretch>
            <a:fillRect/>
          </a:stretch>
        </p:blipFill>
        <p:spPr>
          <a:xfrm>
            <a:off x="8201477" y="0"/>
            <a:ext cx="942525" cy="62175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48"/>
          <p:cNvSpPr txBox="1"/>
          <p:nvPr>
            <p:ph type="title"/>
          </p:nvPr>
        </p:nvSpPr>
        <p:spPr>
          <a:xfrm>
            <a:off x="727650" y="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x86</a:t>
            </a:r>
            <a:endParaRPr/>
          </a:p>
        </p:txBody>
      </p:sp>
      <p:sp>
        <p:nvSpPr>
          <p:cNvPr id="336" name="Google Shape;336;p48"/>
          <p:cNvSpPr txBox="1"/>
          <p:nvPr>
            <p:ph idx="1" type="body"/>
          </p:nvPr>
        </p:nvSpPr>
        <p:spPr>
          <a:xfrm>
            <a:off x="599850" y="535200"/>
            <a:ext cx="7816500" cy="42942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b="1" lang="en" sz="1800">
                <a:solidFill>
                  <a:srgbClr val="000000"/>
                </a:solidFill>
              </a:rPr>
              <a:t>Modos de Operación</a:t>
            </a:r>
            <a:endParaRPr b="1" sz="1800">
              <a:solidFill>
                <a:srgbClr val="000000"/>
              </a:solidFill>
            </a:endParaRPr>
          </a:p>
          <a:p>
            <a:pPr indent="-342900" lvl="0" marL="457200" rtl="0" algn="l">
              <a:spcBef>
                <a:spcPts val="1200"/>
              </a:spcBef>
              <a:spcAft>
                <a:spcPts val="0"/>
              </a:spcAft>
              <a:buClr>
                <a:srgbClr val="000000"/>
              </a:buClr>
              <a:buSzPts val="1800"/>
              <a:buFont typeface="Arial"/>
              <a:buChar char="●"/>
            </a:pPr>
            <a:r>
              <a:rPr b="1" lang="en" sz="1800">
                <a:solidFill>
                  <a:srgbClr val="000000"/>
                </a:solidFill>
              </a:rPr>
              <a:t>Modo Real</a:t>
            </a:r>
            <a:r>
              <a:rPr lang="en" sz="1800">
                <a:solidFill>
                  <a:srgbClr val="000000"/>
                </a:solidFill>
              </a:rPr>
              <a:t>: Compatibilidad con el x86 original de 16 bits, limitando las direcciones a 20 bits y proporcionando acceso directo al hardware.</a:t>
            </a:r>
            <a:endParaRPr sz="1800">
              <a:solidFill>
                <a:srgbClr val="000000"/>
              </a:solidFill>
            </a:endParaRPr>
          </a:p>
          <a:p>
            <a:pPr indent="-342900" lvl="0" marL="457200" rtl="0" algn="l">
              <a:spcBef>
                <a:spcPts val="1200"/>
              </a:spcBef>
              <a:spcAft>
                <a:spcPts val="0"/>
              </a:spcAft>
              <a:buClr>
                <a:srgbClr val="000000"/>
              </a:buClr>
              <a:buSzPts val="1800"/>
              <a:buFont typeface="Arial"/>
              <a:buChar char="●"/>
            </a:pPr>
            <a:r>
              <a:rPr b="1" lang="en" sz="1800">
                <a:solidFill>
                  <a:srgbClr val="000000"/>
                </a:solidFill>
              </a:rPr>
              <a:t>Modo Protegido</a:t>
            </a:r>
            <a:r>
              <a:rPr lang="en" sz="1800">
                <a:solidFill>
                  <a:srgbClr val="000000"/>
                </a:solidFill>
              </a:rPr>
              <a:t>: Introducido con el 80386, es el modo nativo de 32 bits que permite acceso a 4 GB de memoria, protección de memoria, multitarea, y control detallado del privilegio del software.</a:t>
            </a:r>
            <a:endParaRPr sz="1800">
              <a:solidFill>
                <a:srgbClr val="000000"/>
              </a:solidFill>
            </a:endParaRPr>
          </a:p>
          <a:p>
            <a:pPr indent="-342900" lvl="0" marL="457200" rtl="0" algn="l">
              <a:spcBef>
                <a:spcPts val="1200"/>
              </a:spcBef>
              <a:spcAft>
                <a:spcPts val="0"/>
              </a:spcAft>
              <a:buClr>
                <a:srgbClr val="000000"/>
              </a:buClr>
              <a:buSzPts val="1800"/>
              <a:buFont typeface="Arial"/>
              <a:buChar char="●"/>
            </a:pPr>
            <a:r>
              <a:rPr b="1" lang="en" sz="1800">
                <a:solidFill>
                  <a:srgbClr val="000000"/>
                </a:solidFill>
              </a:rPr>
              <a:t>Modo Virtual 8086</a:t>
            </a:r>
            <a:r>
              <a:rPr lang="en" sz="1800">
                <a:solidFill>
                  <a:srgbClr val="000000"/>
                </a:solidFill>
              </a:rPr>
              <a:t>: Permite la ejecución de aplicaciones de 16 bits dentro de un entorno protegido de 32 bits, combinando la flexibilidad del modo protegido con la compatibilidad hacia atrás.</a:t>
            </a:r>
            <a:endParaRPr sz="1800">
              <a:solidFill>
                <a:srgbClr val="000000"/>
              </a:solidFill>
            </a:endParaRPr>
          </a:p>
          <a:p>
            <a:pPr indent="0" lvl="0" marL="457200" rtl="0" algn="l">
              <a:spcBef>
                <a:spcPts val="1200"/>
              </a:spcBef>
              <a:spcAft>
                <a:spcPts val="0"/>
              </a:spcAft>
              <a:buNone/>
            </a:pPr>
            <a:r>
              <a:t/>
            </a:r>
            <a:endParaRPr b="1" sz="1800">
              <a:solidFill>
                <a:srgbClr val="000000"/>
              </a:solidFill>
            </a:endParaRPr>
          </a:p>
          <a:p>
            <a:pPr indent="0" lvl="0" marL="457200" rtl="0" algn="l">
              <a:spcBef>
                <a:spcPts val="1200"/>
              </a:spcBef>
              <a:spcAft>
                <a:spcPts val="1200"/>
              </a:spcAft>
              <a:buNone/>
            </a:pPr>
            <a:r>
              <a:t/>
            </a:r>
            <a:endParaRPr sz="2400">
              <a:solidFill>
                <a:schemeClr val="dk2"/>
              </a:solidFill>
            </a:endParaRPr>
          </a:p>
        </p:txBody>
      </p:sp>
      <p:pic>
        <p:nvPicPr>
          <p:cNvPr id="337" name="Google Shape;337;p48"/>
          <p:cNvPicPr preferRelativeResize="0"/>
          <p:nvPr/>
        </p:nvPicPr>
        <p:blipFill>
          <a:blip r:embed="rId3">
            <a:alphaModFix/>
          </a:blip>
          <a:stretch>
            <a:fillRect/>
          </a:stretch>
        </p:blipFill>
        <p:spPr>
          <a:xfrm>
            <a:off x="8201477" y="0"/>
            <a:ext cx="942525" cy="62175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49"/>
          <p:cNvSpPr txBox="1"/>
          <p:nvPr>
            <p:ph type="title"/>
          </p:nvPr>
        </p:nvSpPr>
        <p:spPr>
          <a:xfrm>
            <a:off x="727650" y="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x86</a:t>
            </a:r>
            <a:endParaRPr/>
          </a:p>
        </p:txBody>
      </p:sp>
      <p:sp>
        <p:nvSpPr>
          <p:cNvPr id="343" name="Google Shape;343;p49"/>
          <p:cNvSpPr txBox="1"/>
          <p:nvPr>
            <p:ph idx="1" type="body"/>
          </p:nvPr>
        </p:nvSpPr>
        <p:spPr>
          <a:xfrm>
            <a:off x="599850" y="535200"/>
            <a:ext cx="7816500" cy="42942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b="1" lang="en" sz="1600">
                <a:solidFill>
                  <a:srgbClr val="000000"/>
                </a:solidFill>
              </a:rPr>
              <a:t>Juego de Instrucciones</a:t>
            </a:r>
            <a:endParaRPr b="1" sz="1600">
              <a:solidFill>
                <a:srgbClr val="000000"/>
              </a:solidFill>
            </a:endParaRPr>
          </a:p>
          <a:p>
            <a:pPr indent="-330200" lvl="0" marL="457200" rtl="0" algn="l">
              <a:spcBef>
                <a:spcPts val="1200"/>
              </a:spcBef>
              <a:spcAft>
                <a:spcPts val="0"/>
              </a:spcAft>
              <a:buClr>
                <a:srgbClr val="000000"/>
              </a:buClr>
              <a:buSzPts val="1600"/>
              <a:buFont typeface="Arial"/>
              <a:buChar char="●"/>
            </a:pPr>
            <a:r>
              <a:rPr b="1" lang="en" sz="1600">
                <a:solidFill>
                  <a:srgbClr val="000000"/>
                </a:solidFill>
              </a:rPr>
              <a:t>Instrucciones Aritméticas y Lógicas</a:t>
            </a:r>
            <a:r>
              <a:rPr lang="en" sz="1600">
                <a:solidFill>
                  <a:srgbClr val="000000"/>
                </a:solidFill>
              </a:rPr>
              <a:t>: Operaciones como </a:t>
            </a:r>
            <a:r>
              <a:rPr lang="en" sz="1600">
                <a:solidFill>
                  <a:srgbClr val="188038"/>
                </a:solidFill>
              </a:rPr>
              <a:t>ADD</a:t>
            </a:r>
            <a:r>
              <a:rPr lang="en" sz="1600">
                <a:solidFill>
                  <a:srgbClr val="000000"/>
                </a:solidFill>
              </a:rPr>
              <a:t>, </a:t>
            </a:r>
            <a:r>
              <a:rPr lang="en" sz="1600">
                <a:solidFill>
                  <a:srgbClr val="188038"/>
                </a:solidFill>
              </a:rPr>
              <a:t>SUB</a:t>
            </a:r>
            <a:r>
              <a:rPr lang="en" sz="1600">
                <a:solidFill>
                  <a:srgbClr val="000000"/>
                </a:solidFill>
              </a:rPr>
              <a:t>, </a:t>
            </a:r>
            <a:r>
              <a:rPr lang="en" sz="1600">
                <a:solidFill>
                  <a:srgbClr val="188038"/>
                </a:solidFill>
              </a:rPr>
              <a:t>MUL</a:t>
            </a:r>
            <a:r>
              <a:rPr lang="en" sz="1600">
                <a:solidFill>
                  <a:srgbClr val="000000"/>
                </a:solidFill>
              </a:rPr>
              <a:t>, </a:t>
            </a:r>
            <a:r>
              <a:rPr lang="en" sz="1600">
                <a:solidFill>
                  <a:srgbClr val="188038"/>
                </a:solidFill>
              </a:rPr>
              <a:t>DIV</a:t>
            </a:r>
            <a:r>
              <a:rPr lang="en" sz="1600">
                <a:solidFill>
                  <a:srgbClr val="000000"/>
                </a:solidFill>
              </a:rPr>
              <a:t>, </a:t>
            </a:r>
            <a:r>
              <a:rPr lang="en" sz="1600">
                <a:solidFill>
                  <a:srgbClr val="188038"/>
                </a:solidFill>
              </a:rPr>
              <a:t>AND</a:t>
            </a:r>
            <a:r>
              <a:rPr lang="en" sz="1600">
                <a:solidFill>
                  <a:srgbClr val="000000"/>
                </a:solidFill>
              </a:rPr>
              <a:t>, </a:t>
            </a:r>
            <a:r>
              <a:rPr lang="en" sz="1600">
                <a:solidFill>
                  <a:srgbClr val="188038"/>
                </a:solidFill>
              </a:rPr>
              <a:t>OR</a:t>
            </a:r>
            <a:r>
              <a:rPr lang="en" sz="1600">
                <a:solidFill>
                  <a:srgbClr val="000000"/>
                </a:solidFill>
              </a:rPr>
              <a:t>, </a:t>
            </a:r>
            <a:r>
              <a:rPr lang="en" sz="1600">
                <a:solidFill>
                  <a:srgbClr val="188038"/>
                </a:solidFill>
              </a:rPr>
              <a:t>XOR</a:t>
            </a:r>
            <a:r>
              <a:rPr lang="en" sz="1600">
                <a:solidFill>
                  <a:srgbClr val="000000"/>
                </a:solidFill>
              </a:rPr>
              <a:t>, </a:t>
            </a:r>
            <a:r>
              <a:rPr lang="en" sz="1600">
                <a:solidFill>
                  <a:srgbClr val="188038"/>
                </a:solidFill>
              </a:rPr>
              <a:t>NOT</a:t>
            </a:r>
            <a:r>
              <a:rPr lang="en" sz="1600">
                <a:solidFill>
                  <a:srgbClr val="000000"/>
                </a:solidFill>
              </a:rPr>
              <a:t>, etc.</a:t>
            </a:r>
            <a:endParaRPr sz="1600">
              <a:solidFill>
                <a:srgbClr val="000000"/>
              </a:solidFill>
            </a:endParaRPr>
          </a:p>
          <a:p>
            <a:pPr indent="-330200" lvl="0" marL="457200" rtl="0" algn="l">
              <a:spcBef>
                <a:spcPts val="0"/>
              </a:spcBef>
              <a:spcAft>
                <a:spcPts val="0"/>
              </a:spcAft>
              <a:buClr>
                <a:srgbClr val="000000"/>
              </a:buClr>
              <a:buSzPts val="1600"/>
              <a:buFont typeface="Arial"/>
              <a:buChar char="●"/>
            </a:pPr>
            <a:r>
              <a:rPr b="1" lang="en" sz="1600">
                <a:solidFill>
                  <a:srgbClr val="000000"/>
                </a:solidFill>
              </a:rPr>
              <a:t>Instrucciones de Control de Flujo</a:t>
            </a:r>
            <a:r>
              <a:rPr lang="en" sz="1600">
                <a:solidFill>
                  <a:srgbClr val="000000"/>
                </a:solidFill>
              </a:rPr>
              <a:t>: Instrucciones de salto como </a:t>
            </a:r>
            <a:r>
              <a:rPr lang="en" sz="1600">
                <a:solidFill>
                  <a:srgbClr val="188038"/>
                </a:solidFill>
              </a:rPr>
              <a:t>JMP</a:t>
            </a:r>
            <a:r>
              <a:rPr lang="en" sz="1600">
                <a:solidFill>
                  <a:srgbClr val="000000"/>
                </a:solidFill>
              </a:rPr>
              <a:t>, </a:t>
            </a:r>
            <a:r>
              <a:rPr lang="en" sz="1600">
                <a:solidFill>
                  <a:srgbClr val="188038"/>
                </a:solidFill>
              </a:rPr>
              <a:t>JE</a:t>
            </a:r>
            <a:r>
              <a:rPr lang="en" sz="1600">
                <a:solidFill>
                  <a:srgbClr val="000000"/>
                </a:solidFill>
              </a:rPr>
              <a:t>, </a:t>
            </a:r>
            <a:r>
              <a:rPr lang="en" sz="1600">
                <a:solidFill>
                  <a:srgbClr val="188038"/>
                </a:solidFill>
              </a:rPr>
              <a:t>JNE</a:t>
            </a:r>
            <a:r>
              <a:rPr lang="en" sz="1600">
                <a:solidFill>
                  <a:srgbClr val="000000"/>
                </a:solidFill>
              </a:rPr>
              <a:t>, y </a:t>
            </a:r>
            <a:r>
              <a:rPr lang="en" sz="1600">
                <a:solidFill>
                  <a:srgbClr val="188038"/>
                </a:solidFill>
              </a:rPr>
              <a:t>LOOP</a:t>
            </a:r>
            <a:r>
              <a:rPr lang="en" sz="1600">
                <a:solidFill>
                  <a:srgbClr val="000000"/>
                </a:solidFill>
              </a:rPr>
              <a:t>, así como llamadas a funciones (</a:t>
            </a:r>
            <a:r>
              <a:rPr lang="en" sz="1600">
                <a:solidFill>
                  <a:srgbClr val="188038"/>
                </a:solidFill>
              </a:rPr>
              <a:t>CALL</a:t>
            </a:r>
            <a:r>
              <a:rPr lang="en" sz="1600">
                <a:solidFill>
                  <a:srgbClr val="000000"/>
                </a:solidFill>
              </a:rPr>
              <a:t>) y retornos (</a:t>
            </a:r>
            <a:r>
              <a:rPr lang="en" sz="1600">
                <a:solidFill>
                  <a:srgbClr val="188038"/>
                </a:solidFill>
              </a:rPr>
              <a:t>RET</a:t>
            </a:r>
            <a:r>
              <a:rPr lang="en" sz="1600">
                <a:solidFill>
                  <a:srgbClr val="000000"/>
                </a:solidFill>
              </a:rPr>
              <a:t>).</a:t>
            </a:r>
            <a:endParaRPr sz="1600">
              <a:solidFill>
                <a:srgbClr val="000000"/>
              </a:solidFill>
            </a:endParaRPr>
          </a:p>
          <a:p>
            <a:pPr indent="-330200" lvl="0" marL="457200" rtl="0" algn="l">
              <a:spcBef>
                <a:spcPts val="0"/>
              </a:spcBef>
              <a:spcAft>
                <a:spcPts val="0"/>
              </a:spcAft>
              <a:buClr>
                <a:srgbClr val="000000"/>
              </a:buClr>
              <a:buSzPts val="1600"/>
              <a:buFont typeface="Arial"/>
              <a:buChar char="●"/>
            </a:pPr>
            <a:r>
              <a:rPr b="1" lang="en" sz="1600">
                <a:solidFill>
                  <a:srgbClr val="000000"/>
                </a:solidFill>
              </a:rPr>
              <a:t>Instrucciones de Manipulación de la Pila</a:t>
            </a:r>
            <a:r>
              <a:rPr lang="en" sz="1600">
                <a:solidFill>
                  <a:srgbClr val="000000"/>
                </a:solidFill>
              </a:rPr>
              <a:t>: </a:t>
            </a:r>
            <a:r>
              <a:rPr lang="en" sz="1600">
                <a:solidFill>
                  <a:srgbClr val="188038"/>
                </a:solidFill>
              </a:rPr>
              <a:t>PUSH</a:t>
            </a:r>
            <a:r>
              <a:rPr lang="en" sz="1600">
                <a:solidFill>
                  <a:srgbClr val="000000"/>
                </a:solidFill>
              </a:rPr>
              <a:t>, </a:t>
            </a:r>
            <a:r>
              <a:rPr lang="en" sz="1600">
                <a:solidFill>
                  <a:srgbClr val="188038"/>
                </a:solidFill>
              </a:rPr>
              <a:t>POP</a:t>
            </a:r>
            <a:r>
              <a:rPr lang="en" sz="1600">
                <a:solidFill>
                  <a:srgbClr val="000000"/>
                </a:solidFill>
              </a:rPr>
              <a:t>, </a:t>
            </a:r>
            <a:r>
              <a:rPr lang="en" sz="1600">
                <a:solidFill>
                  <a:srgbClr val="188038"/>
                </a:solidFill>
              </a:rPr>
              <a:t>PUSHA</a:t>
            </a:r>
            <a:r>
              <a:rPr lang="en" sz="1600">
                <a:solidFill>
                  <a:srgbClr val="000000"/>
                </a:solidFill>
              </a:rPr>
              <a:t>, </a:t>
            </a:r>
            <a:r>
              <a:rPr lang="en" sz="1600">
                <a:solidFill>
                  <a:srgbClr val="188038"/>
                </a:solidFill>
              </a:rPr>
              <a:t>POPA</a:t>
            </a:r>
            <a:r>
              <a:rPr lang="en" sz="1600">
                <a:solidFill>
                  <a:srgbClr val="000000"/>
                </a:solidFill>
              </a:rPr>
              <a:t>.</a:t>
            </a:r>
            <a:endParaRPr sz="1600">
              <a:solidFill>
                <a:srgbClr val="000000"/>
              </a:solidFill>
            </a:endParaRPr>
          </a:p>
          <a:p>
            <a:pPr indent="-330200" lvl="0" marL="457200" rtl="0" algn="l">
              <a:spcBef>
                <a:spcPts val="0"/>
              </a:spcBef>
              <a:spcAft>
                <a:spcPts val="0"/>
              </a:spcAft>
              <a:buClr>
                <a:srgbClr val="000000"/>
              </a:buClr>
              <a:buSzPts val="1600"/>
              <a:buFont typeface="Arial"/>
              <a:buChar char="●"/>
            </a:pPr>
            <a:r>
              <a:rPr b="1" lang="en" sz="1600">
                <a:solidFill>
                  <a:srgbClr val="000000"/>
                </a:solidFill>
              </a:rPr>
              <a:t>Instrucciones de Movimiento de Datos</a:t>
            </a:r>
            <a:r>
              <a:rPr lang="en" sz="1600">
                <a:solidFill>
                  <a:srgbClr val="000000"/>
                </a:solidFill>
              </a:rPr>
              <a:t>: </a:t>
            </a:r>
            <a:r>
              <a:rPr lang="en" sz="1600">
                <a:solidFill>
                  <a:srgbClr val="188038"/>
                </a:solidFill>
              </a:rPr>
              <a:t>MOV</a:t>
            </a:r>
            <a:r>
              <a:rPr lang="en" sz="1600">
                <a:solidFill>
                  <a:srgbClr val="000000"/>
                </a:solidFill>
              </a:rPr>
              <a:t>, </a:t>
            </a:r>
            <a:r>
              <a:rPr lang="en" sz="1600">
                <a:solidFill>
                  <a:srgbClr val="188038"/>
                </a:solidFill>
              </a:rPr>
              <a:t>LEA</a:t>
            </a:r>
            <a:r>
              <a:rPr lang="en" sz="1600">
                <a:solidFill>
                  <a:srgbClr val="000000"/>
                </a:solidFill>
              </a:rPr>
              <a:t>, </a:t>
            </a:r>
            <a:r>
              <a:rPr lang="en" sz="1600">
                <a:solidFill>
                  <a:srgbClr val="188038"/>
                </a:solidFill>
              </a:rPr>
              <a:t>XCHG</a:t>
            </a:r>
            <a:r>
              <a:rPr lang="en" sz="1600">
                <a:solidFill>
                  <a:srgbClr val="000000"/>
                </a:solidFill>
              </a:rPr>
              <a:t>, etc.</a:t>
            </a:r>
            <a:endParaRPr sz="1600">
              <a:solidFill>
                <a:srgbClr val="000000"/>
              </a:solidFill>
            </a:endParaRPr>
          </a:p>
          <a:p>
            <a:pPr indent="-330200" lvl="0" marL="457200" rtl="0" algn="l">
              <a:spcBef>
                <a:spcPts val="0"/>
              </a:spcBef>
              <a:spcAft>
                <a:spcPts val="0"/>
              </a:spcAft>
              <a:buClr>
                <a:srgbClr val="000000"/>
              </a:buClr>
              <a:buSzPts val="1600"/>
              <a:buFont typeface="Arial"/>
              <a:buChar char="●"/>
            </a:pPr>
            <a:r>
              <a:rPr b="1" lang="en" sz="1600">
                <a:solidFill>
                  <a:srgbClr val="000000"/>
                </a:solidFill>
              </a:rPr>
              <a:t>Instrucciones de Entrada/Salida</a:t>
            </a:r>
            <a:r>
              <a:rPr lang="en" sz="1600">
                <a:solidFill>
                  <a:srgbClr val="000000"/>
                </a:solidFill>
              </a:rPr>
              <a:t>: </a:t>
            </a:r>
            <a:r>
              <a:rPr lang="en" sz="1600">
                <a:solidFill>
                  <a:srgbClr val="188038"/>
                </a:solidFill>
              </a:rPr>
              <a:t>IN</a:t>
            </a:r>
            <a:r>
              <a:rPr lang="en" sz="1600">
                <a:solidFill>
                  <a:srgbClr val="000000"/>
                </a:solidFill>
              </a:rPr>
              <a:t>, </a:t>
            </a:r>
            <a:r>
              <a:rPr lang="en" sz="1600">
                <a:solidFill>
                  <a:srgbClr val="188038"/>
                </a:solidFill>
              </a:rPr>
              <a:t>OUT</a:t>
            </a:r>
            <a:r>
              <a:rPr lang="en" sz="1600">
                <a:solidFill>
                  <a:srgbClr val="000000"/>
                </a:solidFill>
              </a:rPr>
              <a:t> para la comunicación con dispositivos de hardware.</a:t>
            </a:r>
            <a:endParaRPr sz="1600">
              <a:solidFill>
                <a:srgbClr val="000000"/>
              </a:solidFill>
            </a:endParaRPr>
          </a:p>
          <a:p>
            <a:pPr indent="-330200" lvl="0" marL="457200" rtl="0" algn="l">
              <a:spcBef>
                <a:spcPts val="0"/>
              </a:spcBef>
              <a:spcAft>
                <a:spcPts val="0"/>
              </a:spcAft>
              <a:buClr>
                <a:srgbClr val="000000"/>
              </a:buClr>
              <a:buSzPts val="1600"/>
              <a:buFont typeface="Arial"/>
              <a:buChar char="●"/>
            </a:pPr>
            <a:r>
              <a:rPr b="1" lang="en" sz="1600">
                <a:solidFill>
                  <a:srgbClr val="000000"/>
                </a:solidFill>
              </a:rPr>
              <a:t>Instrucciones SIMD (Single Instruction, Multiple Data)</a:t>
            </a:r>
            <a:r>
              <a:rPr lang="en" sz="1600">
                <a:solidFill>
                  <a:srgbClr val="000000"/>
                </a:solidFill>
              </a:rPr>
              <a:t>: Conjunto de instrucciones MMX, SSE, y SSE2, que permiten la operación paralela sobre vectores de datos.</a:t>
            </a:r>
            <a:endParaRPr sz="2200">
              <a:solidFill>
                <a:schemeClr val="dk2"/>
              </a:solidFill>
            </a:endParaRPr>
          </a:p>
        </p:txBody>
      </p:sp>
      <p:pic>
        <p:nvPicPr>
          <p:cNvPr id="344" name="Google Shape;344;p49"/>
          <p:cNvPicPr preferRelativeResize="0"/>
          <p:nvPr/>
        </p:nvPicPr>
        <p:blipFill>
          <a:blip r:embed="rId3">
            <a:alphaModFix/>
          </a:blip>
          <a:stretch>
            <a:fillRect/>
          </a:stretch>
        </p:blipFill>
        <p:spPr>
          <a:xfrm>
            <a:off x="8201477" y="0"/>
            <a:ext cx="942525" cy="621750"/>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50"/>
          <p:cNvSpPr txBox="1"/>
          <p:nvPr>
            <p:ph type="title"/>
          </p:nvPr>
        </p:nvSpPr>
        <p:spPr>
          <a:xfrm>
            <a:off x="727650" y="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x86</a:t>
            </a:r>
            <a:endParaRPr/>
          </a:p>
        </p:txBody>
      </p:sp>
      <p:sp>
        <p:nvSpPr>
          <p:cNvPr id="350" name="Google Shape;350;p50"/>
          <p:cNvSpPr txBox="1"/>
          <p:nvPr>
            <p:ph idx="1" type="body"/>
          </p:nvPr>
        </p:nvSpPr>
        <p:spPr>
          <a:xfrm>
            <a:off x="599850" y="535200"/>
            <a:ext cx="7816500" cy="42942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b="1" lang="en" sz="1600">
                <a:solidFill>
                  <a:srgbClr val="000000"/>
                </a:solidFill>
              </a:rPr>
              <a:t>Dirección de Memoria</a:t>
            </a:r>
            <a:endParaRPr b="1" sz="1600">
              <a:solidFill>
                <a:srgbClr val="000000"/>
              </a:solidFill>
            </a:endParaRPr>
          </a:p>
          <a:p>
            <a:pPr indent="-330200" lvl="0" marL="457200" rtl="0" algn="l">
              <a:spcBef>
                <a:spcPts val="1200"/>
              </a:spcBef>
              <a:spcAft>
                <a:spcPts val="0"/>
              </a:spcAft>
              <a:buClr>
                <a:srgbClr val="000000"/>
              </a:buClr>
              <a:buSzPts val="1600"/>
              <a:buFont typeface="Arial"/>
              <a:buChar char="●"/>
            </a:pPr>
            <a:r>
              <a:rPr b="1" lang="en" sz="1600">
                <a:solidFill>
                  <a:srgbClr val="000000"/>
                </a:solidFill>
              </a:rPr>
              <a:t>Modo de Dirección Lineal</a:t>
            </a:r>
            <a:r>
              <a:rPr lang="en" sz="1600">
                <a:solidFill>
                  <a:srgbClr val="000000"/>
                </a:solidFill>
              </a:rPr>
              <a:t>: Las direcciones de 32 bits permiten acceso directo a un espacio de 4 GB de memoria.</a:t>
            </a:r>
            <a:endParaRPr sz="1600">
              <a:solidFill>
                <a:srgbClr val="000000"/>
              </a:solidFill>
            </a:endParaRPr>
          </a:p>
          <a:p>
            <a:pPr indent="-330200" lvl="0" marL="457200" rtl="0" algn="l">
              <a:spcBef>
                <a:spcPts val="0"/>
              </a:spcBef>
              <a:spcAft>
                <a:spcPts val="0"/>
              </a:spcAft>
              <a:buClr>
                <a:srgbClr val="000000"/>
              </a:buClr>
              <a:buSzPts val="1600"/>
              <a:buFont typeface="Arial"/>
              <a:buChar char="●"/>
            </a:pPr>
            <a:r>
              <a:rPr b="1" lang="en" sz="1600">
                <a:solidFill>
                  <a:srgbClr val="000000"/>
                </a:solidFill>
              </a:rPr>
              <a:t>Segmentación y Paginación</a:t>
            </a:r>
            <a:r>
              <a:rPr lang="en" sz="1600">
                <a:solidFill>
                  <a:srgbClr val="000000"/>
                </a:solidFill>
              </a:rPr>
              <a:t>: El modo protegido usa segmentación para definir límites de memoria y paginación para gestionar la memoria virtual, permitiendo la creación de espacios de direcciones virtuales que se traducen a direcciones físicas.</a:t>
            </a:r>
            <a:endParaRPr sz="1600">
              <a:solidFill>
                <a:srgbClr val="000000"/>
              </a:solidFill>
            </a:endParaRPr>
          </a:p>
          <a:p>
            <a:pPr indent="0" lvl="0" marL="0" rtl="0" algn="l">
              <a:spcBef>
                <a:spcPts val="1200"/>
              </a:spcBef>
              <a:spcAft>
                <a:spcPts val="0"/>
              </a:spcAft>
              <a:buNone/>
            </a:pPr>
            <a:r>
              <a:rPr b="1" lang="en" sz="1600">
                <a:solidFill>
                  <a:srgbClr val="000000"/>
                </a:solidFill>
              </a:rPr>
              <a:t>Paginación</a:t>
            </a:r>
            <a:endParaRPr b="1" sz="1600">
              <a:solidFill>
                <a:srgbClr val="000000"/>
              </a:solidFill>
            </a:endParaRPr>
          </a:p>
          <a:p>
            <a:pPr indent="-330200" lvl="0" marL="457200" rtl="0" algn="l">
              <a:spcBef>
                <a:spcPts val="1200"/>
              </a:spcBef>
              <a:spcAft>
                <a:spcPts val="0"/>
              </a:spcAft>
              <a:buClr>
                <a:srgbClr val="000000"/>
              </a:buClr>
              <a:buSzPts val="1600"/>
              <a:buFont typeface="Arial"/>
              <a:buChar char="●"/>
            </a:pPr>
            <a:r>
              <a:rPr b="1" lang="en" sz="1600">
                <a:solidFill>
                  <a:srgbClr val="000000"/>
                </a:solidFill>
              </a:rPr>
              <a:t>Páginas de 4 KB</a:t>
            </a:r>
            <a:r>
              <a:rPr lang="en" sz="1600">
                <a:solidFill>
                  <a:srgbClr val="000000"/>
                </a:solidFill>
              </a:rPr>
              <a:t>: Paginación estándar donde el espacio de direcciones se divide en bloques de 4 KB.</a:t>
            </a:r>
            <a:endParaRPr sz="1600">
              <a:solidFill>
                <a:srgbClr val="000000"/>
              </a:solidFill>
            </a:endParaRPr>
          </a:p>
          <a:p>
            <a:pPr indent="-330200" lvl="0" marL="457200" rtl="0" algn="l">
              <a:spcBef>
                <a:spcPts val="0"/>
              </a:spcBef>
              <a:spcAft>
                <a:spcPts val="0"/>
              </a:spcAft>
              <a:buClr>
                <a:srgbClr val="000000"/>
              </a:buClr>
              <a:buSzPts val="1600"/>
              <a:buFont typeface="Arial"/>
              <a:buChar char="●"/>
            </a:pPr>
            <a:r>
              <a:rPr b="1" lang="en" sz="1600">
                <a:solidFill>
                  <a:srgbClr val="000000"/>
                </a:solidFill>
              </a:rPr>
              <a:t>Páginas Grandes</a:t>
            </a:r>
            <a:r>
              <a:rPr lang="en" sz="1600">
                <a:solidFill>
                  <a:srgbClr val="000000"/>
                </a:solidFill>
              </a:rPr>
              <a:t>: Opcionalmente, se pueden usar páginas de 4 MB para optimizar la gestión de memoria en ciertos escenarios.</a:t>
            </a:r>
            <a:endParaRPr b="1" sz="1600">
              <a:solidFill>
                <a:srgbClr val="000000"/>
              </a:solidFill>
            </a:endParaRPr>
          </a:p>
          <a:p>
            <a:pPr indent="0" lvl="0" marL="457200" rtl="0" algn="l">
              <a:spcBef>
                <a:spcPts val="1200"/>
              </a:spcBef>
              <a:spcAft>
                <a:spcPts val="1200"/>
              </a:spcAft>
              <a:buNone/>
            </a:pPr>
            <a:r>
              <a:t/>
            </a:r>
            <a:endParaRPr sz="1700">
              <a:solidFill>
                <a:schemeClr val="dk2"/>
              </a:solidFill>
            </a:endParaRPr>
          </a:p>
        </p:txBody>
      </p:sp>
      <p:pic>
        <p:nvPicPr>
          <p:cNvPr id="351" name="Google Shape;351;p50"/>
          <p:cNvPicPr preferRelativeResize="0"/>
          <p:nvPr/>
        </p:nvPicPr>
        <p:blipFill>
          <a:blip r:embed="rId3">
            <a:alphaModFix/>
          </a:blip>
          <a:stretch>
            <a:fillRect/>
          </a:stretch>
        </p:blipFill>
        <p:spPr>
          <a:xfrm>
            <a:off x="8201477" y="0"/>
            <a:ext cx="942525" cy="621750"/>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p51"/>
          <p:cNvSpPr txBox="1"/>
          <p:nvPr>
            <p:ph type="title"/>
          </p:nvPr>
        </p:nvSpPr>
        <p:spPr>
          <a:xfrm>
            <a:off x="727650" y="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x86</a:t>
            </a:r>
            <a:endParaRPr/>
          </a:p>
        </p:txBody>
      </p:sp>
      <p:sp>
        <p:nvSpPr>
          <p:cNvPr id="357" name="Google Shape;357;p51"/>
          <p:cNvSpPr txBox="1"/>
          <p:nvPr>
            <p:ph idx="1" type="body"/>
          </p:nvPr>
        </p:nvSpPr>
        <p:spPr>
          <a:xfrm>
            <a:off x="599850" y="535200"/>
            <a:ext cx="7816500" cy="42942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b="1" lang="en" sz="1600">
                <a:solidFill>
                  <a:srgbClr val="000000"/>
                </a:solidFill>
              </a:rPr>
              <a:t>Manejo de Excepciones e Interrupciones</a:t>
            </a:r>
            <a:endParaRPr b="1" sz="1600">
              <a:solidFill>
                <a:srgbClr val="000000"/>
              </a:solidFill>
            </a:endParaRPr>
          </a:p>
          <a:p>
            <a:pPr indent="-330200" lvl="0" marL="457200" rtl="0" algn="l">
              <a:spcBef>
                <a:spcPts val="1200"/>
              </a:spcBef>
              <a:spcAft>
                <a:spcPts val="0"/>
              </a:spcAft>
              <a:buClr>
                <a:srgbClr val="000000"/>
              </a:buClr>
              <a:buSzPts val="1600"/>
              <a:buFont typeface="Arial"/>
              <a:buChar char="●"/>
            </a:pPr>
            <a:r>
              <a:rPr b="1" lang="en" sz="1600">
                <a:solidFill>
                  <a:srgbClr val="000000"/>
                </a:solidFill>
              </a:rPr>
              <a:t>Interrupt Descriptor Table (IDT)</a:t>
            </a:r>
            <a:r>
              <a:rPr lang="en" sz="1600">
                <a:solidFill>
                  <a:srgbClr val="000000"/>
                </a:solidFill>
              </a:rPr>
              <a:t>: Tabla que define manejadores para interrupciones y excepciones, permitiendo un manejo estructurado de eventos del sistema, como fallos de página o interrupciones externas.</a:t>
            </a:r>
            <a:endParaRPr sz="1600">
              <a:solidFill>
                <a:srgbClr val="000000"/>
              </a:solidFill>
            </a:endParaRPr>
          </a:p>
          <a:p>
            <a:pPr indent="0" lvl="0" marL="0" rtl="0" algn="l">
              <a:spcBef>
                <a:spcPts val="1200"/>
              </a:spcBef>
              <a:spcAft>
                <a:spcPts val="0"/>
              </a:spcAft>
              <a:buNone/>
            </a:pPr>
            <a:r>
              <a:t/>
            </a:r>
            <a:endParaRPr b="1" sz="1600">
              <a:solidFill>
                <a:srgbClr val="000000"/>
              </a:solidFill>
            </a:endParaRPr>
          </a:p>
          <a:p>
            <a:pPr indent="0" lvl="0" marL="457200" rtl="0" algn="l">
              <a:spcBef>
                <a:spcPts val="1200"/>
              </a:spcBef>
              <a:spcAft>
                <a:spcPts val="0"/>
              </a:spcAft>
              <a:buNone/>
            </a:pPr>
            <a:r>
              <a:t/>
            </a:r>
            <a:endParaRPr b="1" sz="1600">
              <a:solidFill>
                <a:srgbClr val="000000"/>
              </a:solidFill>
            </a:endParaRPr>
          </a:p>
          <a:p>
            <a:pPr indent="0" lvl="0" marL="457200" rtl="0" algn="l">
              <a:spcBef>
                <a:spcPts val="1200"/>
              </a:spcBef>
              <a:spcAft>
                <a:spcPts val="0"/>
              </a:spcAft>
              <a:buNone/>
            </a:pPr>
            <a:r>
              <a:t/>
            </a:r>
            <a:endParaRPr b="1" sz="1600">
              <a:solidFill>
                <a:srgbClr val="000000"/>
              </a:solidFill>
            </a:endParaRPr>
          </a:p>
          <a:p>
            <a:pPr indent="0" lvl="0" marL="457200" rtl="0" algn="l">
              <a:spcBef>
                <a:spcPts val="1200"/>
              </a:spcBef>
              <a:spcAft>
                <a:spcPts val="1200"/>
              </a:spcAft>
              <a:buNone/>
            </a:pPr>
            <a:r>
              <a:t/>
            </a:r>
            <a:endParaRPr sz="1700">
              <a:solidFill>
                <a:schemeClr val="dk2"/>
              </a:solidFill>
            </a:endParaRPr>
          </a:p>
        </p:txBody>
      </p:sp>
      <p:pic>
        <p:nvPicPr>
          <p:cNvPr id="358" name="Google Shape;358;p51"/>
          <p:cNvPicPr preferRelativeResize="0"/>
          <p:nvPr/>
        </p:nvPicPr>
        <p:blipFill>
          <a:blip r:embed="rId3">
            <a:alphaModFix/>
          </a:blip>
          <a:stretch>
            <a:fillRect/>
          </a:stretch>
        </p:blipFill>
        <p:spPr>
          <a:xfrm>
            <a:off x="8201477" y="0"/>
            <a:ext cx="942525" cy="621750"/>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52"/>
          <p:cNvSpPr txBox="1"/>
          <p:nvPr>
            <p:ph idx="1" type="body"/>
          </p:nvPr>
        </p:nvSpPr>
        <p:spPr>
          <a:xfrm>
            <a:off x="212925" y="4601725"/>
            <a:ext cx="8520600" cy="420300"/>
          </a:xfrm>
          <a:prstGeom prst="rect">
            <a:avLst/>
          </a:prstGeom>
        </p:spPr>
        <p:txBody>
          <a:bodyPr anchorCtr="0" anchor="t" bIns="91425" lIns="91425" spcFirstLastPara="1" rIns="91425" wrap="square" tIns="91425">
            <a:normAutofit/>
          </a:bodyPr>
          <a:lstStyle/>
          <a:p>
            <a:pPr indent="0" lvl="0" marL="0" rtl="0" algn="ctr">
              <a:spcBef>
                <a:spcPts val="0"/>
              </a:spcBef>
              <a:spcAft>
                <a:spcPts val="1200"/>
              </a:spcAft>
              <a:buNone/>
            </a:pPr>
            <a:r>
              <a:rPr lang="en"/>
              <a:t>https://css.csail.mit.edu/6.858/2014/readings/i386.pdf</a:t>
            </a:r>
            <a:endParaRPr/>
          </a:p>
        </p:txBody>
      </p:sp>
      <p:sp>
        <p:nvSpPr>
          <p:cNvPr id="364" name="Google Shape;364;p52"/>
          <p:cNvSpPr txBox="1"/>
          <p:nvPr>
            <p:ph idx="1" type="body"/>
          </p:nvPr>
        </p:nvSpPr>
        <p:spPr>
          <a:xfrm>
            <a:off x="160200" y="0"/>
            <a:ext cx="8520600" cy="4203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b="1" lang="en"/>
              <a:t>Versión acotada del manual x86</a:t>
            </a:r>
            <a:endParaRPr b="1"/>
          </a:p>
        </p:txBody>
      </p:sp>
      <p:pic>
        <p:nvPicPr>
          <p:cNvPr id="365" name="Google Shape;365;p52"/>
          <p:cNvPicPr preferRelativeResize="0"/>
          <p:nvPr/>
        </p:nvPicPr>
        <p:blipFill>
          <a:blip r:embed="rId3">
            <a:alphaModFix/>
          </a:blip>
          <a:stretch>
            <a:fillRect/>
          </a:stretch>
        </p:blipFill>
        <p:spPr>
          <a:xfrm>
            <a:off x="3069525" y="527125"/>
            <a:ext cx="3004958" cy="3876626"/>
          </a:xfrm>
          <a:prstGeom prst="rect">
            <a:avLst/>
          </a:prstGeom>
          <a:noFill/>
          <a:ln>
            <a:noFill/>
          </a:ln>
          <a:effectLst>
            <a:outerShdw blurRad="57150" rotWithShape="0" algn="bl" dir="2700000" dist="47625">
              <a:srgbClr val="000000">
                <a:alpha val="50000"/>
              </a:srgbClr>
            </a:outerShdw>
          </a:effectLst>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p53"/>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Unix</a:t>
            </a:r>
            <a:br>
              <a:rPr lang="en"/>
            </a:br>
            <a:r>
              <a:rPr lang="en" sz="1900"/>
              <a:t>El caso de estudio fundamental</a:t>
            </a:r>
            <a:endParaRPr sz="1900"/>
          </a:p>
        </p:txBody>
      </p:sp>
      <p:sp>
        <p:nvSpPr>
          <p:cNvPr id="371" name="Google Shape;371;p53"/>
          <p:cNvSpPr txBox="1"/>
          <p:nvPr>
            <p:ph type="title"/>
          </p:nvPr>
        </p:nvSpPr>
        <p:spPr>
          <a:xfrm>
            <a:off x="840525" y="3137700"/>
            <a:ext cx="7688400" cy="2005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800"/>
              <a:t>Conceptos clave:</a:t>
            </a:r>
            <a:endParaRPr sz="1800"/>
          </a:p>
          <a:p>
            <a:pPr indent="-342900" lvl="0" marL="457200" rtl="0" algn="l">
              <a:spcBef>
                <a:spcPts val="0"/>
              </a:spcBef>
              <a:spcAft>
                <a:spcPts val="0"/>
              </a:spcAft>
              <a:buSzPts val="1800"/>
              <a:buChar char="●"/>
            </a:pPr>
            <a:r>
              <a:rPr b="0" lang="en" sz="1800"/>
              <a:t>Historia de Unix</a:t>
            </a:r>
            <a:endParaRPr b="0" sz="1800"/>
          </a:p>
          <a:p>
            <a:pPr indent="-342900" lvl="0" marL="457200" rtl="0" algn="l">
              <a:spcBef>
                <a:spcPts val="0"/>
              </a:spcBef>
              <a:spcAft>
                <a:spcPts val="0"/>
              </a:spcAft>
              <a:buSzPts val="1800"/>
              <a:buChar char="●"/>
            </a:pPr>
            <a:r>
              <a:rPr b="0" lang="en" sz="1800"/>
              <a:t>Decisiones de diseño de Unix</a:t>
            </a:r>
            <a:endParaRPr b="0" sz="1800"/>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p54"/>
          <p:cNvSpPr txBox="1"/>
          <p:nvPr>
            <p:ph type="title"/>
          </p:nvPr>
        </p:nvSpPr>
        <p:spPr>
          <a:xfrm>
            <a:off x="727650" y="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Unix</a:t>
            </a:r>
            <a:endParaRPr/>
          </a:p>
        </p:txBody>
      </p:sp>
      <p:sp>
        <p:nvSpPr>
          <p:cNvPr id="377" name="Google Shape;377;p54"/>
          <p:cNvSpPr txBox="1"/>
          <p:nvPr>
            <p:ph idx="1" type="body"/>
          </p:nvPr>
        </p:nvSpPr>
        <p:spPr>
          <a:xfrm>
            <a:off x="423750" y="612325"/>
            <a:ext cx="7992600" cy="4205400"/>
          </a:xfrm>
          <a:prstGeom prst="rect">
            <a:avLst/>
          </a:prstGeom>
        </p:spPr>
        <p:txBody>
          <a:bodyPr anchorCtr="0" anchor="t" bIns="91425" lIns="91425" spcFirstLastPara="1" rIns="91425" wrap="square" tIns="91425">
            <a:normAutofit/>
          </a:bodyPr>
          <a:lstStyle/>
          <a:p>
            <a:pPr indent="-349250" lvl="0" marL="457200" rtl="0" algn="l">
              <a:spcBef>
                <a:spcPts val="0"/>
              </a:spcBef>
              <a:spcAft>
                <a:spcPts val="0"/>
              </a:spcAft>
              <a:buSzPts val="1900"/>
              <a:buChar char="-"/>
            </a:pPr>
            <a:r>
              <a:rPr lang="en" sz="1900"/>
              <a:t>“</a:t>
            </a:r>
            <a:r>
              <a:rPr b="1" lang="en" sz="1900"/>
              <a:t>El</a:t>
            </a:r>
            <a:r>
              <a:rPr lang="en" sz="1900"/>
              <a:t>” sistema operativo.</a:t>
            </a:r>
            <a:endParaRPr sz="1900"/>
          </a:p>
          <a:p>
            <a:pPr indent="-349250" lvl="0" marL="457200" rtl="0" algn="l">
              <a:spcBef>
                <a:spcPts val="0"/>
              </a:spcBef>
              <a:spcAft>
                <a:spcPts val="0"/>
              </a:spcAft>
              <a:buSzPts val="1900"/>
              <a:buChar char="-"/>
            </a:pPr>
            <a:r>
              <a:rPr lang="en" sz="1900"/>
              <a:t>Primera version 1969.</a:t>
            </a:r>
            <a:endParaRPr sz="1900"/>
          </a:p>
          <a:p>
            <a:pPr indent="-349250" lvl="0" marL="457200" rtl="0" algn="l">
              <a:spcBef>
                <a:spcPts val="0"/>
              </a:spcBef>
              <a:spcAft>
                <a:spcPts val="0"/>
              </a:spcAft>
              <a:buSzPts val="1900"/>
              <a:buChar char="-"/>
            </a:pPr>
            <a:r>
              <a:rPr lang="en" sz="1900"/>
              <a:t>Tiene todo lo que un OS tiene que tener.</a:t>
            </a:r>
            <a:endParaRPr sz="1900"/>
          </a:p>
          <a:p>
            <a:pPr indent="-349250" lvl="0" marL="457200" rtl="0" algn="l">
              <a:spcBef>
                <a:spcPts val="0"/>
              </a:spcBef>
              <a:spcAft>
                <a:spcPts val="0"/>
              </a:spcAft>
              <a:buSzPts val="1900"/>
              <a:buChar char="-"/>
            </a:pPr>
            <a:r>
              <a:rPr lang="en" sz="1900"/>
              <a:t>Licencia Paga.</a:t>
            </a:r>
            <a:endParaRPr sz="1900"/>
          </a:p>
          <a:p>
            <a:pPr indent="0" lvl="0" marL="457200" rtl="0" algn="l">
              <a:spcBef>
                <a:spcPts val="1200"/>
              </a:spcBef>
              <a:spcAft>
                <a:spcPts val="0"/>
              </a:spcAft>
              <a:buNone/>
            </a:pPr>
            <a:r>
              <a:t/>
            </a:r>
            <a:endParaRPr sz="1900"/>
          </a:p>
          <a:p>
            <a:pPr indent="-349250" lvl="0" marL="457200" rtl="0" algn="l">
              <a:spcBef>
                <a:spcPts val="1200"/>
              </a:spcBef>
              <a:spcAft>
                <a:spcPts val="0"/>
              </a:spcAft>
              <a:buSzPts val="1900"/>
              <a:buChar char="-"/>
            </a:pPr>
            <a:r>
              <a:rPr lang="en" sz="1900"/>
              <a:t>El sistema operativo Unix de Ken Thompson y Dennis Ritchie  proporciona una interfaz reducida cuyos mecanismos se combinan bien, ofreciendo un grado sorprendente de generalidad.</a:t>
            </a:r>
            <a:endParaRPr sz="1900"/>
          </a:p>
          <a:p>
            <a:pPr indent="0" lvl="0" marL="457200" rtl="0" algn="l">
              <a:spcBef>
                <a:spcPts val="1200"/>
              </a:spcBef>
              <a:spcAft>
                <a:spcPts val="1200"/>
              </a:spcAft>
              <a:buNone/>
            </a:pPr>
            <a:r>
              <a:t/>
            </a:r>
            <a:endParaRPr sz="1900"/>
          </a:p>
        </p:txBody>
      </p:sp>
      <p:pic>
        <p:nvPicPr>
          <p:cNvPr id="378" name="Google Shape;378;p54"/>
          <p:cNvPicPr preferRelativeResize="0"/>
          <p:nvPr/>
        </p:nvPicPr>
        <p:blipFill>
          <a:blip r:embed="rId3">
            <a:alphaModFix/>
          </a:blip>
          <a:stretch>
            <a:fillRect/>
          </a:stretch>
        </p:blipFill>
        <p:spPr>
          <a:xfrm>
            <a:off x="6058450" y="0"/>
            <a:ext cx="2527074" cy="2148026"/>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pic>
        <p:nvPicPr>
          <p:cNvPr descr="Watch new AT&amp;T Archive films every Monday, Wednesday and Friday at http://techchannel.att.com/archives &#10; &#10;In the late 1960s, Bell Laboratories computer scientists Dennis Ritchie and Ken Thompson started work on a project that was inspired by an operating system called Multics, a joint project of MIT, GE, and Bell Labs. The host and narrator of this film, Victor Vyssotsky, also had worked on the Multics project. Ritchie and Thompson, recognizing some of the problems with the Multics OS, set out to create a more useful, flexible, and portable system for programmers to work with. &#10; &#10;What's fascinating about the growth of UNIX is the long amount of time that it was given to develop, almost organically, and based on the needs of the users and programmers. The first installation of the program was done as late as 1972 (on a NY Telephone branch computer). It was in conjunction with the refinement of the C programming language, principally designed by Dennis Ritchie. &#10; &#10;Because the Bell System had limitations placed by the government that prevented them from selling software, UNIX was made available under license to universities and the government. This helped further its development, as well as making it a more &quot;open&quot; system. &#10; &#10;This film &quot;The UNIX System: Making Computers More Productive&quot;, is one of two that Bell Labs made in 1982 about UNIX's significance, impact and usability. Even 10 years after its first installation, it's still an introduction to the system. The other film, &quot;The UNIX System: Making Computers Easier to Use&quot;, is roughly the same, only a little shorter. The former film was geared towards software developers and computer science students, the latter towards programmers specifically. &#10; &#10;The film contains interviews with primary developers Ritchie, Thompson, Brian Kernighan, and many others. &#10; &#10;While widespread use of UNIX has waned, most modern operating systems have at least a conceptual foundation in UNIX. &#10; &#10;Footage courtesy of AT&amp;T Archives and History Center, Warren, NJ" id="383" name="Google Shape;383;p55" title="AT&amp;T Archives: The UNIX Operating System">
            <a:hlinkClick r:id="rId3"/>
          </p:cNvPr>
          <p:cNvPicPr preferRelativeResize="0"/>
          <p:nvPr/>
        </p:nvPicPr>
        <p:blipFill>
          <a:blip r:embed="rId4">
            <a:alphaModFix/>
          </a:blip>
          <a:stretch>
            <a:fillRect/>
          </a:stretch>
        </p:blipFill>
        <p:spPr>
          <a:xfrm>
            <a:off x="1248175" y="618700"/>
            <a:ext cx="6944175" cy="3906100"/>
          </a:xfrm>
          <a:prstGeom prst="rect">
            <a:avLst/>
          </a:prstGeom>
          <a:noFill/>
          <a:ln>
            <a:noFill/>
          </a:ln>
        </p:spPr>
      </p:pic>
      <p:sp>
        <p:nvSpPr>
          <p:cNvPr id="384" name="Google Shape;384;p55"/>
          <p:cNvSpPr txBox="1"/>
          <p:nvPr>
            <p:ph type="title"/>
          </p:nvPr>
        </p:nvSpPr>
        <p:spPr>
          <a:xfrm>
            <a:off x="727650" y="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Unix</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3"/>
                                        </p:tgtEl>
                                        <p:attrNameLst>
                                          <p:attrName>style.visibility</p:attrName>
                                        </p:attrNameLst>
                                      </p:cBhvr>
                                      <p:to>
                                        <p:strVal val="visible"/>
                                      </p:to>
                                    </p:set>
                                    <p:animEffect filter="fade" transition="in">
                                      <p:cBhvr>
                                        <p:cTn dur="1000"/>
                                        <p:tgtEl>
                                          <p:spTgt spid="38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p56"/>
          <p:cNvSpPr txBox="1"/>
          <p:nvPr>
            <p:ph type="title"/>
          </p:nvPr>
        </p:nvSpPr>
        <p:spPr>
          <a:xfrm>
            <a:off x="727650" y="-8470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Unix: Philosophy</a:t>
            </a:r>
            <a:endParaRPr/>
          </a:p>
        </p:txBody>
      </p:sp>
      <p:sp>
        <p:nvSpPr>
          <p:cNvPr id="390" name="Google Shape;390;p56"/>
          <p:cNvSpPr txBox="1"/>
          <p:nvPr>
            <p:ph idx="1" type="body"/>
          </p:nvPr>
        </p:nvSpPr>
        <p:spPr>
          <a:xfrm>
            <a:off x="729450" y="601675"/>
            <a:ext cx="7992600" cy="43515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None/>
            </a:pPr>
            <a:r>
              <a:rPr b="1" lang="en" sz="1400">
                <a:solidFill>
                  <a:srgbClr val="000000"/>
                </a:solidFill>
              </a:rPr>
              <a:t>Simplicidad en Funcionalidades</a:t>
            </a:r>
            <a:r>
              <a:rPr lang="en" sz="1400">
                <a:solidFill>
                  <a:srgbClr val="000000"/>
                </a:solidFill>
              </a:rPr>
              <a:t>:</a:t>
            </a:r>
            <a:endParaRPr sz="1400">
              <a:solidFill>
                <a:srgbClr val="000000"/>
              </a:solidFill>
            </a:endParaRPr>
          </a:p>
          <a:p>
            <a:pPr indent="-317500" lvl="0" marL="457200" rtl="0" algn="l">
              <a:spcBef>
                <a:spcPts val="1200"/>
              </a:spcBef>
              <a:spcAft>
                <a:spcPts val="0"/>
              </a:spcAft>
              <a:buClr>
                <a:srgbClr val="000000"/>
              </a:buClr>
              <a:buSzPts val="1400"/>
              <a:buFont typeface="Lato"/>
              <a:buChar char="●"/>
            </a:pPr>
            <a:r>
              <a:rPr lang="en" sz="1400">
                <a:solidFill>
                  <a:srgbClr val="000000"/>
                </a:solidFill>
              </a:rPr>
              <a:t>Cada programa debe realizar</a:t>
            </a:r>
            <a:r>
              <a:rPr b="1" lang="en" sz="1400">
                <a:solidFill>
                  <a:srgbClr val="000000"/>
                </a:solidFill>
              </a:rPr>
              <a:t> una única tarea bien</a:t>
            </a:r>
            <a:r>
              <a:rPr lang="en" sz="1400">
                <a:solidFill>
                  <a:srgbClr val="000000"/>
                </a:solidFill>
              </a:rPr>
              <a:t>. Para nuevas funcionalidades, crea nuevos programas en lugar de añadir complejidad a los existentes.</a:t>
            </a:r>
            <a:endParaRPr sz="1400">
              <a:solidFill>
                <a:srgbClr val="000000"/>
              </a:solidFill>
            </a:endParaRPr>
          </a:p>
          <a:p>
            <a:pPr indent="0" lvl="0" marL="0" rtl="0" algn="l">
              <a:spcBef>
                <a:spcPts val="1200"/>
              </a:spcBef>
              <a:spcAft>
                <a:spcPts val="0"/>
              </a:spcAft>
              <a:buNone/>
            </a:pPr>
            <a:r>
              <a:rPr b="1" lang="en" sz="1400">
                <a:solidFill>
                  <a:srgbClr val="000000"/>
                </a:solidFill>
              </a:rPr>
              <a:t>Interoperabilidad y Simplicidad en la Salida</a:t>
            </a:r>
            <a:r>
              <a:rPr lang="en" sz="1400">
                <a:solidFill>
                  <a:srgbClr val="000000"/>
                </a:solidFill>
              </a:rPr>
              <a:t>:</a:t>
            </a:r>
            <a:endParaRPr sz="1400">
              <a:solidFill>
                <a:srgbClr val="000000"/>
              </a:solidFill>
            </a:endParaRPr>
          </a:p>
          <a:p>
            <a:pPr indent="-317500" lvl="0" marL="457200" rtl="0" algn="l">
              <a:spcBef>
                <a:spcPts val="1200"/>
              </a:spcBef>
              <a:spcAft>
                <a:spcPts val="0"/>
              </a:spcAft>
              <a:buClr>
                <a:srgbClr val="000000"/>
              </a:buClr>
              <a:buSzPts val="1400"/>
              <a:buFont typeface="Lato"/>
              <a:buChar char="●"/>
            </a:pPr>
            <a:r>
              <a:rPr lang="en" sz="1400">
                <a:solidFill>
                  <a:srgbClr val="000000"/>
                </a:solidFill>
              </a:rPr>
              <a:t>Diseña la </a:t>
            </a:r>
            <a:r>
              <a:rPr b="1" lang="en" sz="1400">
                <a:solidFill>
                  <a:srgbClr val="000000"/>
                </a:solidFill>
              </a:rPr>
              <a:t>salida de cada programa</a:t>
            </a:r>
            <a:r>
              <a:rPr lang="en" sz="1400">
                <a:solidFill>
                  <a:srgbClr val="000000"/>
                </a:solidFill>
              </a:rPr>
              <a:t> para que pueda ser utilizada como </a:t>
            </a:r>
            <a:r>
              <a:rPr b="1" lang="en" sz="1400">
                <a:solidFill>
                  <a:srgbClr val="000000"/>
                </a:solidFill>
              </a:rPr>
              <a:t>entrada de otros programas</a:t>
            </a:r>
            <a:r>
              <a:rPr lang="en" sz="1400">
                <a:solidFill>
                  <a:srgbClr val="000000"/>
                </a:solidFill>
              </a:rPr>
              <a:t>. Evita formatos complejos o interactivos.</a:t>
            </a:r>
            <a:endParaRPr sz="1400">
              <a:solidFill>
                <a:srgbClr val="000000"/>
              </a:solidFill>
            </a:endParaRPr>
          </a:p>
          <a:p>
            <a:pPr indent="0" lvl="0" marL="0" rtl="0" algn="l">
              <a:spcBef>
                <a:spcPts val="1200"/>
              </a:spcBef>
              <a:spcAft>
                <a:spcPts val="0"/>
              </a:spcAft>
              <a:buNone/>
            </a:pPr>
            <a:r>
              <a:rPr b="1" lang="en" sz="1400">
                <a:solidFill>
                  <a:srgbClr val="000000"/>
                </a:solidFill>
              </a:rPr>
              <a:t>Pruebas Tempranas y Refactorización</a:t>
            </a:r>
            <a:r>
              <a:rPr lang="en" sz="1400">
                <a:solidFill>
                  <a:srgbClr val="000000"/>
                </a:solidFill>
              </a:rPr>
              <a:t>:</a:t>
            </a:r>
            <a:endParaRPr sz="1400">
              <a:solidFill>
                <a:srgbClr val="000000"/>
              </a:solidFill>
            </a:endParaRPr>
          </a:p>
          <a:p>
            <a:pPr indent="-317500" lvl="0" marL="457200" rtl="0" algn="l">
              <a:spcBef>
                <a:spcPts val="1200"/>
              </a:spcBef>
              <a:spcAft>
                <a:spcPts val="0"/>
              </a:spcAft>
              <a:buClr>
                <a:srgbClr val="000000"/>
              </a:buClr>
              <a:buSzPts val="1400"/>
              <a:buFont typeface="Lato"/>
              <a:buChar char="●"/>
            </a:pPr>
            <a:r>
              <a:rPr lang="en" sz="1400">
                <a:solidFill>
                  <a:srgbClr val="000000"/>
                </a:solidFill>
              </a:rPr>
              <a:t>Diseña software, incluidos sistemas operativos, para ser probado temprano, idealmente en semanas. No dudes en descartar y rehacer partes ineficaces.</a:t>
            </a:r>
            <a:endParaRPr sz="1400">
              <a:solidFill>
                <a:srgbClr val="000000"/>
              </a:solidFill>
            </a:endParaRPr>
          </a:p>
          <a:p>
            <a:pPr indent="0" lvl="0" marL="0" rtl="0" algn="l">
              <a:spcBef>
                <a:spcPts val="1200"/>
              </a:spcBef>
              <a:spcAft>
                <a:spcPts val="0"/>
              </a:spcAft>
              <a:buNone/>
            </a:pPr>
            <a:r>
              <a:rPr b="1" lang="en" sz="1400">
                <a:solidFill>
                  <a:srgbClr val="000000"/>
                </a:solidFill>
              </a:rPr>
              <a:t>Uso de Herramientas para Eficiencia</a:t>
            </a:r>
            <a:r>
              <a:rPr lang="en" sz="1400">
                <a:solidFill>
                  <a:srgbClr val="000000"/>
                </a:solidFill>
              </a:rPr>
              <a:t>:</a:t>
            </a:r>
            <a:endParaRPr sz="1400">
              <a:solidFill>
                <a:srgbClr val="000000"/>
              </a:solidFill>
            </a:endParaRPr>
          </a:p>
          <a:p>
            <a:pPr indent="-317500" lvl="0" marL="457200" rtl="0" algn="l">
              <a:spcBef>
                <a:spcPts val="1200"/>
              </a:spcBef>
              <a:spcAft>
                <a:spcPts val="0"/>
              </a:spcAft>
              <a:buClr>
                <a:srgbClr val="000000"/>
              </a:buClr>
              <a:buSzPts val="1400"/>
              <a:buFont typeface="Lato"/>
              <a:buChar char="●"/>
            </a:pPr>
            <a:r>
              <a:rPr lang="en" sz="1400">
                <a:solidFill>
                  <a:srgbClr val="000000"/>
                </a:solidFill>
              </a:rPr>
              <a:t>Utiliza herramientas especializadas para simplificar tareas de programación, incluso si implica construir herramientas temporales que se descarten después de su uso.</a:t>
            </a:r>
            <a:endParaRPr sz="1313"/>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sp>
        <p:nvSpPr>
          <p:cNvPr id="395" name="Google Shape;395;p57"/>
          <p:cNvSpPr txBox="1"/>
          <p:nvPr>
            <p:ph type="title"/>
          </p:nvPr>
        </p:nvSpPr>
        <p:spPr>
          <a:xfrm>
            <a:off x="604100" y="4378775"/>
            <a:ext cx="7377300" cy="468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u="sng">
                <a:solidFill>
                  <a:schemeClr val="hlink"/>
                </a:solidFill>
                <a:hlinkClick r:id="rId3"/>
              </a:rPr>
              <a:t>Unix Evolution</a:t>
            </a:r>
            <a:endParaRPr/>
          </a:p>
        </p:txBody>
      </p:sp>
      <p:pic>
        <p:nvPicPr>
          <p:cNvPr id="396" name="Google Shape;396;p57"/>
          <p:cNvPicPr preferRelativeResize="0"/>
          <p:nvPr/>
        </p:nvPicPr>
        <p:blipFill>
          <a:blip r:embed="rId4">
            <a:alphaModFix/>
          </a:blip>
          <a:stretch>
            <a:fillRect/>
          </a:stretch>
        </p:blipFill>
        <p:spPr>
          <a:xfrm>
            <a:off x="1378351" y="98325"/>
            <a:ext cx="6264675" cy="4360799"/>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 name="Shape 400"/>
        <p:cNvGrpSpPr/>
        <p:nvPr/>
      </p:nvGrpSpPr>
      <p:grpSpPr>
        <a:xfrm>
          <a:off x="0" y="0"/>
          <a:ext cx="0" cy="0"/>
          <a:chOff x="0" y="0"/>
          <a:chExt cx="0" cy="0"/>
        </a:xfrm>
      </p:grpSpPr>
      <p:sp>
        <p:nvSpPr>
          <p:cNvPr id="401" name="Google Shape;401;p58"/>
          <p:cNvSpPr txBox="1"/>
          <p:nvPr>
            <p:ph idx="1" type="body"/>
          </p:nvPr>
        </p:nvSpPr>
        <p:spPr>
          <a:xfrm>
            <a:off x="724950" y="4372551"/>
            <a:ext cx="7697400" cy="460500"/>
          </a:xfrm>
          <a:prstGeom prst="rect">
            <a:avLst/>
          </a:prstGeom>
        </p:spPr>
        <p:txBody>
          <a:bodyPr anchorCtr="0" anchor="ctr" bIns="91425" lIns="91425" spcFirstLastPara="1" rIns="91425" wrap="square" tIns="91425">
            <a:normAutofit fontScale="77500" lnSpcReduction="20000"/>
          </a:bodyPr>
          <a:lstStyle/>
          <a:p>
            <a:pPr indent="0" lvl="0" marL="0" rtl="0" algn="l">
              <a:spcBef>
                <a:spcPts val="0"/>
              </a:spcBef>
              <a:spcAft>
                <a:spcPts val="0"/>
              </a:spcAft>
              <a:buNone/>
            </a:pPr>
            <a:r>
              <a:rPr b="1" lang="en" sz="2800">
                <a:solidFill>
                  <a:schemeClr val="dk2"/>
                </a:solidFill>
                <a:latin typeface="Raleway"/>
                <a:ea typeface="Raleway"/>
                <a:cs typeface="Raleway"/>
                <a:sym typeface="Raleway"/>
              </a:rPr>
              <a:t>Sistema Operativo</a:t>
            </a:r>
            <a:endParaRPr sz="2500"/>
          </a:p>
        </p:txBody>
      </p:sp>
      <p:pic>
        <p:nvPicPr>
          <p:cNvPr id="402" name="Google Shape;402;p58"/>
          <p:cNvPicPr preferRelativeResize="0"/>
          <p:nvPr/>
        </p:nvPicPr>
        <p:blipFill>
          <a:blip r:embed="rId3">
            <a:alphaModFix/>
          </a:blip>
          <a:stretch>
            <a:fillRect/>
          </a:stretch>
        </p:blipFill>
        <p:spPr>
          <a:xfrm>
            <a:off x="1183825" y="253451"/>
            <a:ext cx="6136825" cy="3983050"/>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6" name="Shape 406"/>
        <p:cNvGrpSpPr/>
        <p:nvPr/>
      </p:nvGrpSpPr>
      <p:grpSpPr>
        <a:xfrm>
          <a:off x="0" y="0"/>
          <a:ext cx="0" cy="0"/>
          <a:chOff x="0" y="0"/>
          <a:chExt cx="0" cy="0"/>
        </a:xfrm>
      </p:grpSpPr>
      <p:sp>
        <p:nvSpPr>
          <p:cNvPr id="407" name="Google Shape;407;p59"/>
          <p:cNvSpPr txBox="1"/>
          <p:nvPr>
            <p:ph idx="1" type="body"/>
          </p:nvPr>
        </p:nvSpPr>
        <p:spPr>
          <a:xfrm>
            <a:off x="235075" y="1460625"/>
            <a:ext cx="2704200" cy="1287900"/>
          </a:xfrm>
          <a:prstGeom prst="rect">
            <a:avLst/>
          </a:prstGeom>
        </p:spPr>
        <p:txBody>
          <a:bodyPr anchorCtr="0" anchor="ctr" bIns="91425" lIns="91425" spcFirstLastPara="1" rIns="91425" wrap="square" tIns="91425">
            <a:normAutofit lnSpcReduction="20000"/>
          </a:bodyPr>
          <a:lstStyle/>
          <a:p>
            <a:pPr indent="0" lvl="0" marL="0" rtl="0" algn="l">
              <a:spcBef>
                <a:spcPts val="0"/>
              </a:spcBef>
              <a:spcAft>
                <a:spcPts val="0"/>
              </a:spcAft>
              <a:buNone/>
            </a:pPr>
            <a:r>
              <a:rPr b="1" lang="en" sz="2800">
                <a:solidFill>
                  <a:schemeClr val="dk2"/>
                </a:solidFill>
                <a:latin typeface="Raleway"/>
                <a:ea typeface="Raleway"/>
                <a:cs typeface="Raleway"/>
                <a:sym typeface="Raleway"/>
              </a:rPr>
              <a:t>Sistema </a:t>
            </a:r>
            <a:endParaRPr b="1" sz="2800">
              <a:solidFill>
                <a:schemeClr val="dk2"/>
              </a:solidFill>
              <a:latin typeface="Raleway"/>
              <a:ea typeface="Raleway"/>
              <a:cs typeface="Raleway"/>
              <a:sym typeface="Raleway"/>
            </a:endParaRPr>
          </a:p>
          <a:p>
            <a:pPr indent="0" lvl="0" marL="0" rtl="0" algn="l">
              <a:spcBef>
                <a:spcPts val="0"/>
              </a:spcBef>
              <a:spcAft>
                <a:spcPts val="0"/>
              </a:spcAft>
              <a:buNone/>
            </a:pPr>
            <a:r>
              <a:rPr b="1" lang="en" sz="2800">
                <a:solidFill>
                  <a:schemeClr val="dk2"/>
                </a:solidFill>
                <a:latin typeface="Raleway"/>
                <a:ea typeface="Raleway"/>
                <a:cs typeface="Raleway"/>
                <a:sym typeface="Raleway"/>
              </a:rPr>
              <a:t>Operativo</a:t>
            </a:r>
            <a:endParaRPr b="1" sz="2800">
              <a:solidFill>
                <a:schemeClr val="dk2"/>
              </a:solidFill>
              <a:latin typeface="Raleway"/>
              <a:ea typeface="Raleway"/>
              <a:cs typeface="Raleway"/>
              <a:sym typeface="Raleway"/>
            </a:endParaRPr>
          </a:p>
          <a:p>
            <a:pPr indent="0" lvl="0" marL="0" rtl="0" algn="l">
              <a:spcBef>
                <a:spcPts val="0"/>
              </a:spcBef>
              <a:spcAft>
                <a:spcPts val="0"/>
              </a:spcAft>
              <a:buNone/>
            </a:pPr>
            <a:r>
              <a:rPr b="1" lang="en" sz="2800">
                <a:solidFill>
                  <a:schemeClr val="dk2"/>
                </a:solidFill>
                <a:latin typeface="Raleway"/>
                <a:ea typeface="Raleway"/>
                <a:cs typeface="Raleway"/>
                <a:sym typeface="Raleway"/>
              </a:rPr>
              <a:t>Unix-like</a:t>
            </a:r>
            <a:endParaRPr b="1" sz="2800">
              <a:solidFill>
                <a:schemeClr val="dk2"/>
              </a:solidFill>
              <a:latin typeface="Raleway"/>
              <a:ea typeface="Raleway"/>
              <a:cs typeface="Raleway"/>
              <a:sym typeface="Raleway"/>
            </a:endParaRPr>
          </a:p>
        </p:txBody>
      </p:sp>
      <p:pic>
        <p:nvPicPr>
          <p:cNvPr id="408" name="Google Shape;408;p59"/>
          <p:cNvPicPr preferRelativeResize="0"/>
          <p:nvPr/>
        </p:nvPicPr>
        <p:blipFill>
          <a:blip r:embed="rId3">
            <a:alphaModFix/>
          </a:blip>
          <a:stretch>
            <a:fillRect/>
          </a:stretch>
        </p:blipFill>
        <p:spPr>
          <a:xfrm>
            <a:off x="3368315" y="104200"/>
            <a:ext cx="4883875" cy="4935075"/>
          </a:xfrm>
          <a:prstGeom prst="rect">
            <a:avLst/>
          </a:prstGeom>
          <a:noFill/>
          <a:ln>
            <a:noFill/>
          </a:ln>
        </p:spPr>
      </p:pic>
      <p:sp>
        <p:nvSpPr>
          <p:cNvPr id="409" name="Google Shape;409;p59"/>
          <p:cNvSpPr txBox="1"/>
          <p:nvPr/>
        </p:nvSpPr>
        <p:spPr>
          <a:xfrm>
            <a:off x="3624300" y="612300"/>
            <a:ext cx="947700" cy="383400"/>
          </a:xfrm>
          <a:prstGeom prst="rect">
            <a:avLst/>
          </a:prstGeom>
          <a:noFill/>
          <a:ln>
            <a:noFill/>
          </a:ln>
          <a:effectLst>
            <a:outerShdw blurRad="57150" rotWithShape="0" algn="bl" dir="5400000" dist="19050">
              <a:srgbClr val="000000">
                <a:alpha val="1000"/>
              </a:srgbClr>
            </a:outerShdw>
          </a:effectLst>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dk2"/>
                </a:solidFill>
                <a:highlight>
                  <a:schemeClr val="lt1"/>
                </a:highlight>
              </a:rPr>
              <a:t>User-land</a:t>
            </a:r>
            <a:endParaRPr sz="1300">
              <a:solidFill>
                <a:schemeClr val="dk2"/>
              </a:solidFill>
              <a:highlight>
                <a:schemeClr val="lt1"/>
              </a:highlight>
            </a:endParaRPr>
          </a:p>
        </p:txBody>
      </p:sp>
      <p:sp>
        <p:nvSpPr>
          <p:cNvPr id="410" name="Google Shape;410;p59"/>
          <p:cNvSpPr txBox="1"/>
          <p:nvPr/>
        </p:nvSpPr>
        <p:spPr>
          <a:xfrm>
            <a:off x="3456750" y="1789275"/>
            <a:ext cx="1282800" cy="383400"/>
          </a:xfrm>
          <a:prstGeom prst="rect">
            <a:avLst/>
          </a:prstGeom>
          <a:noFill/>
          <a:ln>
            <a:noFill/>
          </a:ln>
          <a:effectLst>
            <a:outerShdw blurRad="57150" rotWithShape="0" algn="bl" dir="5400000" dist="19050">
              <a:srgbClr val="000000">
                <a:alpha val="0"/>
              </a:srgbClr>
            </a:outerShdw>
          </a:effectLst>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dk2"/>
                </a:solidFill>
                <a:highlight>
                  <a:schemeClr val="lt1"/>
                </a:highlight>
              </a:rPr>
              <a:t>Kernel</a:t>
            </a:r>
            <a:r>
              <a:rPr lang="en" sz="1300">
                <a:solidFill>
                  <a:schemeClr val="dk2"/>
                </a:solidFill>
                <a:highlight>
                  <a:schemeClr val="lt1"/>
                </a:highlight>
              </a:rPr>
              <a:t>-land  </a:t>
            </a:r>
            <a:endParaRPr sz="1300">
              <a:solidFill>
                <a:schemeClr val="dk2"/>
              </a:solidFill>
              <a:highlight>
                <a:schemeClr val="lt1"/>
              </a:highlight>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 name="Shape 414"/>
        <p:cNvGrpSpPr/>
        <p:nvPr/>
      </p:nvGrpSpPr>
      <p:grpSpPr>
        <a:xfrm>
          <a:off x="0" y="0"/>
          <a:ext cx="0" cy="0"/>
          <a:chOff x="0" y="0"/>
          <a:chExt cx="0" cy="0"/>
        </a:xfrm>
      </p:grpSpPr>
      <p:sp>
        <p:nvSpPr>
          <p:cNvPr id="415" name="Google Shape;415;p60"/>
          <p:cNvSpPr txBox="1"/>
          <p:nvPr>
            <p:ph type="title"/>
          </p:nvPr>
        </p:nvSpPr>
        <p:spPr>
          <a:xfrm>
            <a:off x="727650" y="-6340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Linux: el Kernel</a:t>
            </a:r>
            <a:endParaRPr/>
          </a:p>
        </p:txBody>
      </p:sp>
      <p:sp>
        <p:nvSpPr>
          <p:cNvPr id="416" name="Google Shape;416;p60"/>
          <p:cNvSpPr txBox="1"/>
          <p:nvPr>
            <p:ph idx="1" type="body"/>
          </p:nvPr>
        </p:nvSpPr>
        <p:spPr>
          <a:xfrm>
            <a:off x="729450" y="545325"/>
            <a:ext cx="7992600" cy="4407600"/>
          </a:xfrm>
          <a:prstGeom prst="rect">
            <a:avLst/>
          </a:prstGeom>
        </p:spPr>
        <p:txBody>
          <a:bodyPr anchorCtr="0" anchor="t" bIns="91425" lIns="91425" spcFirstLastPara="1" rIns="91425" wrap="square" tIns="91425">
            <a:normAutofit/>
          </a:bodyPr>
          <a:lstStyle/>
          <a:p>
            <a:pPr indent="0" lvl="0" marL="457200" rtl="0" algn="l">
              <a:spcBef>
                <a:spcPts val="0"/>
              </a:spcBef>
              <a:spcAft>
                <a:spcPts val="0"/>
              </a:spcAft>
              <a:buNone/>
            </a:pPr>
            <a:r>
              <a:rPr lang="en" sz="2500"/>
              <a:t>Unix toma la forma tradicional de un kernel, u</a:t>
            </a:r>
            <a:r>
              <a:rPr lang="en" sz="2500"/>
              <a:t>n programa especial que proporciona servicios a los programas en ejecución.</a:t>
            </a:r>
            <a:endParaRPr sz="2500"/>
          </a:p>
          <a:p>
            <a:pPr indent="0" lvl="0" marL="457200" rtl="0" algn="l">
              <a:spcBef>
                <a:spcPts val="1200"/>
              </a:spcBef>
              <a:spcAft>
                <a:spcPts val="1200"/>
              </a:spcAft>
              <a:buNone/>
            </a:pPr>
            <a:r>
              <a:t/>
            </a:r>
            <a:endParaRPr sz="2500"/>
          </a:p>
        </p:txBody>
      </p:sp>
      <p:pic>
        <p:nvPicPr>
          <p:cNvPr id="417" name="Google Shape;417;p60"/>
          <p:cNvPicPr preferRelativeResize="0"/>
          <p:nvPr/>
        </p:nvPicPr>
        <p:blipFill>
          <a:blip r:embed="rId3">
            <a:alphaModFix/>
          </a:blip>
          <a:stretch>
            <a:fillRect/>
          </a:stretch>
        </p:blipFill>
        <p:spPr>
          <a:xfrm>
            <a:off x="6549550" y="2575800"/>
            <a:ext cx="1733100" cy="1733100"/>
          </a:xfrm>
          <a:prstGeom prst="rect">
            <a:avLst/>
          </a:prstGeom>
          <a:noFill/>
          <a:ln>
            <a:noFill/>
          </a:ln>
        </p:spPr>
      </p:pic>
      <p:pic>
        <p:nvPicPr>
          <p:cNvPr id="418" name="Google Shape;418;p60"/>
          <p:cNvPicPr preferRelativeResize="0"/>
          <p:nvPr/>
        </p:nvPicPr>
        <p:blipFill>
          <a:blip r:embed="rId4">
            <a:alphaModFix/>
          </a:blip>
          <a:stretch>
            <a:fillRect/>
          </a:stretch>
        </p:blipFill>
        <p:spPr>
          <a:xfrm>
            <a:off x="2895675" y="1931775"/>
            <a:ext cx="3021150" cy="3021150"/>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61"/>
          <p:cNvSpPr txBox="1"/>
          <p:nvPr>
            <p:ph type="title"/>
          </p:nvPr>
        </p:nvSpPr>
        <p:spPr>
          <a:xfrm>
            <a:off x="727650" y="-6340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Linux: el Kernel</a:t>
            </a:r>
            <a:endParaRPr/>
          </a:p>
        </p:txBody>
      </p:sp>
      <p:sp>
        <p:nvSpPr>
          <p:cNvPr id="424" name="Google Shape;424;p61"/>
          <p:cNvSpPr txBox="1"/>
          <p:nvPr>
            <p:ph idx="1" type="body"/>
          </p:nvPr>
        </p:nvSpPr>
        <p:spPr>
          <a:xfrm>
            <a:off x="729450" y="545325"/>
            <a:ext cx="7992600" cy="4407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500"/>
              <a:t>El kernel o </a:t>
            </a:r>
            <a:r>
              <a:rPr lang="en" sz="2500"/>
              <a:t>núcleo</a:t>
            </a:r>
            <a:r>
              <a:rPr lang="en" sz="2500"/>
              <a:t> es la barrera entre las aplicaciones de usuario y el hardware.</a:t>
            </a:r>
            <a:endParaRPr sz="2500"/>
          </a:p>
          <a:p>
            <a:pPr indent="0" lvl="0" marL="457200" rtl="0" algn="l">
              <a:spcBef>
                <a:spcPts val="1200"/>
              </a:spcBef>
              <a:spcAft>
                <a:spcPts val="1200"/>
              </a:spcAft>
              <a:buNone/>
            </a:pPr>
            <a:r>
              <a:t/>
            </a:r>
            <a:endParaRPr sz="2500"/>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8" name="Shape 428"/>
        <p:cNvGrpSpPr/>
        <p:nvPr/>
      </p:nvGrpSpPr>
      <p:grpSpPr>
        <a:xfrm>
          <a:off x="0" y="0"/>
          <a:ext cx="0" cy="0"/>
          <a:chOff x="0" y="0"/>
          <a:chExt cx="0" cy="0"/>
        </a:xfrm>
      </p:grpSpPr>
      <p:sp>
        <p:nvSpPr>
          <p:cNvPr id="429" name="Google Shape;429;p62"/>
          <p:cNvSpPr txBox="1"/>
          <p:nvPr>
            <p:ph type="title"/>
          </p:nvPr>
        </p:nvSpPr>
        <p:spPr>
          <a:xfrm>
            <a:off x="727650" y="67140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Linux: el Kernel</a:t>
            </a:r>
            <a:endParaRPr/>
          </a:p>
        </p:txBody>
      </p:sp>
      <p:sp>
        <p:nvSpPr>
          <p:cNvPr id="430" name="Google Shape;430;p62"/>
          <p:cNvSpPr txBox="1"/>
          <p:nvPr>
            <p:ph idx="1" type="body"/>
          </p:nvPr>
        </p:nvSpPr>
        <p:spPr>
          <a:xfrm>
            <a:off x="729450" y="1381225"/>
            <a:ext cx="7992600" cy="3571800"/>
          </a:xfrm>
          <a:prstGeom prst="rect">
            <a:avLst/>
          </a:prstGeom>
        </p:spPr>
        <p:txBody>
          <a:bodyPr anchorCtr="0" anchor="t" bIns="91425" lIns="91425" spcFirstLastPara="1" rIns="91425" wrap="square" tIns="91425">
            <a:normAutofit/>
          </a:bodyPr>
          <a:lstStyle/>
          <a:p>
            <a:pPr indent="0" lvl="0" marL="457200" rtl="0" algn="l">
              <a:spcBef>
                <a:spcPts val="0"/>
              </a:spcBef>
              <a:spcAft>
                <a:spcPts val="0"/>
              </a:spcAft>
              <a:buNone/>
            </a:pPr>
            <a:r>
              <a:t/>
            </a:r>
            <a:endParaRPr sz="2500"/>
          </a:p>
          <a:p>
            <a:pPr indent="0" lvl="0" marL="457200" rtl="0" algn="l">
              <a:spcBef>
                <a:spcPts val="1200"/>
              </a:spcBef>
              <a:spcAft>
                <a:spcPts val="1200"/>
              </a:spcAft>
              <a:buNone/>
            </a:pPr>
            <a:r>
              <a:t/>
            </a:r>
            <a:endParaRPr sz="2500"/>
          </a:p>
        </p:txBody>
      </p:sp>
      <p:pic>
        <p:nvPicPr>
          <p:cNvPr id="431" name="Google Shape;431;p62"/>
          <p:cNvPicPr preferRelativeResize="0"/>
          <p:nvPr/>
        </p:nvPicPr>
        <p:blipFill>
          <a:blip r:embed="rId3">
            <a:alphaModFix/>
          </a:blip>
          <a:stretch>
            <a:fillRect/>
          </a:stretch>
        </p:blipFill>
        <p:spPr>
          <a:xfrm>
            <a:off x="7561521" y="90821"/>
            <a:ext cx="1411750" cy="1411750"/>
          </a:xfrm>
          <a:prstGeom prst="rect">
            <a:avLst/>
          </a:prstGeom>
          <a:noFill/>
          <a:ln>
            <a:noFill/>
          </a:ln>
        </p:spPr>
      </p:pic>
      <p:pic>
        <p:nvPicPr>
          <p:cNvPr id="432" name="Google Shape;432;p62"/>
          <p:cNvPicPr preferRelativeResize="0"/>
          <p:nvPr/>
        </p:nvPicPr>
        <p:blipFill>
          <a:blip r:embed="rId4">
            <a:alphaModFix/>
          </a:blip>
          <a:stretch>
            <a:fillRect/>
          </a:stretch>
        </p:blipFill>
        <p:spPr>
          <a:xfrm>
            <a:off x="1017140" y="1465375"/>
            <a:ext cx="7417224" cy="3403500"/>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6" name="Shape 436"/>
        <p:cNvGrpSpPr/>
        <p:nvPr/>
      </p:nvGrpSpPr>
      <p:grpSpPr>
        <a:xfrm>
          <a:off x="0" y="0"/>
          <a:ext cx="0" cy="0"/>
          <a:chOff x="0" y="0"/>
          <a:chExt cx="0" cy="0"/>
        </a:xfrm>
      </p:grpSpPr>
      <p:sp>
        <p:nvSpPr>
          <p:cNvPr id="437" name="Google Shape;437;p63"/>
          <p:cNvSpPr txBox="1"/>
          <p:nvPr>
            <p:ph type="title"/>
          </p:nvPr>
        </p:nvSpPr>
        <p:spPr>
          <a:xfrm>
            <a:off x="727650" y="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Requisitos Clave de un Sistema Operativo</a:t>
            </a:r>
            <a:endParaRPr/>
          </a:p>
          <a:p>
            <a:pPr indent="0" lvl="0" marL="0" rtl="0" algn="l">
              <a:spcBef>
                <a:spcPts val="0"/>
              </a:spcBef>
              <a:spcAft>
                <a:spcPts val="0"/>
              </a:spcAft>
              <a:buNone/>
            </a:pPr>
            <a:r>
              <a:t/>
            </a:r>
            <a:endParaRPr/>
          </a:p>
        </p:txBody>
      </p:sp>
      <p:sp>
        <p:nvSpPr>
          <p:cNvPr id="438" name="Google Shape;438;p63"/>
          <p:cNvSpPr txBox="1"/>
          <p:nvPr>
            <p:ph idx="1" type="body"/>
          </p:nvPr>
        </p:nvSpPr>
        <p:spPr>
          <a:xfrm>
            <a:off x="729450" y="655500"/>
            <a:ext cx="7688700" cy="36846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b="1" lang="en" sz="1500">
                <a:solidFill>
                  <a:srgbClr val="000000"/>
                </a:solidFill>
              </a:rPr>
              <a:t>Multiplexación</a:t>
            </a:r>
            <a:endParaRPr b="1" sz="1500">
              <a:solidFill>
                <a:srgbClr val="000000"/>
              </a:solidFill>
            </a:endParaRPr>
          </a:p>
          <a:p>
            <a:pPr indent="-323850" lvl="0" marL="457200" rtl="0" algn="l">
              <a:spcBef>
                <a:spcPts val="1200"/>
              </a:spcBef>
              <a:spcAft>
                <a:spcPts val="0"/>
              </a:spcAft>
              <a:buClr>
                <a:srgbClr val="000000"/>
              </a:buClr>
              <a:buSzPts val="1500"/>
              <a:buFont typeface="Lato"/>
              <a:buChar char="●"/>
            </a:pPr>
            <a:r>
              <a:rPr lang="en" sz="1500">
                <a:solidFill>
                  <a:srgbClr val="000000"/>
                </a:solidFill>
              </a:rPr>
              <a:t>El sistema operativo debe permitir que varios procesos se ejecuten simultáneamente, incluso si hay más procesos que CPUs disponibles.</a:t>
            </a:r>
            <a:endParaRPr sz="1500">
              <a:solidFill>
                <a:srgbClr val="000000"/>
              </a:solidFill>
            </a:endParaRPr>
          </a:p>
          <a:p>
            <a:pPr indent="-323850" lvl="0" marL="457200" rtl="0" algn="l">
              <a:spcBef>
                <a:spcPts val="0"/>
              </a:spcBef>
              <a:spcAft>
                <a:spcPts val="0"/>
              </a:spcAft>
              <a:buClr>
                <a:srgbClr val="000000"/>
              </a:buClr>
              <a:buSzPts val="1500"/>
              <a:buFont typeface="Lato"/>
              <a:buChar char="●"/>
            </a:pPr>
            <a:r>
              <a:rPr lang="en" sz="1500">
                <a:solidFill>
                  <a:srgbClr val="000000"/>
                </a:solidFill>
              </a:rPr>
              <a:t>Esto implica compartir el tiempo y recursos de la computadora entre los procesos para asegurar que todos tengan la oportunidad de ejecutarse.</a:t>
            </a:r>
            <a:endParaRPr sz="1500">
              <a:solidFill>
                <a:srgbClr val="000000"/>
              </a:solidFill>
            </a:endParaRPr>
          </a:p>
          <a:p>
            <a:pPr indent="0" lvl="0" marL="0" rtl="0" algn="l">
              <a:spcBef>
                <a:spcPts val="1200"/>
              </a:spcBef>
              <a:spcAft>
                <a:spcPts val="0"/>
              </a:spcAft>
              <a:buNone/>
            </a:pPr>
            <a:r>
              <a:rPr b="1" lang="en" sz="1500">
                <a:solidFill>
                  <a:srgbClr val="000000"/>
                </a:solidFill>
              </a:rPr>
              <a:t>Aislamiento</a:t>
            </a:r>
            <a:endParaRPr b="1" sz="1500">
              <a:solidFill>
                <a:srgbClr val="000000"/>
              </a:solidFill>
            </a:endParaRPr>
          </a:p>
          <a:p>
            <a:pPr indent="-323850" lvl="0" marL="457200" rtl="0" algn="l">
              <a:spcBef>
                <a:spcPts val="1200"/>
              </a:spcBef>
              <a:spcAft>
                <a:spcPts val="0"/>
              </a:spcAft>
              <a:buClr>
                <a:srgbClr val="000000"/>
              </a:buClr>
              <a:buSzPts val="1500"/>
              <a:buFont typeface="Lato"/>
              <a:buChar char="●"/>
            </a:pPr>
            <a:r>
              <a:rPr lang="en" sz="1500">
                <a:solidFill>
                  <a:srgbClr val="000000"/>
                </a:solidFill>
              </a:rPr>
              <a:t>Debe asegurar que los procesos no afecten a otros en caso de errores. Si un proceso falla, no debe impactar a los procesos independientes.</a:t>
            </a:r>
            <a:endParaRPr sz="1500">
              <a:solidFill>
                <a:srgbClr val="000000"/>
              </a:solidFill>
            </a:endParaRPr>
          </a:p>
          <a:p>
            <a:pPr indent="-323850" lvl="0" marL="457200" rtl="0" algn="l">
              <a:spcBef>
                <a:spcPts val="0"/>
              </a:spcBef>
              <a:spcAft>
                <a:spcPts val="0"/>
              </a:spcAft>
              <a:buClr>
                <a:srgbClr val="000000"/>
              </a:buClr>
              <a:buSzPts val="1500"/>
              <a:buFont typeface="Lato"/>
              <a:buChar char="●"/>
            </a:pPr>
            <a:r>
              <a:rPr lang="en" sz="1500">
                <a:solidFill>
                  <a:srgbClr val="000000"/>
                </a:solidFill>
              </a:rPr>
              <a:t>Sin embargo, este aislamiento no debe ser absoluto para permitir la interacción controlada entre procesos.</a:t>
            </a:r>
            <a:endParaRPr sz="1500">
              <a:solidFill>
                <a:srgbClr val="000000"/>
              </a:solidFill>
            </a:endParaRPr>
          </a:p>
          <a:p>
            <a:pPr indent="0" lvl="0" marL="0" rtl="0" algn="l">
              <a:spcBef>
                <a:spcPts val="1200"/>
              </a:spcBef>
              <a:spcAft>
                <a:spcPts val="1200"/>
              </a:spcAft>
              <a:buNone/>
            </a:pPr>
            <a:r>
              <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64"/>
          <p:cNvSpPr txBox="1"/>
          <p:nvPr>
            <p:ph type="title"/>
          </p:nvPr>
        </p:nvSpPr>
        <p:spPr>
          <a:xfrm>
            <a:off x="727650" y="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Requisitos Clave de un Sistema Operativo</a:t>
            </a:r>
            <a:endParaRPr/>
          </a:p>
          <a:p>
            <a:pPr indent="0" lvl="0" marL="0" rtl="0" algn="l">
              <a:spcBef>
                <a:spcPts val="0"/>
              </a:spcBef>
              <a:spcAft>
                <a:spcPts val="0"/>
              </a:spcAft>
              <a:buNone/>
            </a:pPr>
            <a:r>
              <a:t/>
            </a:r>
            <a:endParaRPr/>
          </a:p>
        </p:txBody>
      </p:sp>
      <p:sp>
        <p:nvSpPr>
          <p:cNvPr id="444" name="Google Shape;444;p64"/>
          <p:cNvSpPr txBox="1"/>
          <p:nvPr>
            <p:ph idx="1" type="body"/>
          </p:nvPr>
        </p:nvSpPr>
        <p:spPr>
          <a:xfrm>
            <a:off x="729450" y="655500"/>
            <a:ext cx="7688700" cy="36846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b="1" lang="en" sz="1600">
                <a:solidFill>
                  <a:srgbClr val="000000"/>
                </a:solidFill>
              </a:rPr>
              <a:t>Interacción</a:t>
            </a:r>
            <a:endParaRPr b="1" sz="1600">
              <a:solidFill>
                <a:srgbClr val="000000"/>
              </a:solidFill>
            </a:endParaRPr>
          </a:p>
          <a:p>
            <a:pPr indent="-330200" lvl="0" marL="457200" rtl="0" algn="l">
              <a:spcBef>
                <a:spcPts val="1200"/>
              </a:spcBef>
              <a:spcAft>
                <a:spcPts val="0"/>
              </a:spcAft>
              <a:buClr>
                <a:srgbClr val="000000"/>
              </a:buClr>
              <a:buSzPts val="1600"/>
              <a:buFont typeface="Lato"/>
              <a:buChar char="●"/>
            </a:pPr>
            <a:r>
              <a:rPr lang="en" sz="1600">
                <a:solidFill>
                  <a:srgbClr val="000000"/>
                </a:solidFill>
              </a:rPr>
              <a:t>Es fundamental que el sistema operativo permita la comunicación intencionada entre procesos.</a:t>
            </a:r>
            <a:endParaRPr sz="1600">
              <a:solidFill>
                <a:srgbClr val="000000"/>
              </a:solidFill>
            </a:endParaRPr>
          </a:p>
          <a:p>
            <a:pPr indent="-330200" lvl="0" marL="457200" rtl="0" algn="l">
              <a:spcBef>
                <a:spcPts val="0"/>
              </a:spcBef>
              <a:spcAft>
                <a:spcPts val="0"/>
              </a:spcAft>
              <a:buClr>
                <a:srgbClr val="000000"/>
              </a:buClr>
              <a:buSzPts val="1600"/>
              <a:buFont typeface="Arial"/>
              <a:buChar char="●"/>
            </a:pPr>
            <a:r>
              <a:rPr b="1" lang="en" sz="1600">
                <a:solidFill>
                  <a:srgbClr val="000000"/>
                </a:solidFill>
              </a:rPr>
              <a:t>Ejemplo:</a:t>
            </a:r>
            <a:r>
              <a:rPr lang="en" sz="1600">
                <a:solidFill>
                  <a:srgbClr val="000000"/>
                </a:solidFill>
              </a:rPr>
              <a:t> Las tuberías (pipes) permiten que la salida de un proceso se convierta en la entrada de otro, facilitando la colaboración entre ellos.</a:t>
            </a:r>
            <a:endParaRPr sz="1600">
              <a:solidFill>
                <a:srgbClr val="000000"/>
              </a:solidFill>
            </a:endParaRPr>
          </a:p>
          <a:p>
            <a:pPr indent="0" lvl="0" marL="0" rtl="0" algn="l">
              <a:spcBef>
                <a:spcPts val="1200"/>
              </a:spcBef>
              <a:spcAft>
                <a:spcPts val="0"/>
              </a:spcAft>
              <a:buNone/>
            </a:pPr>
            <a:r>
              <a:rPr b="1" lang="en" sz="1600">
                <a:solidFill>
                  <a:srgbClr val="000000"/>
                </a:solidFill>
              </a:rPr>
              <a:t>Conclusión</a:t>
            </a:r>
            <a:endParaRPr b="1" sz="1600">
              <a:solidFill>
                <a:srgbClr val="000000"/>
              </a:solidFill>
            </a:endParaRPr>
          </a:p>
          <a:p>
            <a:pPr indent="-330200" lvl="0" marL="457200" rtl="0" algn="l">
              <a:spcBef>
                <a:spcPts val="1200"/>
              </a:spcBef>
              <a:spcAft>
                <a:spcPts val="0"/>
              </a:spcAft>
              <a:buClr>
                <a:srgbClr val="000000"/>
              </a:buClr>
              <a:buSzPts val="1600"/>
              <a:buFont typeface="Lato"/>
              <a:buChar char="●"/>
            </a:pPr>
            <a:r>
              <a:rPr lang="en" sz="1600">
                <a:solidFill>
                  <a:srgbClr val="000000"/>
                </a:solidFill>
              </a:rPr>
              <a:t>Para cumplir con estos requisitos, el sistema operativo debe manejar eficientemente la multiplexación, asegurar un adecuado aislamiento, y facilitar la interacción segura y controlada entre procesos.</a:t>
            </a:r>
            <a:endParaRPr sz="1600">
              <a:solidFill>
                <a:srgbClr val="000000"/>
              </a:solidFill>
            </a:endParaRPr>
          </a:p>
          <a:p>
            <a:pPr indent="0" lvl="0" marL="0" rtl="0" algn="l">
              <a:spcBef>
                <a:spcPts val="1200"/>
              </a:spcBef>
              <a:spcAft>
                <a:spcPts val="1200"/>
              </a:spcAft>
              <a:buNone/>
            </a:pPr>
            <a:r>
              <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8" name="Shape 448"/>
        <p:cNvGrpSpPr/>
        <p:nvPr/>
      </p:nvGrpSpPr>
      <p:grpSpPr>
        <a:xfrm>
          <a:off x="0" y="0"/>
          <a:ext cx="0" cy="0"/>
          <a:chOff x="0" y="0"/>
          <a:chExt cx="0" cy="0"/>
        </a:xfrm>
      </p:grpSpPr>
      <p:sp>
        <p:nvSpPr>
          <p:cNvPr id="449" name="Google Shape;449;p65"/>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User/Kernel</a:t>
            </a:r>
            <a:endParaRPr sz="1900"/>
          </a:p>
        </p:txBody>
      </p:sp>
      <p:sp>
        <p:nvSpPr>
          <p:cNvPr id="450" name="Google Shape;450;p65"/>
          <p:cNvSpPr txBox="1"/>
          <p:nvPr>
            <p:ph type="title"/>
          </p:nvPr>
        </p:nvSpPr>
        <p:spPr>
          <a:xfrm>
            <a:off x="840525" y="3137700"/>
            <a:ext cx="7688400" cy="2005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800"/>
              <a:t>Conceptos clave:</a:t>
            </a:r>
            <a:endParaRPr sz="1800"/>
          </a:p>
          <a:p>
            <a:pPr indent="-342900" lvl="0" marL="457200" rtl="0" algn="l">
              <a:spcBef>
                <a:spcPts val="0"/>
              </a:spcBef>
              <a:spcAft>
                <a:spcPts val="0"/>
              </a:spcAft>
              <a:buSzPts val="1800"/>
              <a:buChar char="●"/>
            </a:pPr>
            <a:r>
              <a:rPr b="0" lang="en" sz="1800"/>
              <a:t>Aislamiento de los programas</a:t>
            </a:r>
            <a:endParaRPr b="0" sz="1800"/>
          </a:p>
          <a:p>
            <a:pPr indent="-342900" lvl="0" marL="457200" rtl="0" algn="l">
              <a:spcBef>
                <a:spcPts val="0"/>
              </a:spcBef>
              <a:spcAft>
                <a:spcPts val="0"/>
              </a:spcAft>
              <a:buSzPts val="1800"/>
              <a:buChar char="●"/>
            </a:pPr>
            <a:r>
              <a:rPr b="0" lang="en" sz="1800"/>
              <a:t>Protección por hardware</a:t>
            </a:r>
            <a:endParaRPr b="0" sz="1800"/>
          </a:p>
          <a:p>
            <a:pPr indent="-342900" lvl="0" marL="457200" rtl="0" algn="l">
              <a:spcBef>
                <a:spcPts val="0"/>
              </a:spcBef>
              <a:spcAft>
                <a:spcPts val="0"/>
              </a:spcAft>
              <a:buSzPts val="1800"/>
              <a:buChar char="●"/>
            </a:pPr>
            <a:r>
              <a:rPr b="0" lang="en" sz="1800"/>
              <a:t>System calls</a:t>
            </a:r>
            <a:endParaRPr b="0" sz="1800"/>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4" name="Shape 454"/>
        <p:cNvGrpSpPr/>
        <p:nvPr/>
      </p:nvGrpSpPr>
      <p:grpSpPr>
        <a:xfrm>
          <a:off x="0" y="0"/>
          <a:ext cx="0" cy="0"/>
          <a:chOff x="0" y="0"/>
          <a:chExt cx="0" cy="0"/>
        </a:xfrm>
      </p:grpSpPr>
      <p:sp>
        <p:nvSpPr>
          <p:cNvPr id="455" name="Google Shape;455;p66"/>
          <p:cNvSpPr txBox="1"/>
          <p:nvPr>
            <p:ph type="title"/>
          </p:nvPr>
        </p:nvSpPr>
        <p:spPr>
          <a:xfrm>
            <a:off x="639250" y="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User Space</a:t>
            </a:r>
            <a:endParaRPr/>
          </a:p>
        </p:txBody>
      </p:sp>
      <p:sp>
        <p:nvSpPr>
          <p:cNvPr id="456" name="Google Shape;456;p66"/>
          <p:cNvSpPr txBox="1"/>
          <p:nvPr>
            <p:ph idx="1" type="body"/>
          </p:nvPr>
        </p:nvSpPr>
        <p:spPr>
          <a:xfrm>
            <a:off x="582450" y="1327600"/>
            <a:ext cx="4598700" cy="3451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000">
                <a:solidFill>
                  <a:schemeClr val="dk2"/>
                </a:solidFill>
              </a:rPr>
              <a:t>User-land: espacio donde viven las aplicaciones de usuario, a estas se las denominan </a:t>
            </a:r>
            <a:r>
              <a:rPr b="1" lang="en" sz="2000">
                <a:solidFill>
                  <a:schemeClr val="dk2"/>
                </a:solidFill>
              </a:rPr>
              <a:t>procesos</a:t>
            </a:r>
            <a:r>
              <a:rPr lang="en" sz="2000">
                <a:solidFill>
                  <a:schemeClr val="dk2"/>
                </a:solidFill>
              </a:rPr>
              <a:t>.</a:t>
            </a:r>
            <a:endParaRPr sz="2000">
              <a:solidFill>
                <a:schemeClr val="dk2"/>
              </a:solidFill>
            </a:endParaRPr>
          </a:p>
          <a:p>
            <a:pPr indent="0" lvl="0" marL="0" rtl="0" algn="l">
              <a:spcBef>
                <a:spcPts val="1200"/>
              </a:spcBef>
              <a:spcAft>
                <a:spcPts val="0"/>
              </a:spcAft>
              <a:buNone/>
            </a:pPr>
            <a:r>
              <a:rPr lang="en" sz="2000">
                <a:solidFill>
                  <a:schemeClr val="dk2"/>
                </a:solidFill>
              </a:rPr>
              <a:t>Cada proceso o programa en </a:t>
            </a:r>
            <a:r>
              <a:rPr lang="en" sz="2000">
                <a:solidFill>
                  <a:schemeClr val="dk2"/>
                </a:solidFill>
              </a:rPr>
              <a:t>ejecución</a:t>
            </a:r>
            <a:r>
              <a:rPr lang="en" sz="2000">
                <a:solidFill>
                  <a:schemeClr val="dk2"/>
                </a:solidFill>
              </a:rPr>
              <a:t> posee memoria con las instrucciones,los datos, el stack y el heap.</a:t>
            </a:r>
            <a:endParaRPr sz="2000">
              <a:solidFill>
                <a:schemeClr val="dk2"/>
              </a:solidFill>
            </a:endParaRPr>
          </a:p>
          <a:p>
            <a:pPr indent="0" lvl="0" marL="0" rtl="0" algn="l">
              <a:spcBef>
                <a:spcPts val="1200"/>
              </a:spcBef>
              <a:spcAft>
                <a:spcPts val="1200"/>
              </a:spcAft>
              <a:buNone/>
            </a:pPr>
            <a:r>
              <a:t/>
            </a:r>
            <a:endParaRPr sz="2000">
              <a:solidFill>
                <a:schemeClr val="dk2"/>
              </a:solidFill>
            </a:endParaRPr>
          </a:p>
        </p:txBody>
      </p:sp>
      <p:pic>
        <p:nvPicPr>
          <p:cNvPr id="457" name="Google Shape;457;p66"/>
          <p:cNvPicPr preferRelativeResize="0"/>
          <p:nvPr/>
        </p:nvPicPr>
        <p:blipFill>
          <a:blip r:embed="rId3">
            <a:alphaModFix/>
          </a:blip>
          <a:stretch>
            <a:fillRect/>
          </a:stretch>
        </p:blipFill>
        <p:spPr>
          <a:xfrm>
            <a:off x="5346425" y="940750"/>
            <a:ext cx="3729850" cy="3729850"/>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1" name="Shape 461"/>
        <p:cNvGrpSpPr/>
        <p:nvPr/>
      </p:nvGrpSpPr>
      <p:grpSpPr>
        <a:xfrm>
          <a:off x="0" y="0"/>
          <a:ext cx="0" cy="0"/>
          <a:chOff x="0" y="0"/>
          <a:chExt cx="0" cy="0"/>
        </a:xfrm>
      </p:grpSpPr>
      <p:sp>
        <p:nvSpPr>
          <p:cNvPr id="462" name="Google Shape;462;p67"/>
          <p:cNvSpPr txBox="1"/>
          <p:nvPr>
            <p:ph type="title"/>
          </p:nvPr>
        </p:nvSpPr>
        <p:spPr>
          <a:xfrm>
            <a:off x="582450" y="-4820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¿Y qué pasa en User space?</a:t>
            </a:r>
            <a:endParaRPr/>
          </a:p>
        </p:txBody>
      </p:sp>
      <p:sp>
        <p:nvSpPr>
          <p:cNvPr id="463" name="Google Shape;463;p67"/>
          <p:cNvSpPr txBox="1"/>
          <p:nvPr>
            <p:ph idx="1" type="body"/>
          </p:nvPr>
        </p:nvSpPr>
        <p:spPr>
          <a:xfrm>
            <a:off x="582450" y="662500"/>
            <a:ext cx="7979100" cy="4116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000">
                <a:solidFill>
                  <a:schemeClr val="dk2"/>
                </a:solidFill>
              </a:rPr>
              <a:t>Los programas se están ejecutando!</a:t>
            </a:r>
            <a:endParaRPr sz="2000">
              <a:solidFill>
                <a:schemeClr val="dk2"/>
              </a:solidFill>
            </a:endParaRPr>
          </a:p>
          <a:p>
            <a:pPr indent="0" lvl="0" marL="0" rtl="0" algn="l">
              <a:spcBef>
                <a:spcPts val="1200"/>
              </a:spcBef>
              <a:spcAft>
                <a:spcPts val="1200"/>
              </a:spcAft>
              <a:buNone/>
            </a:pPr>
            <a:r>
              <a:rPr lang="en" sz="2000">
                <a:solidFill>
                  <a:schemeClr val="dk2"/>
                </a:solidFill>
              </a:rPr>
              <a:t>Las aplicaciones se ejecutan en un </a:t>
            </a:r>
            <a:r>
              <a:rPr b="1" lang="en" sz="2000">
                <a:solidFill>
                  <a:schemeClr val="dk2"/>
                </a:solidFill>
              </a:rPr>
              <a:t>contexto aislado, protegido y restringido </a:t>
            </a:r>
            <a:r>
              <a:rPr lang="en" sz="2000">
                <a:solidFill>
                  <a:schemeClr val="dk2"/>
                </a:solidFill>
              </a:rPr>
              <a:t>y mediante el uso de funciones que se encuentran en bibliotecas pueden utilizar los servicios de acceso al hardware o </a:t>
            </a:r>
            <a:r>
              <a:rPr b="1" lang="en" sz="2000">
                <a:solidFill>
                  <a:schemeClr val="dk2"/>
                </a:solidFill>
              </a:rPr>
              <a:t>recursos que el kernel proporciona.</a:t>
            </a:r>
            <a:r>
              <a:rPr lang="en" sz="2000">
                <a:solidFill>
                  <a:schemeClr val="dk2"/>
                </a:solidFill>
              </a:rPr>
              <a:t> El contexto de ejecución de las aplicaciones se denomina User Mode o modo usuario, más restrictivo, aislado y controlado.</a:t>
            </a:r>
            <a:endParaRPr sz="2000">
              <a:solidFill>
                <a:schemeClr val="dk2"/>
              </a:solidFill>
            </a:endParaRPr>
          </a:p>
        </p:txBody>
      </p:sp>
      <p:pic>
        <p:nvPicPr>
          <p:cNvPr id="464" name="Google Shape;464;p67"/>
          <p:cNvPicPr preferRelativeResize="0"/>
          <p:nvPr/>
        </p:nvPicPr>
        <p:blipFill>
          <a:blip r:embed="rId3">
            <a:alphaModFix/>
          </a:blip>
          <a:stretch>
            <a:fillRect/>
          </a:stretch>
        </p:blipFill>
        <p:spPr>
          <a:xfrm>
            <a:off x="7796100" y="57800"/>
            <a:ext cx="1150775" cy="1150775"/>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8" name="Shape 468"/>
        <p:cNvGrpSpPr/>
        <p:nvPr/>
      </p:nvGrpSpPr>
      <p:grpSpPr>
        <a:xfrm>
          <a:off x="0" y="0"/>
          <a:ext cx="0" cy="0"/>
          <a:chOff x="0" y="0"/>
          <a:chExt cx="0" cy="0"/>
        </a:xfrm>
      </p:grpSpPr>
      <p:sp>
        <p:nvSpPr>
          <p:cNvPr id="469" name="Google Shape;469;p68"/>
          <p:cNvSpPr txBox="1"/>
          <p:nvPr>
            <p:ph type="title"/>
          </p:nvPr>
        </p:nvSpPr>
        <p:spPr>
          <a:xfrm>
            <a:off x="727650" y="538925"/>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El Kernel</a:t>
            </a:r>
            <a:endParaRPr/>
          </a:p>
          <a:p>
            <a:pPr indent="0" lvl="0" marL="0" rtl="0" algn="l">
              <a:spcBef>
                <a:spcPts val="0"/>
              </a:spcBef>
              <a:spcAft>
                <a:spcPts val="0"/>
              </a:spcAft>
              <a:buNone/>
            </a:pPr>
            <a:r>
              <a:t/>
            </a:r>
            <a:endParaRPr/>
          </a:p>
        </p:txBody>
      </p:sp>
      <p:sp>
        <p:nvSpPr>
          <p:cNvPr id="470" name="Google Shape;470;p68"/>
          <p:cNvSpPr txBox="1"/>
          <p:nvPr>
            <p:ph idx="1" type="body"/>
          </p:nvPr>
        </p:nvSpPr>
        <p:spPr>
          <a:xfrm>
            <a:off x="729450" y="2078875"/>
            <a:ext cx="2862900" cy="22611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b="1" lang="en" sz="2500"/>
              <a:t>Kernel-space</a:t>
            </a:r>
            <a:endParaRPr b="1" sz="2500"/>
          </a:p>
        </p:txBody>
      </p:sp>
      <p:pic>
        <p:nvPicPr>
          <p:cNvPr id="471" name="Google Shape;471;p68"/>
          <p:cNvPicPr preferRelativeResize="0"/>
          <p:nvPr/>
        </p:nvPicPr>
        <p:blipFill>
          <a:blip r:embed="rId3">
            <a:alphaModFix/>
          </a:blip>
          <a:stretch>
            <a:fillRect/>
          </a:stretch>
        </p:blipFill>
        <p:spPr>
          <a:xfrm>
            <a:off x="3251413" y="998088"/>
            <a:ext cx="4219575" cy="3609975"/>
          </a:xfrm>
          <a:prstGeom prst="rect">
            <a:avLst/>
          </a:prstGeom>
          <a:noFill/>
          <a:ln>
            <a:noFill/>
          </a:ln>
        </p:spPr>
      </p:pic>
      <p:pic>
        <p:nvPicPr>
          <p:cNvPr id="472" name="Google Shape;472;p68"/>
          <p:cNvPicPr preferRelativeResize="0"/>
          <p:nvPr/>
        </p:nvPicPr>
        <p:blipFill>
          <a:blip r:embed="rId4">
            <a:alphaModFix/>
          </a:blip>
          <a:stretch>
            <a:fillRect/>
          </a:stretch>
        </p:blipFill>
        <p:spPr>
          <a:xfrm>
            <a:off x="7920400" y="63575"/>
            <a:ext cx="1223600" cy="1223600"/>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6" name="Shape 476"/>
        <p:cNvGrpSpPr/>
        <p:nvPr/>
      </p:nvGrpSpPr>
      <p:grpSpPr>
        <a:xfrm>
          <a:off x="0" y="0"/>
          <a:ext cx="0" cy="0"/>
          <a:chOff x="0" y="0"/>
          <a:chExt cx="0" cy="0"/>
        </a:xfrm>
      </p:grpSpPr>
      <p:sp>
        <p:nvSpPr>
          <p:cNvPr id="477" name="Google Shape;477;p69"/>
          <p:cNvSpPr txBox="1"/>
          <p:nvPr>
            <p:ph type="title"/>
          </p:nvPr>
        </p:nvSpPr>
        <p:spPr>
          <a:xfrm>
            <a:off x="727650" y="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User-space vs Kernel space</a:t>
            </a:r>
            <a:endParaRPr/>
          </a:p>
        </p:txBody>
      </p:sp>
      <p:sp>
        <p:nvSpPr>
          <p:cNvPr id="478" name="Google Shape;478;p69"/>
          <p:cNvSpPr txBox="1"/>
          <p:nvPr>
            <p:ph idx="1" type="body"/>
          </p:nvPr>
        </p:nvSpPr>
        <p:spPr>
          <a:xfrm>
            <a:off x="4154975" y="535200"/>
            <a:ext cx="4263300" cy="435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 Las CPUs proporcionan soporte de hardware para un aislamiento fuerte. Por ejemplo:</a:t>
            </a:r>
            <a:endParaRPr/>
          </a:p>
          <a:p>
            <a:pPr indent="0" lvl="0" marL="0" rtl="0" algn="l">
              <a:spcBef>
                <a:spcPts val="1200"/>
              </a:spcBef>
              <a:spcAft>
                <a:spcPts val="0"/>
              </a:spcAft>
              <a:buNone/>
            </a:pPr>
            <a:r>
              <a:rPr lang="en"/>
              <a:t>RISC-V tiene tres modos en los que la CPU puede ejecutar instrucciones: </a:t>
            </a:r>
            <a:r>
              <a:rPr b="1" lang="en"/>
              <a:t>modo máquina, modo supervisor y modo usuario</a:t>
            </a:r>
            <a:r>
              <a:rPr lang="en"/>
              <a:t>.</a:t>
            </a:r>
            <a:endParaRPr/>
          </a:p>
          <a:p>
            <a:pPr indent="0" lvl="0" marL="0" rtl="0" algn="l">
              <a:spcBef>
                <a:spcPts val="1200"/>
              </a:spcBef>
              <a:spcAft>
                <a:spcPts val="0"/>
              </a:spcAft>
              <a:buNone/>
            </a:pPr>
            <a:r>
              <a:rPr lang="en"/>
              <a:t>X86 tiene cuatro modos </a:t>
            </a:r>
            <a:r>
              <a:rPr lang="en"/>
              <a:t>en los que la CPU puede ejecutar instrucciones, solo usa 2: </a:t>
            </a:r>
            <a:r>
              <a:rPr b="1" lang="en"/>
              <a:t>modo supervisor y modo usuario</a:t>
            </a:r>
            <a:r>
              <a:rPr lang="en"/>
              <a:t>.</a:t>
            </a:r>
            <a:endParaRPr/>
          </a:p>
          <a:p>
            <a:pPr indent="0" lvl="0" marL="0" rtl="0" algn="l">
              <a:spcBef>
                <a:spcPts val="1200"/>
              </a:spcBef>
              <a:spcAft>
                <a:spcPts val="0"/>
              </a:spcAft>
              <a:buNone/>
            </a:pPr>
            <a:r>
              <a:rPr lang="en"/>
              <a:t>En modo </a:t>
            </a:r>
            <a:r>
              <a:rPr b="1" lang="en"/>
              <a:t>supervisor</a:t>
            </a:r>
            <a:r>
              <a:rPr lang="en"/>
              <a:t>, la CPU puede ejecutar instrucciones privilegiadas: por ejemplo, habilitar y deshabilitar interrupciones, leer y escribir en el registro que contiene la dirección de una tabla de páginas, etc.</a:t>
            </a:r>
            <a:endParaRPr/>
          </a:p>
          <a:p>
            <a:pPr indent="0" lvl="0" marL="0" rtl="0" algn="l">
              <a:spcBef>
                <a:spcPts val="1200"/>
              </a:spcBef>
              <a:spcAft>
                <a:spcPts val="1200"/>
              </a:spcAft>
              <a:buNone/>
            </a:pPr>
            <a:r>
              <a:t/>
            </a:r>
            <a:endParaRPr/>
          </a:p>
        </p:txBody>
      </p:sp>
      <p:pic>
        <p:nvPicPr>
          <p:cNvPr id="479" name="Google Shape;479;p69"/>
          <p:cNvPicPr preferRelativeResize="0"/>
          <p:nvPr/>
        </p:nvPicPr>
        <p:blipFill>
          <a:blip r:embed="rId3">
            <a:alphaModFix/>
          </a:blip>
          <a:stretch>
            <a:fillRect/>
          </a:stretch>
        </p:blipFill>
        <p:spPr>
          <a:xfrm>
            <a:off x="219500" y="1375700"/>
            <a:ext cx="3667450" cy="3667450"/>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3" name="Shape 483"/>
        <p:cNvGrpSpPr/>
        <p:nvPr/>
      </p:nvGrpSpPr>
      <p:grpSpPr>
        <a:xfrm>
          <a:off x="0" y="0"/>
          <a:ext cx="0" cy="0"/>
          <a:chOff x="0" y="0"/>
          <a:chExt cx="0" cy="0"/>
        </a:xfrm>
      </p:grpSpPr>
      <p:sp>
        <p:nvSpPr>
          <p:cNvPr id="484" name="Google Shape;484;p70"/>
          <p:cNvSpPr txBox="1"/>
          <p:nvPr>
            <p:ph type="title"/>
          </p:nvPr>
        </p:nvSpPr>
        <p:spPr>
          <a:xfrm>
            <a:off x="729450" y="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User-space vs Kernel space</a:t>
            </a:r>
            <a:endParaRPr/>
          </a:p>
        </p:txBody>
      </p:sp>
      <p:sp>
        <p:nvSpPr>
          <p:cNvPr id="485" name="Google Shape;485;p70"/>
          <p:cNvSpPr txBox="1"/>
          <p:nvPr>
            <p:ph idx="1" type="body"/>
          </p:nvPr>
        </p:nvSpPr>
        <p:spPr>
          <a:xfrm>
            <a:off x="729450" y="586950"/>
            <a:ext cx="7688700" cy="3946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Una aplicación solo puede ejecutar instrucciones en modo usuario (por ejemplo, sumar números, etc.) y se dice que se ejecuta en el espacio de usuario, mientras que el software en modo supervisor también puede ejecutar instrucciones privilegiadas y se dice que se ejecuta en el espacio del kernel.</a:t>
            </a:r>
            <a:endParaRPr/>
          </a:p>
        </p:txBody>
      </p:sp>
      <p:pic>
        <p:nvPicPr>
          <p:cNvPr id="486" name="Google Shape;486;p70"/>
          <p:cNvPicPr preferRelativeResize="0"/>
          <p:nvPr/>
        </p:nvPicPr>
        <p:blipFill>
          <a:blip r:embed="rId3">
            <a:alphaModFix/>
          </a:blip>
          <a:stretch>
            <a:fillRect/>
          </a:stretch>
        </p:blipFill>
        <p:spPr>
          <a:xfrm>
            <a:off x="1805901" y="1686975"/>
            <a:ext cx="4978200" cy="3075700"/>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0" name="Shape 490"/>
        <p:cNvGrpSpPr/>
        <p:nvPr/>
      </p:nvGrpSpPr>
      <p:grpSpPr>
        <a:xfrm>
          <a:off x="0" y="0"/>
          <a:ext cx="0" cy="0"/>
          <a:chOff x="0" y="0"/>
          <a:chExt cx="0" cy="0"/>
        </a:xfrm>
      </p:grpSpPr>
      <p:sp>
        <p:nvSpPr>
          <p:cNvPr id="491" name="Google Shape;491;p71"/>
          <p:cNvSpPr txBox="1"/>
          <p:nvPr>
            <p:ph type="title"/>
          </p:nvPr>
        </p:nvSpPr>
        <p:spPr>
          <a:xfrm>
            <a:off x="727650" y="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User-space vs Kernel space</a:t>
            </a:r>
            <a:endParaRPr/>
          </a:p>
        </p:txBody>
      </p:sp>
      <p:sp>
        <p:nvSpPr>
          <p:cNvPr id="492" name="Google Shape;492;p71"/>
          <p:cNvSpPr txBox="1"/>
          <p:nvPr>
            <p:ph idx="1" type="body"/>
          </p:nvPr>
        </p:nvSpPr>
        <p:spPr>
          <a:xfrm>
            <a:off x="729450" y="631200"/>
            <a:ext cx="8266500" cy="41628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sz="1500">
                <a:solidFill>
                  <a:schemeClr val="dk2"/>
                </a:solidFill>
              </a:rPr>
              <a:t>Una aplicación que quiere invocar una función del </a:t>
            </a:r>
            <a:r>
              <a:rPr lang="en" sz="1500">
                <a:solidFill>
                  <a:schemeClr val="dk2"/>
                </a:solidFill>
              </a:rPr>
              <a:t>Kernel</a:t>
            </a:r>
            <a:r>
              <a:rPr lang="en" sz="1500">
                <a:solidFill>
                  <a:schemeClr val="dk2"/>
                </a:solidFill>
              </a:rPr>
              <a:t> (por ejemplo, la syscall read en xv6) debe realizar una transición al </a:t>
            </a:r>
            <a:r>
              <a:rPr lang="en" sz="1500">
                <a:solidFill>
                  <a:schemeClr val="dk2"/>
                </a:solidFill>
              </a:rPr>
              <a:t>Kernel</a:t>
            </a:r>
            <a:r>
              <a:rPr lang="en" sz="1500">
                <a:solidFill>
                  <a:schemeClr val="dk2"/>
                </a:solidFill>
              </a:rPr>
              <a:t>; una aplicación no puede invocar directamente una función del </a:t>
            </a:r>
            <a:r>
              <a:rPr lang="en" sz="1500">
                <a:solidFill>
                  <a:schemeClr val="dk2"/>
                </a:solidFill>
              </a:rPr>
              <a:t>Kernel</a:t>
            </a:r>
            <a:r>
              <a:rPr lang="en" sz="1500">
                <a:solidFill>
                  <a:schemeClr val="dk2"/>
                </a:solidFill>
              </a:rPr>
              <a:t>.</a:t>
            </a:r>
            <a:endParaRPr sz="1500">
              <a:solidFill>
                <a:schemeClr val="dk2"/>
              </a:solidFill>
            </a:endParaRPr>
          </a:p>
          <a:p>
            <a:pPr indent="0" lvl="0" marL="0" rtl="0" algn="l">
              <a:spcBef>
                <a:spcPts val="1200"/>
              </a:spcBef>
              <a:spcAft>
                <a:spcPts val="0"/>
              </a:spcAft>
              <a:buNone/>
            </a:pPr>
            <a:r>
              <a:rPr lang="en" sz="1500">
                <a:solidFill>
                  <a:schemeClr val="dk2"/>
                </a:solidFill>
              </a:rPr>
              <a:t> Las CPUs proporcionan una instrucción especial que cambia la CPU del modo usuario al modo supervisor y entra en el  </a:t>
            </a:r>
            <a:r>
              <a:rPr lang="en" sz="1500">
                <a:solidFill>
                  <a:schemeClr val="dk2"/>
                </a:solidFill>
              </a:rPr>
              <a:t>Kernel</a:t>
            </a:r>
            <a:r>
              <a:rPr lang="en" sz="1500">
                <a:solidFill>
                  <a:schemeClr val="dk2"/>
                </a:solidFill>
              </a:rPr>
              <a:t> en un punto de entrada especificado por el </a:t>
            </a:r>
            <a:r>
              <a:rPr lang="en" sz="1500">
                <a:solidFill>
                  <a:schemeClr val="dk2"/>
                </a:solidFill>
              </a:rPr>
              <a:t>Kernel</a:t>
            </a:r>
            <a:r>
              <a:rPr lang="en" sz="1500">
                <a:solidFill>
                  <a:schemeClr val="dk2"/>
                </a:solidFill>
              </a:rPr>
              <a:t>. (RISC-V proporciona la instrucción ecall para este propósito, x86 int 0x80.)</a:t>
            </a:r>
            <a:endParaRPr sz="1500">
              <a:solidFill>
                <a:schemeClr val="dk2"/>
              </a:solidFill>
            </a:endParaRPr>
          </a:p>
          <a:p>
            <a:pPr indent="0" lvl="0" marL="0" rtl="0" algn="l">
              <a:spcBef>
                <a:spcPts val="1200"/>
              </a:spcBef>
              <a:spcAft>
                <a:spcPts val="0"/>
              </a:spcAft>
              <a:buNone/>
            </a:pPr>
            <a:r>
              <a:rPr lang="en" sz="1500">
                <a:solidFill>
                  <a:schemeClr val="dk2"/>
                </a:solidFill>
              </a:rPr>
              <a:t> Una vez que la CPU cambio al modo supervisor, el </a:t>
            </a:r>
            <a:r>
              <a:rPr lang="en" sz="1500">
                <a:solidFill>
                  <a:schemeClr val="dk2"/>
                </a:solidFill>
              </a:rPr>
              <a:t>Kernel</a:t>
            </a:r>
            <a:r>
              <a:rPr lang="en" sz="1500">
                <a:solidFill>
                  <a:schemeClr val="dk2"/>
                </a:solidFill>
              </a:rPr>
              <a:t> puede entonces validar los argumentos de la llamada al sistema (por ejemplo, verificar si la dirección pasada a la llamada al sistema es parte de la memoria de la aplicación), decidir si la aplicación tiene permisos para realizar la operación solicitada (por ejemplo, verificar si la aplicación </a:t>
            </a:r>
            <a:r>
              <a:rPr lang="en" sz="1500">
                <a:solidFill>
                  <a:schemeClr val="dk2"/>
                </a:solidFill>
              </a:rPr>
              <a:t>tiene permisos</a:t>
            </a:r>
            <a:r>
              <a:rPr lang="en" sz="1500">
                <a:solidFill>
                  <a:schemeClr val="dk2"/>
                </a:solidFill>
              </a:rPr>
              <a:t> para escribir en el archivo especificado) y luego denegarla o ejecutarla. </a:t>
            </a:r>
            <a:endParaRPr sz="1500">
              <a:solidFill>
                <a:schemeClr val="dk2"/>
              </a:solidFill>
            </a:endParaRPr>
          </a:p>
          <a:p>
            <a:pPr indent="0" lvl="0" marL="0" rtl="0" algn="l">
              <a:spcBef>
                <a:spcPts val="1200"/>
              </a:spcBef>
              <a:spcAft>
                <a:spcPts val="1200"/>
              </a:spcAft>
              <a:buNone/>
            </a:pPr>
            <a:r>
              <a:rPr lang="en" sz="1500">
                <a:solidFill>
                  <a:schemeClr val="dk2"/>
                </a:solidFill>
              </a:rPr>
              <a:t>Es importante que el </a:t>
            </a:r>
            <a:r>
              <a:rPr lang="en" sz="1500">
                <a:solidFill>
                  <a:schemeClr val="dk2"/>
                </a:solidFill>
              </a:rPr>
              <a:t>Kernel</a:t>
            </a:r>
            <a:r>
              <a:rPr lang="en" sz="1500">
                <a:solidFill>
                  <a:schemeClr val="dk2"/>
                </a:solidFill>
              </a:rPr>
              <a:t> controle el punto de entrada para las transiciones al modo supervisor; Si la aplicación pudiera decidir el punto de entrada al núcleo, una aplicación maliciosa podría, por ejemplo, ingresar al núcleo en un punto donde se omite la validación de argumentos.</a:t>
            </a:r>
            <a:endParaRPr sz="1500">
              <a:solidFill>
                <a:schemeClr val="dk2"/>
              </a:solidFill>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6" name="Shape 496"/>
        <p:cNvGrpSpPr/>
        <p:nvPr/>
      </p:nvGrpSpPr>
      <p:grpSpPr>
        <a:xfrm>
          <a:off x="0" y="0"/>
          <a:ext cx="0" cy="0"/>
          <a:chOff x="0" y="0"/>
          <a:chExt cx="0" cy="0"/>
        </a:xfrm>
      </p:grpSpPr>
      <p:sp>
        <p:nvSpPr>
          <p:cNvPr id="497" name="Google Shape;497;p72"/>
          <p:cNvSpPr txBox="1"/>
          <p:nvPr>
            <p:ph type="title"/>
          </p:nvPr>
        </p:nvSpPr>
        <p:spPr>
          <a:xfrm>
            <a:off x="727650" y="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User-space vs Kernel space</a:t>
            </a:r>
            <a:endParaRPr/>
          </a:p>
        </p:txBody>
      </p:sp>
      <p:sp>
        <p:nvSpPr>
          <p:cNvPr id="498" name="Google Shape;498;p72"/>
          <p:cNvSpPr txBox="1"/>
          <p:nvPr>
            <p:ph idx="1" type="body"/>
          </p:nvPr>
        </p:nvSpPr>
        <p:spPr>
          <a:xfrm>
            <a:off x="729450" y="631200"/>
            <a:ext cx="8266500" cy="41628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499" name="Google Shape;499;p72"/>
          <p:cNvPicPr preferRelativeResize="0"/>
          <p:nvPr/>
        </p:nvPicPr>
        <p:blipFill>
          <a:blip r:embed="rId3">
            <a:alphaModFix/>
          </a:blip>
          <a:stretch>
            <a:fillRect/>
          </a:stretch>
        </p:blipFill>
        <p:spPr>
          <a:xfrm>
            <a:off x="2062027" y="589450"/>
            <a:ext cx="4680351" cy="4111875"/>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3" name="Shape 503"/>
        <p:cNvGrpSpPr/>
        <p:nvPr/>
      </p:nvGrpSpPr>
      <p:grpSpPr>
        <a:xfrm>
          <a:off x="0" y="0"/>
          <a:ext cx="0" cy="0"/>
          <a:chOff x="0" y="0"/>
          <a:chExt cx="0" cy="0"/>
        </a:xfrm>
      </p:grpSpPr>
      <p:sp>
        <p:nvSpPr>
          <p:cNvPr id="504" name="Google Shape;504;p73"/>
          <p:cNvSpPr txBox="1"/>
          <p:nvPr>
            <p:ph type="title"/>
          </p:nvPr>
        </p:nvSpPr>
        <p:spPr>
          <a:xfrm>
            <a:off x="727650" y="518275"/>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Manual de linux</a:t>
            </a:r>
            <a:endParaRPr/>
          </a:p>
        </p:txBody>
      </p:sp>
      <p:sp>
        <p:nvSpPr>
          <p:cNvPr id="505" name="Google Shape;505;p73"/>
          <p:cNvSpPr txBox="1"/>
          <p:nvPr>
            <p:ph idx="1" type="body"/>
          </p:nvPr>
        </p:nvSpPr>
        <p:spPr>
          <a:xfrm>
            <a:off x="729450" y="1312350"/>
            <a:ext cx="8277600" cy="3722400"/>
          </a:xfrm>
          <a:prstGeom prst="rect">
            <a:avLst/>
          </a:prstGeom>
        </p:spPr>
        <p:txBody>
          <a:bodyPr anchorCtr="0" anchor="t" bIns="91425" lIns="91425" spcFirstLastPara="1" rIns="91425" wrap="square" tIns="91425">
            <a:noAutofit/>
          </a:bodyPr>
          <a:lstStyle/>
          <a:p>
            <a:pPr indent="0" lvl="0" marL="0" rtl="0" algn="just">
              <a:lnSpc>
                <a:spcPct val="95000"/>
              </a:lnSpc>
              <a:spcBef>
                <a:spcPts val="0"/>
              </a:spcBef>
              <a:spcAft>
                <a:spcPts val="0"/>
              </a:spcAft>
              <a:buNone/>
            </a:pPr>
            <a:r>
              <a:rPr lang="en" sz="2300"/>
              <a:t>El manual de linux consta de 8 secciones, y puede leerse al invocar el comando man desde una terminal.</a:t>
            </a:r>
            <a:endParaRPr sz="2300"/>
          </a:p>
          <a:p>
            <a:pPr indent="0" lvl="0" marL="0" rtl="0" algn="just">
              <a:lnSpc>
                <a:spcPct val="95000"/>
              </a:lnSpc>
              <a:spcBef>
                <a:spcPts val="1200"/>
              </a:spcBef>
              <a:spcAft>
                <a:spcPts val="0"/>
              </a:spcAft>
              <a:buNone/>
            </a:pPr>
            <a:r>
              <a:rPr lang="en" sz="2500"/>
              <a:t>	</a:t>
            </a:r>
            <a:r>
              <a:rPr lang="en" sz="1700"/>
              <a:t>Sección 1: Programas disponibles para el usuario.</a:t>
            </a:r>
            <a:endParaRPr sz="1700"/>
          </a:p>
          <a:p>
            <a:pPr indent="0" lvl="0" marL="0" rtl="0" algn="just">
              <a:lnSpc>
                <a:spcPct val="95000"/>
              </a:lnSpc>
              <a:spcBef>
                <a:spcPts val="0"/>
              </a:spcBef>
              <a:spcAft>
                <a:spcPts val="0"/>
              </a:spcAft>
              <a:buNone/>
            </a:pPr>
            <a:r>
              <a:rPr lang="en" sz="1700"/>
              <a:t>	Sección 2: Rutinas del sistema Unix y C</a:t>
            </a:r>
            <a:endParaRPr sz="1700"/>
          </a:p>
          <a:p>
            <a:pPr indent="0" lvl="0" marL="0" rtl="0" algn="just">
              <a:lnSpc>
                <a:spcPct val="95000"/>
              </a:lnSpc>
              <a:spcBef>
                <a:spcPts val="0"/>
              </a:spcBef>
              <a:spcAft>
                <a:spcPts val="0"/>
              </a:spcAft>
              <a:buNone/>
            </a:pPr>
            <a:r>
              <a:rPr lang="en" sz="1700"/>
              <a:t>	Sección 3: Rutinas de bibliotecas del lenguaje C</a:t>
            </a:r>
            <a:endParaRPr sz="1700"/>
          </a:p>
          <a:p>
            <a:pPr indent="0" lvl="0" marL="0" rtl="0" algn="just">
              <a:lnSpc>
                <a:spcPct val="95000"/>
              </a:lnSpc>
              <a:spcBef>
                <a:spcPts val="0"/>
              </a:spcBef>
              <a:spcAft>
                <a:spcPts val="0"/>
              </a:spcAft>
              <a:buNone/>
            </a:pPr>
            <a:r>
              <a:rPr lang="en" sz="1700"/>
              <a:t>	Sección 4: Archivos especiales (dispositivos /dev)</a:t>
            </a:r>
            <a:endParaRPr sz="1700"/>
          </a:p>
          <a:p>
            <a:pPr indent="0" lvl="0" marL="0" rtl="0" algn="just">
              <a:lnSpc>
                <a:spcPct val="95000"/>
              </a:lnSpc>
              <a:spcBef>
                <a:spcPts val="0"/>
              </a:spcBef>
              <a:spcAft>
                <a:spcPts val="0"/>
              </a:spcAft>
              <a:buNone/>
            </a:pPr>
            <a:r>
              <a:rPr lang="en" sz="1700"/>
              <a:t>	Sección 5: Convenciones y formatos de archivos.</a:t>
            </a:r>
            <a:endParaRPr sz="1700"/>
          </a:p>
          <a:p>
            <a:pPr indent="0" lvl="0" marL="0" rtl="0" algn="just">
              <a:lnSpc>
                <a:spcPct val="95000"/>
              </a:lnSpc>
              <a:spcBef>
                <a:spcPts val="0"/>
              </a:spcBef>
              <a:spcAft>
                <a:spcPts val="0"/>
              </a:spcAft>
              <a:buNone/>
            </a:pPr>
            <a:r>
              <a:rPr lang="en" sz="1700"/>
              <a:t>	Sección 6: Juegos</a:t>
            </a:r>
            <a:endParaRPr sz="1700"/>
          </a:p>
          <a:p>
            <a:pPr indent="0" lvl="0" marL="0" rtl="0" algn="just">
              <a:lnSpc>
                <a:spcPct val="95000"/>
              </a:lnSpc>
              <a:spcBef>
                <a:spcPts val="0"/>
              </a:spcBef>
              <a:spcAft>
                <a:spcPts val="0"/>
              </a:spcAft>
              <a:buNone/>
            </a:pPr>
            <a:r>
              <a:rPr lang="en" sz="1700"/>
              <a:t>	Sección 7: Diversos (macros textuales,  entre otras)</a:t>
            </a:r>
            <a:endParaRPr sz="1700"/>
          </a:p>
          <a:p>
            <a:pPr indent="0" lvl="0" marL="0" rtl="0" algn="just">
              <a:lnSpc>
                <a:spcPct val="95000"/>
              </a:lnSpc>
              <a:spcBef>
                <a:spcPts val="0"/>
              </a:spcBef>
              <a:spcAft>
                <a:spcPts val="0"/>
              </a:spcAft>
              <a:buNone/>
            </a:pPr>
            <a:r>
              <a:rPr lang="en" sz="1700"/>
              <a:t>	Sección 8: Procedimientos administrativos (daemons, etc)</a:t>
            </a:r>
            <a:endParaRPr sz="1700"/>
          </a:p>
          <a:p>
            <a:pPr indent="0" lvl="0" marL="0" rtl="0" algn="just">
              <a:lnSpc>
                <a:spcPct val="95000"/>
              </a:lnSpc>
              <a:spcBef>
                <a:spcPts val="0"/>
              </a:spcBef>
              <a:spcAft>
                <a:spcPts val="0"/>
              </a:spcAft>
              <a:buNone/>
            </a:pPr>
            <a:r>
              <a:t/>
            </a:r>
            <a:endParaRPr sz="2300"/>
          </a:p>
          <a:p>
            <a:pPr indent="0" lvl="0" marL="0" rtl="0" algn="just">
              <a:lnSpc>
                <a:spcPct val="95000"/>
              </a:lnSpc>
              <a:spcBef>
                <a:spcPts val="1200"/>
              </a:spcBef>
              <a:spcAft>
                <a:spcPts val="0"/>
              </a:spcAft>
              <a:buNone/>
            </a:pPr>
            <a:r>
              <a:t/>
            </a:r>
            <a:endParaRPr sz="2300"/>
          </a:p>
          <a:p>
            <a:pPr indent="0" lvl="0" marL="0" rtl="0" algn="l">
              <a:lnSpc>
                <a:spcPct val="95000"/>
              </a:lnSpc>
              <a:spcBef>
                <a:spcPts val="1200"/>
              </a:spcBef>
              <a:spcAft>
                <a:spcPts val="1200"/>
              </a:spcAft>
              <a:buNone/>
            </a:pPr>
            <a:r>
              <a:t/>
            </a:r>
            <a:endParaRPr sz="2300"/>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9" name="Shape 509"/>
        <p:cNvGrpSpPr/>
        <p:nvPr/>
      </p:nvGrpSpPr>
      <p:grpSpPr>
        <a:xfrm>
          <a:off x="0" y="0"/>
          <a:ext cx="0" cy="0"/>
          <a:chOff x="0" y="0"/>
          <a:chExt cx="0" cy="0"/>
        </a:xfrm>
      </p:grpSpPr>
      <p:sp>
        <p:nvSpPr>
          <p:cNvPr id="510" name="Google Shape;510;p74"/>
          <p:cNvSpPr txBox="1"/>
          <p:nvPr>
            <p:ph type="title"/>
          </p:nvPr>
        </p:nvSpPr>
        <p:spPr>
          <a:xfrm>
            <a:off x="727650" y="518275"/>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Manual de linux</a:t>
            </a:r>
            <a:endParaRPr/>
          </a:p>
        </p:txBody>
      </p:sp>
      <p:sp>
        <p:nvSpPr>
          <p:cNvPr id="511" name="Google Shape;511;p74"/>
          <p:cNvSpPr txBox="1"/>
          <p:nvPr>
            <p:ph idx="1" type="body"/>
          </p:nvPr>
        </p:nvSpPr>
        <p:spPr>
          <a:xfrm>
            <a:off x="729450" y="1312350"/>
            <a:ext cx="8277600" cy="37224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None/>
            </a:pPr>
            <a:r>
              <a:rPr lang="en" sz="2300"/>
              <a:t>El manual se utiliza:</a:t>
            </a:r>
            <a:endParaRPr sz="2300"/>
          </a:p>
          <a:p>
            <a:pPr indent="0" lvl="0" marL="0" rtl="0" algn="l">
              <a:lnSpc>
                <a:spcPct val="95000"/>
              </a:lnSpc>
              <a:spcBef>
                <a:spcPts val="1200"/>
              </a:spcBef>
              <a:spcAft>
                <a:spcPts val="0"/>
              </a:spcAft>
              <a:buNone/>
            </a:pPr>
            <a:r>
              <a:rPr lang="en" sz="2000"/>
              <a:t>$man wait</a:t>
            </a:r>
            <a:endParaRPr sz="2000"/>
          </a:p>
          <a:p>
            <a:pPr indent="0" lvl="0" marL="0" rtl="0" algn="l">
              <a:lnSpc>
                <a:spcPct val="95000"/>
              </a:lnSpc>
              <a:spcBef>
                <a:spcPts val="1200"/>
              </a:spcBef>
              <a:spcAft>
                <a:spcPts val="0"/>
              </a:spcAft>
              <a:buNone/>
            </a:pPr>
            <a:r>
              <a:t/>
            </a:r>
            <a:endParaRPr sz="2000"/>
          </a:p>
          <a:p>
            <a:pPr indent="0" lvl="0" marL="0" rtl="0" algn="l">
              <a:lnSpc>
                <a:spcPct val="95000"/>
              </a:lnSpc>
              <a:spcBef>
                <a:spcPts val="1200"/>
              </a:spcBef>
              <a:spcAft>
                <a:spcPts val="0"/>
              </a:spcAft>
              <a:buNone/>
            </a:pPr>
            <a:r>
              <a:rPr lang="en" sz="2000"/>
              <a:t>$man 2 wait   </a:t>
            </a:r>
            <a:endParaRPr sz="2000"/>
          </a:p>
          <a:p>
            <a:pPr indent="0" lvl="0" marL="0" rtl="0" algn="l">
              <a:lnSpc>
                <a:spcPct val="95000"/>
              </a:lnSpc>
              <a:spcBef>
                <a:spcPts val="1200"/>
              </a:spcBef>
              <a:spcAft>
                <a:spcPts val="0"/>
              </a:spcAft>
              <a:buNone/>
            </a:pPr>
            <a:r>
              <a:rPr lang="en" sz="2000"/>
              <a:t>(</a:t>
            </a:r>
            <a:r>
              <a:rPr lang="en" sz="2000"/>
              <a:t>muestra la entrada en la sección 2 del manual)</a:t>
            </a:r>
            <a:endParaRPr sz="2000"/>
          </a:p>
          <a:p>
            <a:pPr indent="0" lvl="0" marL="0" rtl="0" algn="l">
              <a:lnSpc>
                <a:spcPct val="95000"/>
              </a:lnSpc>
              <a:spcBef>
                <a:spcPts val="1200"/>
              </a:spcBef>
              <a:spcAft>
                <a:spcPts val="0"/>
              </a:spcAft>
              <a:buNone/>
            </a:pPr>
            <a:r>
              <a:t/>
            </a:r>
            <a:endParaRPr sz="2000"/>
          </a:p>
          <a:p>
            <a:pPr indent="0" lvl="0" marL="0" rtl="0" algn="l">
              <a:lnSpc>
                <a:spcPct val="95000"/>
              </a:lnSpc>
              <a:spcBef>
                <a:spcPts val="1200"/>
              </a:spcBef>
              <a:spcAft>
                <a:spcPts val="1200"/>
              </a:spcAft>
              <a:buNone/>
            </a:pPr>
            <a:r>
              <a:rPr lang="en" sz="2000"/>
              <a:t>$ man man    muestra la entrada del comando man</a:t>
            </a:r>
            <a:endParaRPr sz="2000"/>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5" name="Shape 515"/>
        <p:cNvGrpSpPr/>
        <p:nvPr/>
      </p:nvGrpSpPr>
      <p:grpSpPr>
        <a:xfrm>
          <a:off x="0" y="0"/>
          <a:ext cx="0" cy="0"/>
          <a:chOff x="0" y="0"/>
          <a:chExt cx="0" cy="0"/>
        </a:xfrm>
      </p:grpSpPr>
      <p:sp>
        <p:nvSpPr>
          <p:cNvPr id="516" name="Google Shape;516;p75"/>
          <p:cNvSpPr txBox="1"/>
          <p:nvPr>
            <p:ph type="title"/>
          </p:nvPr>
        </p:nvSpPr>
        <p:spPr>
          <a:xfrm>
            <a:off x="727650" y="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System Calls</a:t>
            </a:r>
            <a:endParaRPr/>
          </a:p>
        </p:txBody>
      </p:sp>
      <p:sp>
        <p:nvSpPr>
          <p:cNvPr id="517" name="Google Shape;517;p75"/>
          <p:cNvSpPr txBox="1"/>
          <p:nvPr>
            <p:ph idx="1" type="body"/>
          </p:nvPr>
        </p:nvSpPr>
        <p:spPr>
          <a:xfrm>
            <a:off x="729450" y="535200"/>
            <a:ext cx="7688700" cy="4499700"/>
          </a:xfrm>
          <a:prstGeom prst="rect">
            <a:avLst/>
          </a:prstGeom>
        </p:spPr>
        <p:txBody>
          <a:bodyPr anchorCtr="0" anchor="t" bIns="91425" lIns="91425" spcFirstLastPara="1" rIns="91425" wrap="square" tIns="91425">
            <a:noAutofit/>
          </a:bodyPr>
          <a:lstStyle/>
          <a:p>
            <a:pPr indent="0" lvl="0" marL="0" rtl="0" algn="just">
              <a:lnSpc>
                <a:spcPct val="95000"/>
              </a:lnSpc>
              <a:spcBef>
                <a:spcPts val="0"/>
              </a:spcBef>
              <a:spcAft>
                <a:spcPts val="0"/>
              </a:spcAft>
              <a:buNone/>
            </a:pPr>
            <a:r>
              <a:rPr lang="en" sz="2300">
                <a:solidFill>
                  <a:schemeClr val="dk2"/>
                </a:solidFill>
              </a:rPr>
              <a:t>Una </a:t>
            </a:r>
            <a:r>
              <a:rPr b="1" lang="en" sz="2300">
                <a:solidFill>
                  <a:schemeClr val="dk2"/>
                </a:solidFill>
              </a:rPr>
              <a:t>system call (llamada al sistema) es un punto de entrada controlado al kernel</a:t>
            </a:r>
            <a:r>
              <a:rPr lang="en" sz="2300">
                <a:solidFill>
                  <a:schemeClr val="dk2"/>
                </a:solidFill>
              </a:rPr>
              <a:t>, permitiendo a un proceso solicitar que el kernel realice alguna operación en su nombre [KER](cap. 3). </a:t>
            </a:r>
            <a:endParaRPr sz="2300">
              <a:solidFill>
                <a:schemeClr val="dk2"/>
              </a:solidFill>
            </a:endParaRPr>
          </a:p>
          <a:p>
            <a:pPr indent="0" lvl="0" marL="0" rtl="0" algn="just">
              <a:lnSpc>
                <a:spcPct val="95000"/>
              </a:lnSpc>
              <a:spcBef>
                <a:spcPts val="1200"/>
              </a:spcBef>
              <a:spcAft>
                <a:spcPts val="0"/>
              </a:spcAft>
              <a:buNone/>
            </a:pPr>
            <a:r>
              <a:rPr lang="en" sz="2300">
                <a:solidFill>
                  <a:schemeClr val="dk2"/>
                </a:solidFill>
              </a:rPr>
              <a:t>El kernel expone una gran cantidad de servicios accesibles por un programa vía el </a:t>
            </a:r>
            <a:r>
              <a:rPr b="1" lang="en" sz="2300">
                <a:solidFill>
                  <a:schemeClr val="dk2"/>
                </a:solidFill>
              </a:rPr>
              <a:t>A</a:t>
            </a:r>
            <a:r>
              <a:rPr b="1" lang="en" sz="2300">
                <a:solidFill>
                  <a:schemeClr val="dk2"/>
                </a:solidFill>
              </a:rPr>
              <a:t>pplication Programming I</a:t>
            </a:r>
            <a:r>
              <a:rPr b="1" lang="en" sz="2300">
                <a:solidFill>
                  <a:schemeClr val="dk2"/>
                </a:solidFill>
              </a:rPr>
              <a:t>nterface</a:t>
            </a:r>
            <a:r>
              <a:rPr b="1" lang="en" sz="2300">
                <a:solidFill>
                  <a:schemeClr val="dk2"/>
                </a:solidFill>
              </a:rPr>
              <a:t> (API) de system calls</a:t>
            </a:r>
            <a:r>
              <a:rPr lang="en" sz="2300">
                <a:solidFill>
                  <a:schemeClr val="dk2"/>
                </a:solidFill>
              </a:rPr>
              <a:t>.</a:t>
            </a:r>
            <a:endParaRPr sz="2300">
              <a:solidFill>
                <a:schemeClr val="dk2"/>
              </a:solidFill>
            </a:endParaRPr>
          </a:p>
          <a:p>
            <a:pPr indent="0" lvl="0" marL="0" rtl="0" algn="just">
              <a:lnSpc>
                <a:spcPct val="95000"/>
              </a:lnSpc>
              <a:spcBef>
                <a:spcPts val="1200"/>
              </a:spcBef>
              <a:spcAft>
                <a:spcPts val="0"/>
              </a:spcAft>
              <a:buNone/>
            </a:pPr>
            <a:r>
              <a:t/>
            </a:r>
            <a:endParaRPr sz="2300">
              <a:solidFill>
                <a:schemeClr val="dk2"/>
              </a:solidFill>
            </a:endParaRPr>
          </a:p>
          <a:p>
            <a:pPr indent="0" lvl="0" marL="0" rtl="0" algn="just">
              <a:lnSpc>
                <a:spcPct val="95000"/>
              </a:lnSpc>
              <a:spcBef>
                <a:spcPts val="1200"/>
              </a:spcBef>
              <a:spcAft>
                <a:spcPts val="0"/>
              </a:spcAft>
              <a:buNone/>
            </a:pPr>
            <a:r>
              <a:rPr lang="en" sz="2300">
                <a:solidFill>
                  <a:schemeClr val="dk2"/>
                </a:solidFill>
              </a:rPr>
              <a:t>Una Syscall es un servicio que provee el kernel</a:t>
            </a:r>
            <a:endParaRPr sz="2300">
              <a:solidFill>
                <a:schemeClr val="dk2"/>
              </a:solidFill>
            </a:endParaRPr>
          </a:p>
          <a:p>
            <a:pPr indent="0" lvl="0" marL="0" rtl="0" algn="l">
              <a:lnSpc>
                <a:spcPct val="95000"/>
              </a:lnSpc>
              <a:spcBef>
                <a:spcPts val="1200"/>
              </a:spcBef>
              <a:spcAft>
                <a:spcPts val="1200"/>
              </a:spcAft>
              <a:buNone/>
            </a:pPr>
            <a:r>
              <a:t/>
            </a:r>
            <a:endParaRPr sz="2300">
              <a:solidFill>
                <a:schemeClr val="dk2"/>
              </a:solidFill>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1" name="Shape 521"/>
        <p:cNvGrpSpPr/>
        <p:nvPr/>
      </p:nvGrpSpPr>
      <p:grpSpPr>
        <a:xfrm>
          <a:off x="0" y="0"/>
          <a:ext cx="0" cy="0"/>
          <a:chOff x="0" y="0"/>
          <a:chExt cx="0" cy="0"/>
        </a:xfrm>
      </p:grpSpPr>
      <p:sp>
        <p:nvSpPr>
          <p:cNvPr id="522" name="Google Shape;522;p76"/>
          <p:cNvSpPr txBox="1"/>
          <p:nvPr>
            <p:ph type="title"/>
          </p:nvPr>
        </p:nvSpPr>
        <p:spPr>
          <a:xfrm>
            <a:off x="729450" y="63670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System Calls</a:t>
            </a:r>
            <a:endParaRPr/>
          </a:p>
        </p:txBody>
      </p:sp>
      <p:sp>
        <p:nvSpPr>
          <p:cNvPr id="523" name="Google Shape;523;p76"/>
          <p:cNvSpPr txBox="1"/>
          <p:nvPr>
            <p:ph idx="1" type="body"/>
          </p:nvPr>
        </p:nvSpPr>
        <p:spPr>
          <a:xfrm>
            <a:off x="729450" y="1346550"/>
            <a:ext cx="7688700" cy="36882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None/>
            </a:pPr>
            <a:r>
              <a:rPr lang="en" sz="1700">
                <a:solidFill>
                  <a:schemeClr val="dk2"/>
                </a:solidFill>
              </a:rPr>
              <a:t>Algunas características generales de las system calls son:</a:t>
            </a:r>
            <a:endParaRPr sz="1700">
              <a:solidFill>
                <a:schemeClr val="dk2"/>
              </a:solidFill>
            </a:endParaRPr>
          </a:p>
          <a:p>
            <a:pPr indent="0" lvl="0" marL="0" rtl="0" algn="l">
              <a:lnSpc>
                <a:spcPct val="95000"/>
              </a:lnSpc>
              <a:spcBef>
                <a:spcPts val="1200"/>
              </a:spcBef>
              <a:spcAft>
                <a:spcPts val="0"/>
              </a:spcAft>
              <a:buNone/>
            </a:pPr>
            <a:r>
              <a:rPr lang="en" sz="1700">
                <a:solidFill>
                  <a:schemeClr val="dk2"/>
                </a:solidFill>
              </a:rPr>
              <a:t>	Una </a:t>
            </a:r>
            <a:r>
              <a:rPr i="1" lang="en" sz="1700">
                <a:solidFill>
                  <a:schemeClr val="dk2"/>
                </a:solidFill>
              </a:rPr>
              <a:t>system call</a:t>
            </a:r>
            <a:r>
              <a:rPr lang="en" sz="1700">
                <a:solidFill>
                  <a:schemeClr val="dk2"/>
                </a:solidFill>
              </a:rPr>
              <a:t> </a:t>
            </a:r>
            <a:r>
              <a:rPr b="1" lang="en" sz="1700">
                <a:solidFill>
                  <a:schemeClr val="dk2"/>
                </a:solidFill>
              </a:rPr>
              <a:t>cambia el modo del procesador de user mode a kernel mode</a:t>
            </a:r>
            <a:r>
              <a:rPr lang="en" sz="1700">
                <a:solidFill>
                  <a:schemeClr val="dk2"/>
                </a:solidFill>
              </a:rPr>
              <a:t>, por ende la CPU podrá acceder al área protegida del kernel.</a:t>
            </a:r>
            <a:endParaRPr sz="1700">
              <a:solidFill>
                <a:schemeClr val="dk2"/>
              </a:solidFill>
            </a:endParaRPr>
          </a:p>
          <a:p>
            <a:pPr indent="0" lvl="0" marL="0" rtl="0" algn="l">
              <a:lnSpc>
                <a:spcPct val="95000"/>
              </a:lnSpc>
              <a:spcBef>
                <a:spcPts val="1200"/>
              </a:spcBef>
              <a:spcAft>
                <a:spcPts val="0"/>
              </a:spcAft>
              <a:buNone/>
            </a:pPr>
            <a:r>
              <a:rPr lang="en" sz="1700">
                <a:solidFill>
                  <a:schemeClr val="dk2"/>
                </a:solidFill>
              </a:rPr>
              <a:t>	El </a:t>
            </a:r>
            <a:r>
              <a:rPr b="1" lang="en" sz="1700">
                <a:solidFill>
                  <a:schemeClr val="dk2"/>
                </a:solidFill>
              </a:rPr>
              <a:t>conjunto de system calls es fijo</a:t>
            </a:r>
            <a:r>
              <a:rPr lang="en" sz="1700">
                <a:solidFill>
                  <a:schemeClr val="dk2"/>
                </a:solidFill>
              </a:rPr>
              <a:t>. Cada system call está identificada por un único número, que por supuesto no es visible al programa, </a:t>
            </a:r>
            <a:r>
              <a:rPr lang="en" sz="1700">
                <a:solidFill>
                  <a:schemeClr val="dk2"/>
                </a:solidFill>
              </a:rPr>
              <a:t>éste</a:t>
            </a:r>
            <a:r>
              <a:rPr lang="en" sz="1700">
                <a:solidFill>
                  <a:schemeClr val="dk2"/>
                </a:solidFill>
              </a:rPr>
              <a:t> sólo conoce su nombre.</a:t>
            </a:r>
            <a:endParaRPr sz="1700">
              <a:solidFill>
                <a:schemeClr val="dk2"/>
              </a:solidFill>
            </a:endParaRPr>
          </a:p>
          <a:p>
            <a:pPr indent="0" lvl="0" marL="0" rtl="0" algn="l">
              <a:lnSpc>
                <a:spcPct val="95000"/>
              </a:lnSpc>
              <a:spcBef>
                <a:spcPts val="1200"/>
              </a:spcBef>
              <a:spcAft>
                <a:spcPts val="1200"/>
              </a:spcAft>
              <a:buNone/>
            </a:pPr>
            <a:r>
              <a:rPr lang="en" sz="1700">
                <a:solidFill>
                  <a:schemeClr val="dk2"/>
                </a:solidFill>
              </a:rPr>
              <a:t>	Cada system call debe tener un conjunto de parámetros que especifican información que debe ser transferida desde el user space al kernel space.</a:t>
            </a:r>
            <a:endParaRPr sz="1700">
              <a:solidFill>
                <a:schemeClr val="dk2"/>
              </a:solidFill>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p77"/>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Caso de Estudio: </a:t>
            </a:r>
            <a:r>
              <a:rPr lang="en"/>
              <a:t>Unix</a:t>
            </a:r>
            <a:br>
              <a:rPr lang="en"/>
            </a:br>
            <a:r>
              <a:rPr lang="en" sz="1900"/>
              <a:t>El diseño del sistema operativo Unix</a:t>
            </a:r>
            <a:endParaRPr sz="1900"/>
          </a:p>
        </p:txBody>
      </p:sp>
      <p:sp>
        <p:nvSpPr>
          <p:cNvPr id="529" name="Google Shape;529;p77"/>
          <p:cNvSpPr txBox="1"/>
          <p:nvPr>
            <p:ph type="title"/>
          </p:nvPr>
        </p:nvSpPr>
        <p:spPr>
          <a:xfrm>
            <a:off x="840525" y="3137700"/>
            <a:ext cx="7688400" cy="2005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800"/>
              <a:t>Conceptos clave:</a:t>
            </a:r>
            <a:endParaRPr sz="1800"/>
          </a:p>
          <a:p>
            <a:pPr indent="-342900" lvl="0" marL="457200" rtl="0" algn="l">
              <a:spcBef>
                <a:spcPts val="0"/>
              </a:spcBef>
              <a:spcAft>
                <a:spcPts val="0"/>
              </a:spcAft>
              <a:buSzPts val="1800"/>
              <a:buChar char="●"/>
            </a:pPr>
            <a:r>
              <a:rPr b="0" lang="en" sz="1800"/>
              <a:t>Proceso</a:t>
            </a:r>
            <a:endParaRPr b="0" sz="1800"/>
          </a:p>
          <a:p>
            <a:pPr indent="-342900" lvl="0" marL="457200" rtl="0" algn="l">
              <a:spcBef>
                <a:spcPts val="0"/>
              </a:spcBef>
              <a:spcAft>
                <a:spcPts val="0"/>
              </a:spcAft>
              <a:buSzPts val="1800"/>
              <a:buChar char="●"/>
            </a:pPr>
            <a:r>
              <a:rPr b="0" lang="en" sz="1800"/>
              <a:t>File descriptors</a:t>
            </a:r>
            <a:endParaRPr b="0" sz="1800"/>
          </a:p>
          <a:p>
            <a:pPr indent="-342900" lvl="0" marL="457200" rtl="0" algn="l">
              <a:spcBef>
                <a:spcPts val="0"/>
              </a:spcBef>
              <a:spcAft>
                <a:spcPts val="0"/>
              </a:spcAft>
              <a:buSzPts val="1800"/>
              <a:buChar char="●"/>
            </a:pPr>
            <a:r>
              <a:rPr b="0" lang="en" sz="1800"/>
              <a:t>System calls: API de procesos</a:t>
            </a:r>
            <a:endParaRPr b="0" sz="1800"/>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3" name="Shape 533"/>
        <p:cNvGrpSpPr/>
        <p:nvPr/>
      </p:nvGrpSpPr>
      <p:grpSpPr>
        <a:xfrm>
          <a:off x="0" y="0"/>
          <a:ext cx="0" cy="0"/>
          <a:chOff x="0" y="0"/>
          <a:chExt cx="0" cy="0"/>
        </a:xfrm>
      </p:grpSpPr>
      <p:sp>
        <p:nvSpPr>
          <p:cNvPr id="534" name="Google Shape;534;p78"/>
          <p:cNvSpPr txBox="1"/>
          <p:nvPr>
            <p:ph type="title"/>
          </p:nvPr>
        </p:nvSpPr>
        <p:spPr>
          <a:xfrm>
            <a:off x="727650" y="590475"/>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Procesos</a:t>
            </a:r>
            <a:endParaRPr/>
          </a:p>
        </p:txBody>
      </p:sp>
      <p:sp>
        <p:nvSpPr>
          <p:cNvPr id="535" name="Google Shape;535;p78"/>
          <p:cNvSpPr txBox="1"/>
          <p:nvPr>
            <p:ph idx="1" type="body"/>
          </p:nvPr>
        </p:nvSpPr>
        <p:spPr>
          <a:xfrm>
            <a:off x="729450" y="1311875"/>
            <a:ext cx="7688700" cy="37449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sz="1800"/>
              <a:t>Un proceso es un programa en ejecución</a:t>
            </a:r>
            <a:endParaRPr sz="1800"/>
          </a:p>
          <a:p>
            <a:pPr indent="0" lvl="0" marL="457200" rtl="0" algn="l">
              <a:spcBef>
                <a:spcPts val="1200"/>
              </a:spcBef>
              <a:spcAft>
                <a:spcPts val="0"/>
              </a:spcAft>
              <a:buNone/>
            </a:pPr>
            <a:r>
              <a:t/>
            </a:r>
            <a:endParaRPr sz="1800"/>
          </a:p>
          <a:p>
            <a:pPr indent="-342900" lvl="0" marL="457200" rtl="0" algn="l">
              <a:spcBef>
                <a:spcPts val="1200"/>
              </a:spcBef>
              <a:spcAft>
                <a:spcPts val="0"/>
              </a:spcAft>
              <a:buSzPts val="1800"/>
              <a:buChar char="●"/>
            </a:pPr>
            <a:r>
              <a:rPr lang="en" sz="1800"/>
              <a:t>Es algo dinámico</a:t>
            </a:r>
            <a:endParaRPr sz="1800"/>
          </a:p>
          <a:p>
            <a:pPr indent="0" lvl="0" marL="457200" rtl="0" algn="l">
              <a:spcBef>
                <a:spcPts val="1200"/>
              </a:spcBef>
              <a:spcAft>
                <a:spcPts val="0"/>
              </a:spcAft>
              <a:buNone/>
            </a:pPr>
            <a:r>
              <a:t/>
            </a:r>
            <a:endParaRPr sz="1800"/>
          </a:p>
          <a:p>
            <a:pPr indent="-342900" lvl="0" marL="457200" rtl="0" algn="l">
              <a:spcBef>
                <a:spcPts val="1200"/>
              </a:spcBef>
              <a:spcAft>
                <a:spcPts val="0"/>
              </a:spcAft>
              <a:buSzPts val="1800"/>
              <a:buChar char="●"/>
            </a:pPr>
            <a:r>
              <a:rPr lang="en" sz="1800"/>
              <a:t>Tienen una </a:t>
            </a:r>
            <a:r>
              <a:rPr lang="en" sz="1800"/>
              <a:t>estructura </a:t>
            </a:r>
            <a:r>
              <a:rPr lang="en" sz="1800"/>
              <a:t>interna propia </a:t>
            </a:r>
            <a:endParaRPr sz="1800"/>
          </a:p>
          <a:p>
            <a:pPr indent="0" lvl="0" marL="457200" rtl="0" algn="l">
              <a:spcBef>
                <a:spcPts val="1200"/>
              </a:spcBef>
              <a:spcAft>
                <a:spcPts val="0"/>
              </a:spcAft>
              <a:buNone/>
            </a:pPr>
            <a:r>
              <a:t/>
            </a:r>
            <a:endParaRPr sz="1800"/>
          </a:p>
          <a:p>
            <a:pPr indent="-342900" lvl="0" marL="457200" rtl="0" algn="l">
              <a:spcBef>
                <a:spcPts val="1200"/>
              </a:spcBef>
              <a:spcAft>
                <a:spcPts val="0"/>
              </a:spcAft>
              <a:buSzPts val="1800"/>
              <a:buChar char="●"/>
            </a:pPr>
            <a:r>
              <a:rPr lang="en" sz="1800"/>
              <a:t>Todos los procesos menos el kernel viven en user-land</a:t>
            </a:r>
            <a:endParaRPr sz="1800"/>
          </a:p>
          <a:p>
            <a:pPr indent="0" lvl="0" marL="0" rtl="0" algn="l">
              <a:spcBef>
                <a:spcPts val="1200"/>
              </a:spcBef>
              <a:spcAft>
                <a:spcPts val="1200"/>
              </a:spcAft>
              <a:buNone/>
            </a:pPr>
            <a:r>
              <a:t/>
            </a:r>
            <a:endParaRPr/>
          </a:p>
        </p:txBody>
      </p:sp>
      <p:grpSp>
        <p:nvGrpSpPr>
          <p:cNvPr id="536" name="Google Shape;536;p78"/>
          <p:cNvGrpSpPr/>
          <p:nvPr/>
        </p:nvGrpSpPr>
        <p:grpSpPr>
          <a:xfrm>
            <a:off x="6520100" y="70600"/>
            <a:ext cx="2623898" cy="2853197"/>
            <a:chOff x="5227425" y="1856025"/>
            <a:chExt cx="2623898" cy="2853197"/>
          </a:xfrm>
        </p:grpSpPr>
        <p:sp>
          <p:nvSpPr>
            <p:cNvPr id="537" name="Google Shape;537;p78"/>
            <p:cNvSpPr/>
            <p:nvPr/>
          </p:nvSpPr>
          <p:spPr>
            <a:xfrm>
              <a:off x="5678182" y="2156530"/>
              <a:ext cx="1438500" cy="806400"/>
            </a:xfrm>
            <a:prstGeom prst="rect">
              <a:avLst/>
            </a:prstGeom>
            <a:solidFill>
              <a:srgbClr val="A4C2F4"/>
            </a:solidFill>
            <a:ln cap="flat" cmpd="sng" w="9525">
              <a:solidFill>
                <a:srgbClr val="1A1A1A"/>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Consolas"/>
                  <a:ea typeface="Consolas"/>
                  <a:cs typeface="Consolas"/>
                  <a:sym typeface="Consolas"/>
                </a:rPr>
                <a:t>grep</a:t>
              </a:r>
              <a:endParaRPr>
                <a:latin typeface="Consolas"/>
                <a:ea typeface="Consolas"/>
                <a:cs typeface="Consolas"/>
                <a:sym typeface="Consolas"/>
              </a:endParaRPr>
            </a:p>
          </p:txBody>
        </p:sp>
        <p:sp>
          <p:nvSpPr>
            <p:cNvPr id="538" name="Google Shape;538;p78"/>
            <p:cNvSpPr/>
            <p:nvPr/>
          </p:nvSpPr>
          <p:spPr>
            <a:xfrm>
              <a:off x="7116023" y="1856025"/>
              <a:ext cx="735300" cy="425400"/>
            </a:xfrm>
            <a:prstGeom prst="rect">
              <a:avLst/>
            </a:prstGeom>
            <a:solidFill>
              <a:srgbClr val="C9DAF8"/>
            </a:solidFill>
            <a:ln cap="flat" cmpd="sng" w="9525">
              <a:solidFill>
                <a:srgbClr val="1A1A1A"/>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100"/>
                <a:t>Heap</a:t>
              </a:r>
              <a:endParaRPr sz="1100"/>
            </a:p>
          </p:txBody>
        </p:sp>
        <p:sp>
          <p:nvSpPr>
            <p:cNvPr id="539" name="Google Shape;539;p78"/>
            <p:cNvSpPr/>
            <p:nvPr/>
          </p:nvSpPr>
          <p:spPr>
            <a:xfrm>
              <a:off x="7116023" y="2281599"/>
              <a:ext cx="735300" cy="425400"/>
            </a:xfrm>
            <a:prstGeom prst="rect">
              <a:avLst/>
            </a:prstGeom>
            <a:solidFill>
              <a:srgbClr val="C9DAF8"/>
            </a:solidFill>
            <a:ln cap="flat" cmpd="sng" w="9525">
              <a:solidFill>
                <a:srgbClr val="1A1A1A"/>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100"/>
                <a:t>Stack</a:t>
              </a:r>
              <a:endParaRPr sz="1100"/>
            </a:p>
          </p:txBody>
        </p:sp>
        <p:sp>
          <p:nvSpPr>
            <p:cNvPr id="540" name="Google Shape;540;p78"/>
            <p:cNvSpPr/>
            <p:nvPr/>
          </p:nvSpPr>
          <p:spPr>
            <a:xfrm>
              <a:off x="7116023" y="2707173"/>
              <a:ext cx="735300" cy="425400"/>
            </a:xfrm>
            <a:prstGeom prst="rect">
              <a:avLst/>
            </a:prstGeom>
            <a:solidFill>
              <a:srgbClr val="C9DAF8"/>
            </a:solidFill>
            <a:ln cap="flat" cmpd="sng" w="9525">
              <a:solidFill>
                <a:srgbClr val="1A1A1A"/>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100"/>
                <a:t>Data</a:t>
              </a:r>
              <a:endParaRPr sz="1100"/>
            </a:p>
          </p:txBody>
        </p:sp>
        <p:sp>
          <p:nvSpPr>
            <p:cNvPr id="541" name="Google Shape;541;p78"/>
            <p:cNvSpPr/>
            <p:nvPr/>
          </p:nvSpPr>
          <p:spPr>
            <a:xfrm>
              <a:off x="7116023" y="3132748"/>
              <a:ext cx="735300" cy="425400"/>
            </a:xfrm>
            <a:prstGeom prst="rect">
              <a:avLst/>
            </a:prstGeom>
            <a:solidFill>
              <a:srgbClr val="C9DAF8"/>
            </a:solidFill>
            <a:ln cap="flat" cmpd="sng" w="9525">
              <a:solidFill>
                <a:srgbClr val="1A1A1A"/>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100"/>
                <a:t>Code</a:t>
              </a:r>
              <a:endParaRPr sz="1100"/>
            </a:p>
          </p:txBody>
        </p:sp>
        <p:sp>
          <p:nvSpPr>
            <p:cNvPr id="542" name="Google Shape;542;p78"/>
            <p:cNvSpPr/>
            <p:nvPr/>
          </p:nvSpPr>
          <p:spPr>
            <a:xfrm>
              <a:off x="5678182" y="3257541"/>
              <a:ext cx="359700" cy="300600"/>
            </a:xfrm>
            <a:prstGeom prst="rect">
              <a:avLst/>
            </a:prstGeom>
            <a:solidFill>
              <a:srgbClr val="B6D7A8"/>
            </a:solidFill>
            <a:ln cap="flat" cmpd="sng" w="9525">
              <a:solidFill>
                <a:srgbClr val="1A1A1A"/>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100"/>
                <a:t>0</a:t>
              </a:r>
              <a:endParaRPr sz="1100"/>
            </a:p>
          </p:txBody>
        </p:sp>
        <p:sp>
          <p:nvSpPr>
            <p:cNvPr id="543" name="Google Shape;543;p78"/>
            <p:cNvSpPr/>
            <p:nvPr/>
          </p:nvSpPr>
          <p:spPr>
            <a:xfrm>
              <a:off x="6037789" y="3257541"/>
              <a:ext cx="359700" cy="300600"/>
            </a:xfrm>
            <a:prstGeom prst="rect">
              <a:avLst/>
            </a:prstGeom>
            <a:solidFill>
              <a:srgbClr val="B6D7A8"/>
            </a:solidFill>
            <a:ln cap="flat" cmpd="sng" w="9525">
              <a:solidFill>
                <a:srgbClr val="1A1A1A"/>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100"/>
                <a:t>1</a:t>
              </a:r>
              <a:endParaRPr sz="1100"/>
            </a:p>
          </p:txBody>
        </p:sp>
        <p:sp>
          <p:nvSpPr>
            <p:cNvPr id="544" name="Google Shape;544;p78"/>
            <p:cNvSpPr/>
            <p:nvPr/>
          </p:nvSpPr>
          <p:spPr>
            <a:xfrm>
              <a:off x="6397397" y="3257541"/>
              <a:ext cx="359700" cy="300600"/>
            </a:xfrm>
            <a:prstGeom prst="rect">
              <a:avLst/>
            </a:prstGeom>
            <a:solidFill>
              <a:srgbClr val="B6D7A8"/>
            </a:solidFill>
            <a:ln cap="flat" cmpd="sng" w="9525">
              <a:solidFill>
                <a:srgbClr val="1A1A1A"/>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100"/>
                <a:t>2</a:t>
              </a:r>
              <a:endParaRPr sz="1100"/>
            </a:p>
          </p:txBody>
        </p:sp>
        <p:sp>
          <p:nvSpPr>
            <p:cNvPr id="545" name="Google Shape;545;p78"/>
            <p:cNvSpPr/>
            <p:nvPr/>
          </p:nvSpPr>
          <p:spPr>
            <a:xfrm>
              <a:off x="6757005" y="3257541"/>
              <a:ext cx="359700" cy="300600"/>
            </a:xfrm>
            <a:prstGeom prst="rect">
              <a:avLst/>
            </a:prstGeom>
            <a:solidFill>
              <a:srgbClr val="B6D7A8"/>
            </a:solidFill>
            <a:ln cap="flat" cmpd="sng" w="9525">
              <a:solidFill>
                <a:srgbClr val="1A1A1A"/>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100"/>
                <a:t>3</a:t>
              </a:r>
              <a:endParaRPr sz="1100"/>
            </a:p>
          </p:txBody>
        </p:sp>
        <p:sp>
          <p:nvSpPr>
            <p:cNvPr id="546" name="Google Shape;546;p78"/>
            <p:cNvSpPr/>
            <p:nvPr/>
          </p:nvSpPr>
          <p:spPr>
            <a:xfrm>
              <a:off x="5678182" y="2966902"/>
              <a:ext cx="1438500" cy="300600"/>
            </a:xfrm>
            <a:prstGeom prst="rect">
              <a:avLst/>
            </a:prstGeom>
            <a:solidFill>
              <a:srgbClr val="B6D7A8"/>
            </a:solidFill>
            <a:ln cap="flat" cmpd="sng" w="9525">
              <a:solidFill>
                <a:srgbClr val="1A1A1A"/>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050"/>
                <a:t>File Descriptors</a:t>
              </a:r>
              <a:endParaRPr sz="1050"/>
            </a:p>
          </p:txBody>
        </p:sp>
        <p:cxnSp>
          <p:nvCxnSpPr>
            <p:cNvPr id="547" name="Google Shape;547;p78"/>
            <p:cNvCxnSpPr>
              <a:stCxn id="542" idx="2"/>
            </p:cNvCxnSpPr>
            <p:nvPr/>
          </p:nvCxnSpPr>
          <p:spPr>
            <a:xfrm>
              <a:off x="5858032" y="3558141"/>
              <a:ext cx="0" cy="211500"/>
            </a:xfrm>
            <a:prstGeom prst="straightConnector1">
              <a:avLst/>
            </a:prstGeom>
            <a:noFill/>
            <a:ln cap="flat" cmpd="sng" w="9525">
              <a:solidFill>
                <a:srgbClr val="1A1A1A"/>
              </a:solidFill>
              <a:prstDash val="solid"/>
              <a:round/>
              <a:headEnd len="med" w="med" type="none"/>
              <a:tailEnd len="med" w="med" type="triangle"/>
            </a:ln>
          </p:spPr>
        </p:cxnSp>
        <p:sp>
          <p:nvSpPr>
            <p:cNvPr id="548" name="Google Shape;548;p78"/>
            <p:cNvSpPr txBox="1"/>
            <p:nvPr/>
          </p:nvSpPr>
          <p:spPr>
            <a:xfrm rot="-2561078">
              <a:off x="5276267" y="3790685"/>
              <a:ext cx="745616" cy="401474"/>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a:latin typeface="Lato"/>
                  <a:ea typeface="Lato"/>
                  <a:cs typeface="Lato"/>
                  <a:sym typeface="Lato"/>
                </a:rPr>
                <a:t>stdin</a:t>
              </a:r>
              <a:endParaRPr>
                <a:latin typeface="Lato"/>
                <a:ea typeface="Lato"/>
                <a:cs typeface="Lato"/>
                <a:sym typeface="Lato"/>
              </a:endParaRPr>
            </a:p>
          </p:txBody>
        </p:sp>
        <p:cxnSp>
          <p:nvCxnSpPr>
            <p:cNvPr id="549" name="Google Shape;549;p78"/>
            <p:cNvCxnSpPr/>
            <p:nvPr/>
          </p:nvCxnSpPr>
          <p:spPr>
            <a:xfrm>
              <a:off x="6203030" y="3558322"/>
              <a:ext cx="0" cy="211500"/>
            </a:xfrm>
            <a:prstGeom prst="straightConnector1">
              <a:avLst/>
            </a:prstGeom>
            <a:noFill/>
            <a:ln cap="flat" cmpd="sng" w="9525">
              <a:solidFill>
                <a:srgbClr val="1A1A1A"/>
              </a:solidFill>
              <a:prstDash val="solid"/>
              <a:round/>
              <a:headEnd len="med" w="med" type="none"/>
              <a:tailEnd len="med" w="med" type="triangle"/>
            </a:ln>
          </p:spPr>
        </p:cxnSp>
        <p:sp>
          <p:nvSpPr>
            <p:cNvPr id="550" name="Google Shape;550;p78"/>
            <p:cNvSpPr txBox="1"/>
            <p:nvPr/>
          </p:nvSpPr>
          <p:spPr>
            <a:xfrm rot="-2561358">
              <a:off x="5387501" y="3881785"/>
              <a:ext cx="1015453" cy="401474"/>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a:latin typeface="Lato"/>
                  <a:ea typeface="Lato"/>
                  <a:cs typeface="Lato"/>
                  <a:sym typeface="Lato"/>
                </a:rPr>
                <a:t>stdout</a:t>
              </a:r>
              <a:endParaRPr>
                <a:latin typeface="Lato"/>
                <a:ea typeface="Lato"/>
                <a:cs typeface="Lato"/>
                <a:sym typeface="Lato"/>
              </a:endParaRPr>
            </a:p>
          </p:txBody>
        </p:sp>
        <p:cxnSp>
          <p:nvCxnSpPr>
            <p:cNvPr id="551" name="Google Shape;551;p78"/>
            <p:cNvCxnSpPr/>
            <p:nvPr/>
          </p:nvCxnSpPr>
          <p:spPr>
            <a:xfrm>
              <a:off x="6588029" y="3558322"/>
              <a:ext cx="0" cy="211500"/>
            </a:xfrm>
            <a:prstGeom prst="straightConnector1">
              <a:avLst/>
            </a:prstGeom>
            <a:noFill/>
            <a:ln cap="flat" cmpd="sng" w="9525">
              <a:solidFill>
                <a:srgbClr val="1A1A1A"/>
              </a:solidFill>
              <a:prstDash val="solid"/>
              <a:round/>
              <a:headEnd len="med" w="med" type="none"/>
              <a:tailEnd len="med" w="med" type="triangle"/>
            </a:ln>
          </p:spPr>
        </p:cxnSp>
        <p:sp>
          <p:nvSpPr>
            <p:cNvPr id="552" name="Google Shape;552;p78"/>
            <p:cNvSpPr txBox="1"/>
            <p:nvPr/>
          </p:nvSpPr>
          <p:spPr>
            <a:xfrm rot="-2561733">
              <a:off x="5821327" y="3847253"/>
              <a:ext cx="912694" cy="401474"/>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a:latin typeface="Lato"/>
                  <a:ea typeface="Lato"/>
                  <a:cs typeface="Lato"/>
                  <a:sym typeface="Lato"/>
                </a:rPr>
                <a:t>stderr</a:t>
              </a:r>
              <a:endParaRPr>
                <a:latin typeface="Lato"/>
                <a:ea typeface="Lato"/>
                <a:cs typeface="Lato"/>
                <a:sym typeface="Lato"/>
              </a:endParaRPr>
            </a:p>
          </p:txBody>
        </p:sp>
        <p:cxnSp>
          <p:nvCxnSpPr>
            <p:cNvPr id="553" name="Google Shape;553;p78"/>
            <p:cNvCxnSpPr/>
            <p:nvPr/>
          </p:nvCxnSpPr>
          <p:spPr>
            <a:xfrm>
              <a:off x="6925080" y="3558322"/>
              <a:ext cx="0" cy="211500"/>
            </a:xfrm>
            <a:prstGeom prst="straightConnector1">
              <a:avLst/>
            </a:prstGeom>
            <a:noFill/>
            <a:ln cap="flat" cmpd="sng" w="9525">
              <a:solidFill>
                <a:srgbClr val="1A1A1A"/>
              </a:solidFill>
              <a:prstDash val="solid"/>
              <a:round/>
              <a:headEnd len="med" w="med" type="none"/>
              <a:tailEnd len="med" w="med" type="triangle"/>
            </a:ln>
          </p:spPr>
        </p:cxnSp>
        <p:sp>
          <p:nvSpPr>
            <p:cNvPr id="554" name="Google Shape;554;p78"/>
            <p:cNvSpPr txBox="1"/>
            <p:nvPr/>
          </p:nvSpPr>
          <p:spPr>
            <a:xfrm rot="-2561358">
              <a:off x="6189051" y="3846918"/>
              <a:ext cx="1015453" cy="617608"/>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a:latin typeface="Lato"/>
                  <a:ea typeface="Lato"/>
                  <a:cs typeface="Lato"/>
                  <a:sym typeface="Lato"/>
                </a:rPr>
                <a:t>file.txt</a:t>
              </a:r>
              <a:endParaRPr>
                <a:latin typeface="Lato"/>
                <a:ea typeface="Lato"/>
                <a:cs typeface="Lato"/>
                <a:sym typeface="Lato"/>
              </a:endParaRPr>
            </a:p>
          </p:txBody>
        </p:sp>
        <p:sp>
          <p:nvSpPr>
            <p:cNvPr id="555" name="Google Shape;555;p78"/>
            <p:cNvSpPr/>
            <p:nvPr/>
          </p:nvSpPr>
          <p:spPr>
            <a:xfrm>
              <a:off x="5678182" y="1856025"/>
              <a:ext cx="1438500" cy="300600"/>
            </a:xfrm>
            <a:prstGeom prst="rect">
              <a:avLst/>
            </a:prstGeom>
            <a:solidFill>
              <a:srgbClr val="EA9999"/>
            </a:solidFill>
            <a:ln cap="flat" cmpd="sng" w="9525">
              <a:solidFill>
                <a:srgbClr val="1A1A1A"/>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850"/>
                <a:t>PID: 12391</a:t>
              </a:r>
              <a:endParaRPr sz="850"/>
            </a:p>
          </p:txBody>
        </p:sp>
      </p:gr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9" name="Shape 559"/>
        <p:cNvGrpSpPr/>
        <p:nvPr/>
      </p:nvGrpSpPr>
      <p:grpSpPr>
        <a:xfrm>
          <a:off x="0" y="0"/>
          <a:ext cx="0" cy="0"/>
          <a:chOff x="0" y="0"/>
          <a:chExt cx="0" cy="0"/>
        </a:xfrm>
      </p:grpSpPr>
      <p:sp>
        <p:nvSpPr>
          <p:cNvPr id="560" name="Google Shape;560;p79"/>
          <p:cNvSpPr txBox="1"/>
          <p:nvPr>
            <p:ph type="title"/>
          </p:nvPr>
        </p:nvSpPr>
        <p:spPr>
          <a:xfrm>
            <a:off x="727650" y="590475"/>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Procesos</a:t>
            </a:r>
            <a:endParaRPr/>
          </a:p>
        </p:txBody>
      </p:sp>
      <p:sp>
        <p:nvSpPr>
          <p:cNvPr id="561" name="Google Shape;561;p79"/>
          <p:cNvSpPr txBox="1"/>
          <p:nvPr>
            <p:ph idx="1" type="body"/>
          </p:nvPr>
        </p:nvSpPr>
        <p:spPr>
          <a:xfrm>
            <a:off x="729450" y="1311875"/>
            <a:ext cx="7688700" cy="3744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800"/>
              <a:t>Partes </a:t>
            </a:r>
            <a:r>
              <a:rPr lang="en" sz="1800"/>
              <a:t>básicas</a:t>
            </a:r>
            <a:r>
              <a:rPr lang="en" sz="1800"/>
              <a:t> de un proceso:</a:t>
            </a:r>
            <a:endParaRPr sz="1800"/>
          </a:p>
          <a:p>
            <a:pPr indent="0" lvl="0" marL="0" rtl="0" algn="l">
              <a:spcBef>
                <a:spcPts val="1200"/>
              </a:spcBef>
              <a:spcAft>
                <a:spcPts val="0"/>
              </a:spcAft>
              <a:buNone/>
            </a:pPr>
            <a:r>
              <a:rPr lang="en" sz="1800"/>
              <a:t>PID:Process Id</a:t>
            </a:r>
            <a:endParaRPr sz="1800"/>
          </a:p>
          <a:p>
            <a:pPr indent="0" lvl="0" marL="0" rtl="0" algn="l">
              <a:spcBef>
                <a:spcPts val="1200"/>
              </a:spcBef>
              <a:spcAft>
                <a:spcPts val="0"/>
              </a:spcAft>
              <a:buNone/>
            </a:pPr>
            <a:r>
              <a:rPr lang="en" sz="1800"/>
              <a:t>Nombre del Programa</a:t>
            </a:r>
            <a:endParaRPr sz="1800"/>
          </a:p>
          <a:p>
            <a:pPr indent="0" lvl="0" marL="0" rtl="0" algn="l">
              <a:spcBef>
                <a:spcPts val="1200"/>
              </a:spcBef>
              <a:spcAft>
                <a:spcPts val="0"/>
              </a:spcAft>
              <a:buNone/>
            </a:pPr>
            <a:r>
              <a:rPr lang="en" sz="1800"/>
              <a:t>File </a:t>
            </a:r>
            <a:r>
              <a:rPr lang="en" sz="1800"/>
              <a:t>Descriptors</a:t>
            </a:r>
            <a:endParaRPr sz="1800"/>
          </a:p>
          <a:p>
            <a:pPr indent="0" lvl="0" marL="0" rtl="0" algn="l">
              <a:spcBef>
                <a:spcPts val="1200"/>
              </a:spcBef>
              <a:spcAft>
                <a:spcPts val="0"/>
              </a:spcAft>
              <a:buNone/>
            </a:pPr>
            <a:r>
              <a:rPr lang="en" sz="1800"/>
              <a:t>Memoria:</a:t>
            </a:r>
            <a:r>
              <a:rPr lang="en" sz="1800"/>
              <a:t>codigo,datos,stack,heap</a:t>
            </a:r>
            <a:endParaRPr sz="1800"/>
          </a:p>
          <a:p>
            <a:pPr indent="0" lvl="0" marL="0" rtl="0" algn="l">
              <a:spcBef>
                <a:spcPts val="1200"/>
              </a:spcBef>
              <a:spcAft>
                <a:spcPts val="0"/>
              </a:spcAft>
              <a:buNone/>
            </a:pPr>
            <a:r>
              <a:t/>
            </a:r>
            <a:endParaRPr sz="1800"/>
          </a:p>
          <a:p>
            <a:pPr indent="0" lvl="0" marL="0" rtl="0" algn="l">
              <a:spcBef>
                <a:spcPts val="1200"/>
              </a:spcBef>
              <a:spcAft>
                <a:spcPts val="1200"/>
              </a:spcAft>
              <a:buNone/>
            </a:pPr>
            <a:r>
              <a:rPr lang="en" sz="1800"/>
              <a:t>El </a:t>
            </a:r>
            <a:r>
              <a:rPr b="1" lang="en" sz="1800"/>
              <a:t>kernel</a:t>
            </a:r>
            <a:r>
              <a:rPr lang="en" sz="1800"/>
              <a:t> posee una tabla llamada </a:t>
            </a:r>
            <a:r>
              <a:rPr b="1" lang="en" sz="1800"/>
              <a:t>Process Tables</a:t>
            </a:r>
            <a:r>
              <a:rPr lang="en" sz="1800"/>
              <a:t>, donde se guarda información de cada proceso, cuya entrada es el </a:t>
            </a:r>
            <a:r>
              <a:rPr b="1" lang="en" sz="1800"/>
              <a:t>pid del proceso</a:t>
            </a:r>
            <a:r>
              <a:rPr lang="en" sz="1800"/>
              <a:t>.</a:t>
            </a:r>
            <a:endParaRPr sz="1800"/>
          </a:p>
        </p:txBody>
      </p:sp>
      <p:grpSp>
        <p:nvGrpSpPr>
          <p:cNvPr id="562" name="Google Shape;562;p79"/>
          <p:cNvGrpSpPr/>
          <p:nvPr/>
        </p:nvGrpSpPr>
        <p:grpSpPr>
          <a:xfrm>
            <a:off x="4617248" y="943574"/>
            <a:ext cx="4526749" cy="3440059"/>
            <a:chOff x="5227425" y="1856025"/>
            <a:chExt cx="2623898" cy="2620997"/>
          </a:xfrm>
        </p:grpSpPr>
        <p:sp>
          <p:nvSpPr>
            <p:cNvPr id="563" name="Google Shape;563;p79"/>
            <p:cNvSpPr/>
            <p:nvPr/>
          </p:nvSpPr>
          <p:spPr>
            <a:xfrm>
              <a:off x="5678182" y="2156530"/>
              <a:ext cx="1438500" cy="806400"/>
            </a:xfrm>
            <a:prstGeom prst="rect">
              <a:avLst/>
            </a:prstGeom>
            <a:solidFill>
              <a:srgbClr val="A4C2F4"/>
            </a:solidFill>
            <a:ln cap="flat" cmpd="sng" w="9525">
              <a:solidFill>
                <a:srgbClr val="1A1A1A"/>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Consolas"/>
                  <a:ea typeface="Consolas"/>
                  <a:cs typeface="Consolas"/>
                  <a:sym typeface="Consolas"/>
                </a:rPr>
                <a:t>grep</a:t>
              </a:r>
              <a:endParaRPr>
                <a:latin typeface="Consolas"/>
                <a:ea typeface="Consolas"/>
                <a:cs typeface="Consolas"/>
                <a:sym typeface="Consolas"/>
              </a:endParaRPr>
            </a:p>
          </p:txBody>
        </p:sp>
        <p:sp>
          <p:nvSpPr>
            <p:cNvPr id="564" name="Google Shape;564;p79"/>
            <p:cNvSpPr/>
            <p:nvPr/>
          </p:nvSpPr>
          <p:spPr>
            <a:xfrm>
              <a:off x="7116023" y="1856025"/>
              <a:ext cx="735300" cy="425400"/>
            </a:xfrm>
            <a:prstGeom prst="rect">
              <a:avLst/>
            </a:prstGeom>
            <a:solidFill>
              <a:srgbClr val="C9DAF8"/>
            </a:solidFill>
            <a:ln cap="flat" cmpd="sng" w="9525">
              <a:solidFill>
                <a:srgbClr val="1A1A1A"/>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100"/>
                <a:t>Heap</a:t>
              </a:r>
              <a:endParaRPr sz="1100"/>
            </a:p>
          </p:txBody>
        </p:sp>
        <p:sp>
          <p:nvSpPr>
            <p:cNvPr id="565" name="Google Shape;565;p79"/>
            <p:cNvSpPr/>
            <p:nvPr/>
          </p:nvSpPr>
          <p:spPr>
            <a:xfrm>
              <a:off x="7116023" y="2281599"/>
              <a:ext cx="735300" cy="425400"/>
            </a:xfrm>
            <a:prstGeom prst="rect">
              <a:avLst/>
            </a:prstGeom>
            <a:solidFill>
              <a:srgbClr val="C9DAF8"/>
            </a:solidFill>
            <a:ln cap="flat" cmpd="sng" w="9525">
              <a:solidFill>
                <a:srgbClr val="1A1A1A"/>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100"/>
                <a:t>Stack</a:t>
              </a:r>
              <a:endParaRPr sz="1100"/>
            </a:p>
          </p:txBody>
        </p:sp>
        <p:sp>
          <p:nvSpPr>
            <p:cNvPr id="566" name="Google Shape;566;p79"/>
            <p:cNvSpPr/>
            <p:nvPr/>
          </p:nvSpPr>
          <p:spPr>
            <a:xfrm>
              <a:off x="7116023" y="2707173"/>
              <a:ext cx="735300" cy="425400"/>
            </a:xfrm>
            <a:prstGeom prst="rect">
              <a:avLst/>
            </a:prstGeom>
            <a:solidFill>
              <a:srgbClr val="C9DAF8"/>
            </a:solidFill>
            <a:ln cap="flat" cmpd="sng" w="9525">
              <a:solidFill>
                <a:srgbClr val="1A1A1A"/>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100"/>
                <a:t>Data</a:t>
              </a:r>
              <a:endParaRPr sz="1100"/>
            </a:p>
          </p:txBody>
        </p:sp>
        <p:sp>
          <p:nvSpPr>
            <p:cNvPr id="567" name="Google Shape;567;p79"/>
            <p:cNvSpPr/>
            <p:nvPr/>
          </p:nvSpPr>
          <p:spPr>
            <a:xfrm>
              <a:off x="7116023" y="3132748"/>
              <a:ext cx="735300" cy="425400"/>
            </a:xfrm>
            <a:prstGeom prst="rect">
              <a:avLst/>
            </a:prstGeom>
            <a:solidFill>
              <a:srgbClr val="C9DAF8"/>
            </a:solidFill>
            <a:ln cap="flat" cmpd="sng" w="9525">
              <a:solidFill>
                <a:srgbClr val="1A1A1A"/>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100"/>
                <a:t>Code</a:t>
              </a:r>
              <a:endParaRPr sz="1100"/>
            </a:p>
          </p:txBody>
        </p:sp>
        <p:sp>
          <p:nvSpPr>
            <p:cNvPr id="568" name="Google Shape;568;p79"/>
            <p:cNvSpPr/>
            <p:nvPr/>
          </p:nvSpPr>
          <p:spPr>
            <a:xfrm>
              <a:off x="5678182" y="3257541"/>
              <a:ext cx="359700" cy="300600"/>
            </a:xfrm>
            <a:prstGeom prst="rect">
              <a:avLst/>
            </a:prstGeom>
            <a:solidFill>
              <a:srgbClr val="B6D7A8"/>
            </a:solidFill>
            <a:ln cap="flat" cmpd="sng" w="9525">
              <a:solidFill>
                <a:srgbClr val="1A1A1A"/>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100"/>
                <a:t>0</a:t>
              </a:r>
              <a:endParaRPr sz="1100"/>
            </a:p>
          </p:txBody>
        </p:sp>
        <p:sp>
          <p:nvSpPr>
            <p:cNvPr id="569" name="Google Shape;569;p79"/>
            <p:cNvSpPr/>
            <p:nvPr/>
          </p:nvSpPr>
          <p:spPr>
            <a:xfrm>
              <a:off x="6037789" y="3257541"/>
              <a:ext cx="359700" cy="300600"/>
            </a:xfrm>
            <a:prstGeom prst="rect">
              <a:avLst/>
            </a:prstGeom>
            <a:solidFill>
              <a:srgbClr val="B6D7A8"/>
            </a:solidFill>
            <a:ln cap="flat" cmpd="sng" w="9525">
              <a:solidFill>
                <a:srgbClr val="1A1A1A"/>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100"/>
                <a:t>1</a:t>
              </a:r>
              <a:endParaRPr sz="1100"/>
            </a:p>
          </p:txBody>
        </p:sp>
        <p:sp>
          <p:nvSpPr>
            <p:cNvPr id="570" name="Google Shape;570;p79"/>
            <p:cNvSpPr/>
            <p:nvPr/>
          </p:nvSpPr>
          <p:spPr>
            <a:xfrm>
              <a:off x="6397397" y="3257541"/>
              <a:ext cx="359700" cy="300600"/>
            </a:xfrm>
            <a:prstGeom prst="rect">
              <a:avLst/>
            </a:prstGeom>
            <a:solidFill>
              <a:srgbClr val="B6D7A8"/>
            </a:solidFill>
            <a:ln cap="flat" cmpd="sng" w="9525">
              <a:solidFill>
                <a:srgbClr val="1A1A1A"/>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100"/>
                <a:t>2</a:t>
              </a:r>
              <a:endParaRPr sz="1100"/>
            </a:p>
          </p:txBody>
        </p:sp>
        <p:sp>
          <p:nvSpPr>
            <p:cNvPr id="571" name="Google Shape;571;p79"/>
            <p:cNvSpPr/>
            <p:nvPr/>
          </p:nvSpPr>
          <p:spPr>
            <a:xfrm>
              <a:off x="6757005" y="3257541"/>
              <a:ext cx="359700" cy="300600"/>
            </a:xfrm>
            <a:prstGeom prst="rect">
              <a:avLst/>
            </a:prstGeom>
            <a:solidFill>
              <a:srgbClr val="B6D7A8"/>
            </a:solidFill>
            <a:ln cap="flat" cmpd="sng" w="9525">
              <a:solidFill>
                <a:srgbClr val="1A1A1A"/>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100"/>
                <a:t>3</a:t>
              </a:r>
              <a:endParaRPr sz="1100"/>
            </a:p>
          </p:txBody>
        </p:sp>
        <p:sp>
          <p:nvSpPr>
            <p:cNvPr id="572" name="Google Shape;572;p79"/>
            <p:cNvSpPr/>
            <p:nvPr/>
          </p:nvSpPr>
          <p:spPr>
            <a:xfrm>
              <a:off x="5678182" y="2966902"/>
              <a:ext cx="1438500" cy="300600"/>
            </a:xfrm>
            <a:prstGeom prst="rect">
              <a:avLst/>
            </a:prstGeom>
            <a:solidFill>
              <a:srgbClr val="B6D7A8"/>
            </a:solidFill>
            <a:ln cap="flat" cmpd="sng" w="9525">
              <a:solidFill>
                <a:srgbClr val="1A1A1A"/>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050"/>
                <a:t>File Descriptors</a:t>
              </a:r>
              <a:endParaRPr sz="1050"/>
            </a:p>
          </p:txBody>
        </p:sp>
        <p:cxnSp>
          <p:nvCxnSpPr>
            <p:cNvPr id="573" name="Google Shape;573;p79"/>
            <p:cNvCxnSpPr>
              <a:stCxn id="568" idx="2"/>
            </p:cNvCxnSpPr>
            <p:nvPr/>
          </p:nvCxnSpPr>
          <p:spPr>
            <a:xfrm>
              <a:off x="5858032" y="3558141"/>
              <a:ext cx="0" cy="211500"/>
            </a:xfrm>
            <a:prstGeom prst="straightConnector1">
              <a:avLst/>
            </a:prstGeom>
            <a:noFill/>
            <a:ln cap="flat" cmpd="sng" w="9525">
              <a:solidFill>
                <a:srgbClr val="1A1A1A"/>
              </a:solidFill>
              <a:prstDash val="solid"/>
              <a:round/>
              <a:headEnd len="med" w="med" type="none"/>
              <a:tailEnd len="med" w="med" type="triangle"/>
            </a:ln>
          </p:spPr>
        </p:cxnSp>
        <p:sp>
          <p:nvSpPr>
            <p:cNvPr id="574" name="Google Shape;574;p79"/>
            <p:cNvSpPr txBox="1"/>
            <p:nvPr/>
          </p:nvSpPr>
          <p:spPr>
            <a:xfrm rot="-2561078">
              <a:off x="5229617" y="3811162"/>
              <a:ext cx="745616" cy="27472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a:latin typeface="Lato"/>
                  <a:ea typeface="Lato"/>
                  <a:cs typeface="Lato"/>
                  <a:sym typeface="Lato"/>
                </a:rPr>
                <a:t>stdin</a:t>
              </a:r>
              <a:endParaRPr>
                <a:latin typeface="Lato"/>
                <a:ea typeface="Lato"/>
                <a:cs typeface="Lato"/>
                <a:sym typeface="Lato"/>
              </a:endParaRPr>
            </a:p>
          </p:txBody>
        </p:sp>
        <p:cxnSp>
          <p:nvCxnSpPr>
            <p:cNvPr id="575" name="Google Shape;575;p79"/>
            <p:cNvCxnSpPr/>
            <p:nvPr/>
          </p:nvCxnSpPr>
          <p:spPr>
            <a:xfrm>
              <a:off x="6203030" y="3558322"/>
              <a:ext cx="0" cy="211500"/>
            </a:xfrm>
            <a:prstGeom prst="straightConnector1">
              <a:avLst/>
            </a:prstGeom>
            <a:noFill/>
            <a:ln cap="flat" cmpd="sng" w="9525">
              <a:solidFill>
                <a:srgbClr val="1A1A1A"/>
              </a:solidFill>
              <a:prstDash val="solid"/>
              <a:round/>
              <a:headEnd len="med" w="med" type="none"/>
              <a:tailEnd len="med" w="med" type="triangle"/>
            </a:ln>
          </p:spPr>
        </p:cxnSp>
        <p:sp>
          <p:nvSpPr>
            <p:cNvPr id="576" name="Google Shape;576;p79"/>
            <p:cNvSpPr txBox="1"/>
            <p:nvPr/>
          </p:nvSpPr>
          <p:spPr>
            <a:xfrm rot="-2561358">
              <a:off x="5340851" y="3902262"/>
              <a:ext cx="1015453" cy="27472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a:latin typeface="Lato"/>
                  <a:ea typeface="Lato"/>
                  <a:cs typeface="Lato"/>
                  <a:sym typeface="Lato"/>
                </a:rPr>
                <a:t>stdout</a:t>
              </a:r>
              <a:endParaRPr>
                <a:latin typeface="Lato"/>
                <a:ea typeface="Lato"/>
                <a:cs typeface="Lato"/>
                <a:sym typeface="Lato"/>
              </a:endParaRPr>
            </a:p>
          </p:txBody>
        </p:sp>
        <p:cxnSp>
          <p:nvCxnSpPr>
            <p:cNvPr id="577" name="Google Shape;577;p79"/>
            <p:cNvCxnSpPr/>
            <p:nvPr/>
          </p:nvCxnSpPr>
          <p:spPr>
            <a:xfrm>
              <a:off x="6588029" y="3558322"/>
              <a:ext cx="0" cy="211500"/>
            </a:xfrm>
            <a:prstGeom prst="straightConnector1">
              <a:avLst/>
            </a:prstGeom>
            <a:noFill/>
            <a:ln cap="flat" cmpd="sng" w="9525">
              <a:solidFill>
                <a:srgbClr val="1A1A1A"/>
              </a:solidFill>
              <a:prstDash val="solid"/>
              <a:round/>
              <a:headEnd len="med" w="med" type="none"/>
              <a:tailEnd len="med" w="med" type="triangle"/>
            </a:ln>
          </p:spPr>
        </p:cxnSp>
        <p:sp>
          <p:nvSpPr>
            <p:cNvPr id="578" name="Google Shape;578;p79"/>
            <p:cNvSpPr txBox="1"/>
            <p:nvPr/>
          </p:nvSpPr>
          <p:spPr>
            <a:xfrm rot="-2561733">
              <a:off x="5774677" y="3867730"/>
              <a:ext cx="912694" cy="27472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a:latin typeface="Lato"/>
                  <a:ea typeface="Lato"/>
                  <a:cs typeface="Lato"/>
                  <a:sym typeface="Lato"/>
                </a:rPr>
                <a:t>stderr</a:t>
              </a:r>
              <a:endParaRPr>
                <a:latin typeface="Lato"/>
                <a:ea typeface="Lato"/>
                <a:cs typeface="Lato"/>
                <a:sym typeface="Lato"/>
              </a:endParaRPr>
            </a:p>
          </p:txBody>
        </p:sp>
        <p:cxnSp>
          <p:nvCxnSpPr>
            <p:cNvPr id="579" name="Google Shape;579;p79"/>
            <p:cNvCxnSpPr/>
            <p:nvPr/>
          </p:nvCxnSpPr>
          <p:spPr>
            <a:xfrm>
              <a:off x="6925080" y="3558322"/>
              <a:ext cx="0" cy="211500"/>
            </a:xfrm>
            <a:prstGeom prst="straightConnector1">
              <a:avLst/>
            </a:prstGeom>
            <a:noFill/>
            <a:ln cap="flat" cmpd="sng" w="9525">
              <a:solidFill>
                <a:srgbClr val="1A1A1A"/>
              </a:solidFill>
              <a:prstDash val="solid"/>
              <a:round/>
              <a:headEnd len="med" w="med" type="none"/>
              <a:tailEnd len="med" w="med" type="triangle"/>
            </a:ln>
          </p:spPr>
        </p:cxnSp>
        <p:sp>
          <p:nvSpPr>
            <p:cNvPr id="580" name="Google Shape;580;p79"/>
            <p:cNvSpPr txBox="1"/>
            <p:nvPr/>
          </p:nvSpPr>
          <p:spPr>
            <a:xfrm rot="-2561358">
              <a:off x="6062901" y="3902214"/>
              <a:ext cx="1015453" cy="274517"/>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a:latin typeface="Lato"/>
                  <a:ea typeface="Lato"/>
                  <a:cs typeface="Lato"/>
                  <a:sym typeface="Lato"/>
                </a:rPr>
                <a:t>file.txt</a:t>
              </a:r>
              <a:endParaRPr>
                <a:latin typeface="Lato"/>
                <a:ea typeface="Lato"/>
                <a:cs typeface="Lato"/>
                <a:sym typeface="Lato"/>
              </a:endParaRPr>
            </a:p>
          </p:txBody>
        </p:sp>
        <p:sp>
          <p:nvSpPr>
            <p:cNvPr id="581" name="Google Shape;581;p79"/>
            <p:cNvSpPr/>
            <p:nvPr/>
          </p:nvSpPr>
          <p:spPr>
            <a:xfrm>
              <a:off x="5678182" y="1856025"/>
              <a:ext cx="1438500" cy="300600"/>
            </a:xfrm>
            <a:prstGeom prst="rect">
              <a:avLst/>
            </a:prstGeom>
            <a:solidFill>
              <a:srgbClr val="EA9999"/>
            </a:solidFill>
            <a:ln cap="flat" cmpd="sng" w="9525">
              <a:solidFill>
                <a:srgbClr val="1A1A1A"/>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850"/>
                <a:t>PID: 12391</a:t>
              </a:r>
              <a:endParaRPr sz="850"/>
            </a:p>
          </p:txBody>
        </p:sp>
      </p:gr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5" name="Shape 585"/>
        <p:cNvGrpSpPr/>
        <p:nvPr/>
      </p:nvGrpSpPr>
      <p:grpSpPr>
        <a:xfrm>
          <a:off x="0" y="0"/>
          <a:ext cx="0" cy="0"/>
          <a:chOff x="0" y="0"/>
          <a:chExt cx="0" cy="0"/>
        </a:xfrm>
      </p:grpSpPr>
      <p:sp>
        <p:nvSpPr>
          <p:cNvPr id="586" name="Google Shape;586;p80"/>
          <p:cNvSpPr txBox="1"/>
          <p:nvPr>
            <p:ph type="title"/>
          </p:nvPr>
        </p:nvSpPr>
        <p:spPr>
          <a:xfrm>
            <a:off x="727650" y="590475"/>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Procesos: File Descriptors</a:t>
            </a:r>
            <a:endParaRPr/>
          </a:p>
        </p:txBody>
      </p:sp>
      <p:sp>
        <p:nvSpPr>
          <p:cNvPr id="587" name="Google Shape;587;p80"/>
          <p:cNvSpPr txBox="1"/>
          <p:nvPr>
            <p:ph idx="1" type="body"/>
          </p:nvPr>
        </p:nvSpPr>
        <p:spPr>
          <a:xfrm>
            <a:off x="729450" y="1311875"/>
            <a:ext cx="7688700" cy="3744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800"/>
              <a:t>Los procesos tiene asociados los archivos abiertos que </a:t>
            </a:r>
            <a:r>
              <a:rPr lang="en" sz="1800"/>
              <a:t>están</a:t>
            </a:r>
            <a:r>
              <a:rPr lang="en" sz="1800"/>
              <a:t> usando. Estos archivos se </a:t>
            </a:r>
            <a:r>
              <a:rPr lang="en" sz="1800"/>
              <a:t>identifican</a:t>
            </a:r>
            <a:r>
              <a:rPr lang="en" sz="1800"/>
              <a:t> por un </a:t>
            </a:r>
            <a:r>
              <a:rPr b="1" lang="en" sz="1800"/>
              <a:t>número</a:t>
            </a:r>
            <a:r>
              <a:rPr lang="en" sz="1800"/>
              <a:t> denominado </a:t>
            </a:r>
            <a:r>
              <a:rPr b="1" lang="en" sz="1800"/>
              <a:t>file descriptor, </a:t>
            </a:r>
            <a:r>
              <a:rPr lang="en" sz="1800"/>
              <a:t>un </a:t>
            </a:r>
            <a:r>
              <a:rPr lang="en" sz="1800"/>
              <a:t>número</a:t>
            </a:r>
            <a:r>
              <a:rPr lang="en" sz="1800"/>
              <a:t> entero positivo.</a:t>
            </a:r>
            <a:endParaRPr sz="1800"/>
          </a:p>
          <a:p>
            <a:pPr indent="0" lvl="0" marL="0" rtl="0" algn="l">
              <a:spcBef>
                <a:spcPts val="1200"/>
              </a:spcBef>
              <a:spcAft>
                <a:spcPts val="0"/>
              </a:spcAft>
              <a:buNone/>
            </a:pPr>
            <a:r>
              <a:rPr lang="en" sz="1800"/>
              <a:t>Estos file descriptors se almacenan en una tabla en el kernel llamada </a:t>
            </a:r>
            <a:r>
              <a:rPr b="1" lang="en" sz="1800"/>
              <a:t>File Descriptor Table</a:t>
            </a:r>
            <a:r>
              <a:rPr lang="en" sz="1800"/>
              <a:t>. Hay una por proceso.</a:t>
            </a:r>
            <a:endParaRPr sz="1800"/>
          </a:p>
          <a:p>
            <a:pPr indent="0" lvl="0" marL="0" rtl="0" algn="l">
              <a:spcBef>
                <a:spcPts val="1200"/>
              </a:spcBef>
              <a:spcAft>
                <a:spcPts val="0"/>
              </a:spcAft>
              <a:buNone/>
            </a:pPr>
            <a:r>
              <a:rPr lang="en" sz="1800"/>
              <a:t>Existen 3 file </a:t>
            </a:r>
            <a:r>
              <a:rPr lang="en" sz="1800"/>
              <a:t>descriptors</a:t>
            </a:r>
            <a:r>
              <a:rPr lang="en" sz="1800"/>
              <a:t> que son creados cuando se crea un proceso:</a:t>
            </a:r>
            <a:endParaRPr sz="1800"/>
          </a:p>
          <a:p>
            <a:pPr indent="0" lvl="0" marL="0" rtl="0" algn="l">
              <a:spcBef>
                <a:spcPts val="1200"/>
              </a:spcBef>
              <a:spcAft>
                <a:spcPts val="0"/>
              </a:spcAft>
              <a:buNone/>
            </a:pPr>
            <a:r>
              <a:rPr lang="en" sz="1800"/>
              <a:t>fd=0			llamado Stdin  de solo lectura</a:t>
            </a:r>
            <a:endParaRPr sz="1800"/>
          </a:p>
          <a:p>
            <a:pPr indent="0" lvl="0" marL="0" rtl="0" algn="l">
              <a:spcBef>
                <a:spcPts val="1200"/>
              </a:spcBef>
              <a:spcAft>
                <a:spcPts val="0"/>
              </a:spcAft>
              <a:buNone/>
            </a:pPr>
            <a:r>
              <a:rPr lang="en" sz="1800"/>
              <a:t>fd=1			llamado Stdout	de solo escritura</a:t>
            </a:r>
            <a:endParaRPr sz="1800"/>
          </a:p>
          <a:p>
            <a:pPr indent="0" lvl="0" marL="0" rtl="0" algn="l">
              <a:spcBef>
                <a:spcPts val="1200"/>
              </a:spcBef>
              <a:spcAft>
                <a:spcPts val="1200"/>
              </a:spcAft>
              <a:buNone/>
            </a:pPr>
            <a:r>
              <a:rPr lang="en" sz="1800"/>
              <a:t>f</a:t>
            </a:r>
            <a:r>
              <a:rPr lang="en" sz="1800"/>
              <a:t>d=2			llamado StdErr	de solo escritura</a:t>
            </a:r>
            <a:endParaRPr sz="1800"/>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1" name="Shape 591"/>
        <p:cNvGrpSpPr/>
        <p:nvPr/>
      </p:nvGrpSpPr>
      <p:grpSpPr>
        <a:xfrm>
          <a:off x="0" y="0"/>
          <a:ext cx="0" cy="0"/>
          <a:chOff x="0" y="0"/>
          <a:chExt cx="0" cy="0"/>
        </a:xfrm>
      </p:grpSpPr>
      <p:sp>
        <p:nvSpPr>
          <p:cNvPr id="592" name="Google Shape;592;p81"/>
          <p:cNvSpPr txBox="1"/>
          <p:nvPr>
            <p:ph type="title"/>
          </p:nvPr>
        </p:nvSpPr>
        <p:spPr>
          <a:xfrm>
            <a:off x="727650" y="590475"/>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Procesos: File Descriptors</a:t>
            </a:r>
            <a:endParaRPr/>
          </a:p>
        </p:txBody>
      </p:sp>
      <p:sp>
        <p:nvSpPr>
          <p:cNvPr id="593" name="Google Shape;593;p81"/>
          <p:cNvSpPr txBox="1"/>
          <p:nvPr>
            <p:ph idx="1" type="body"/>
          </p:nvPr>
        </p:nvSpPr>
        <p:spPr>
          <a:xfrm>
            <a:off x="729450" y="1311875"/>
            <a:ext cx="7688700" cy="37449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sz="1800"/>
          </a:p>
        </p:txBody>
      </p:sp>
      <p:pic>
        <p:nvPicPr>
          <p:cNvPr id="594" name="Google Shape;594;p81"/>
          <p:cNvPicPr preferRelativeResize="0"/>
          <p:nvPr/>
        </p:nvPicPr>
        <p:blipFill>
          <a:blip r:embed="rId3">
            <a:alphaModFix/>
          </a:blip>
          <a:stretch>
            <a:fillRect/>
          </a:stretch>
        </p:blipFill>
        <p:spPr>
          <a:xfrm>
            <a:off x="1767343" y="1649230"/>
            <a:ext cx="5612925" cy="3070200"/>
          </a:xfrm>
          <a:prstGeom prst="rect">
            <a:avLst/>
          </a:prstGeom>
          <a:noFill/>
          <a:ln>
            <a:noFill/>
          </a:ln>
        </p:spPr>
      </p:pic>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8" name="Shape 598"/>
        <p:cNvGrpSpPr/>
        <p:nvPr/>
      </p:nvGrpSpPr>
      <p:grpSpPr>
        <a:xfrm>
          <a:off x="0" y="0"/>
          <a:ext cx="0" cy="0"/>
          <a:chOff x="0" y="0"/>
          <a:chExt cx="0" cy="0"/>
        </a:xfrm>
      </p:grpSpPr>
      <p:sp>
        <p:nvSpPr>
          <p:cNvPr id="599" name="Google Shape;599;p82"/>
          <p:cNvSpPr txBox="1"/>
          <p:nvPr>
            <p:ph type="title"/>
          </p:nvPr>
        </p:nvSpPr>
        <p:spPr>
          <a:xfrm>
            <a:off x="727650" y="590475"/>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Procesos: File Descriptors</a:t>
            </a:r>
            <a:endParaRPr/>
          </a:p>
        </p:txBody>
      </p:sp>
      <p:sp>
        <p:nvSpPr>
          <p:cNvPr id="600" name="Google Shape;600;p82"/>
          <p:cNvSpPr txBox="1"/>
          <p:nvPr>
            <p:ph idx="1" type="body"/>
          </p:nvPr>
        </p:nvSpPr>
        <p:spPr>
          <a:xfrm>
            <a:off x="729450" y="1311875"/>
            <a:ext cx="7688700" cy="37449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sz="1800"/>
              <a:t> </a:t>
            </a:r>
            <a:endParaRPr sz="1800"/>
          </a:p>
        </p:txBody>
      </p:sp>
      <p:pic>
        <p:nvPicPr>
          <p:cNvPr id="601" name="Google Shape;601;p82"/>
          <p:cNvPicPr preferRelativeResize="0"/>
          <p:nvPr/>
        </p:nvPicPr>
        <p:blipFill>
          <a:blip r:embed="rId3">
            <a:alphaModFix/>
          </a:blip>
          <a:stretch>
            <a:fillRect/>
          </a:stretch>
        </p:blipFill>
        <p:spPr>
          <a:xfrm>
            <a:off x="957431" y="1766150"/>
            <a:ext cx="6870675" cy="3124300"/>
          </a:xfrm>
          <a:prstGeom prst="rect">
            <a:avLst/>
          </a:prstGeom>
          <a:noFill/>
          <a:ln>
            <a:noFill/>
          </a:ln>
        </p:spPr>
      </p:pic>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5" name="Shape 605"/>
        <p:cNvGrpSpPr/>
        <p:nvPr/>
      </p:nvGrpSpPr>
      <p:grpSpPr>
        <a:xfrm>
          <a:off x="0" y="0"/>
          <a:ext cx="0" cy="0"/>
          <a:chOff x="0" y="0"/>
          <a:chExt cx="0" cy="0"/>
        </a:xfrm>
      </p:grpSpPr>
      <p:sp>
        <p:nvSpPr>
          <p:cNvPr id="606" name="Google Shape;606;p83"/>
          <p:cNvSpPr txBox="1"/>
          <p:nvPr>
            <p:ph idx="1" type="body"/>
          </p:nvPr>
        </p:nvSpPr>
        <p:spPr>
          <a:xfrm>
            <a:off x="729450" y="547725"/>
            <a:ext cx="7927800" cy="4542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600">
                <a:solidFill>
                  <a:srgbClr val="188038"/>
                </a:solidFill>
              </a:rPr>
              <a:t>fork()</a:t>
            </a:r>
            <a:r>
              <a:rPr lang="en" sz="1600">
                <a:solidFill>
                  <a:srgbClr val="000000"/>
                </a:solidFill>
              </a:rPr>
              <a:t>: Crea un nuevo proceso y devuelve su ID (pid). El nuevo proceso es una copia del proceso actual.</a:t>
            </a:r>
            <a:endParaRPr sz="1600">
              <a:solidFill>
                <a:srgbClr val="000000"/>
              </a:solidFill>
            </a:endParaRPr>
          </a:p>
          <a:p>
            <a:pPr indent="0" lvl="0" marL="0" rtl="0" algn="l">
              <a:spcBef>
                <a:spcPts val="0"/>
              </a:spcBef>
              <a:spcAft>
                <a:spcPts val="0"/>
              </a:spcAft>
              <a:buNone/>
            </a:pPr>
            <a:r>
              <a:rPr b="1" lang="en" sz="1600">
                <a:solidFill>
                  <a:srgbClr val="188038"/>
                </a:solidFill>
              </a:rPr>
              <a:t>wait()</a:t>
            </a:r>
            <a:r>
              <a:rPr lang="en" sz="1600">
                <a:solidFill>
                  <a:srgbClr val="000000"/>
                </a:solidFill>
              </a:rPr>
              <a:t>: Suspende la ejecución del proceso actual hasta que uno de sus procesos hijos termine. Devuelve el ID del proceso hijo terminado.</a:t>
            </a:r>
            <a:endParaRPr sz="1600">
              <a:solidFill>
                <a:srgbClr val="000000"/>
              </a:solidFill>
            </a:endParaRPr>
          </a:p>
          <a:p>
            <a:pPr indent="0" lvl="0" marL="0" rtl="0" algn="l">
              <a:spcBef>
                <a:spcPts val="0"/>
              </a:spcBef>
              <a:spcAft>
                <a:spcPts val="0"/>
              </a:spcAft>
              <a:buNone/>
            </a:pPr>
            <a:r>
              <a:rPr b="1" lang="en" sz="1600">
                <a:solidFill>
                  <a:srgbClr val="188038"/>
                </a:solidFill>
              </a:rPr>
              <a:t>getpid()</a:t>
            </a:r>
            <a:r>
              <a:rPr lang="en" sz="1600">
                <a:solidFill>
                  <a:srgbClr val="000000"/>
                </a:solidFill>
              </a:rPr>
              <a:t>: Devuelve el ID del proceso actual, permitiendo su identificación dentro del sistema.</a:t>
            </a:r>
            <a:endParaRPr sz="1600">
              <a:solidFill>
                <a:srgbClr val="000000"/>
              </a:solidFill>
            </a:endParaRPr>
          </a:p>
          <a:p>
            <a:pPr indent="0" lvl="0" marL="0" rtl="0" algn="l">
              <a:spcBef>
                <a:spcPts val="0"/>
              </a:spcBef>
              <a:spcAft>
                <a:spcPts val="0"/>
              </a:spcAft>
              <a:buNone/>
            </a:pPr>
            <a:r>
              <a:rPr b="1" lang="en" sz="1600">
                <a:solidFill>
                  <a:srgbClr val="188038"/>
                </a:solidFill>
              </a:rPr>
              <a:t>exec(filename, argv)</a:t>
            </a:r>
            <a:r>
              <a:rPr lang="en" sz="1600">
                <a:solidFill>
                  <a:srgbClr val="000000"/>
                </a:solidFill>
              </a:rPr>
              <a:t>: Carga y ejecuta un nuevo programa, reemplazando el proceso actual con el contenido del archivo especificado. Los argumentos para el nuevo programa se pasan a través de </a:t>
            </a:r>
            <a:r>
              <a:rPr lang="en" sz="1600">
                <a:solidFill>
                  <a:srgbClr val="188038"/>
                </a:solidFill>
              </a:rPr>
              <a:t>argv</a:t>
            </a:r>
            <a:r>
              <a:rPr lang="en" sz="1600">
                <a:solidFill>
                  <a:srgbClr val="000000"/>
                </a:solidFill>
              </a:rPr>
              <a:t>.</a:t>
            </a:r>
            <a:endParaRPr sz="1600">
              <a:solidFill>
                <a:srgbClr val="000000"/>
              </a:solidFill>
            </a:endParaRPr>
          </a:p>
          <a:p>
            <a:pPr indent="0" lvl="0" marL="0" rtl="0" algn="l">
              <a:spcBef>
                <a:spcPts val="0"/>
              </a:spcBef>
              <a:spcAft>
                <a:spcPts val="0"/>
              </a:spcAft>
              <a:buNone/>
            </a:pPr>
            <a:r>
              <a:rPr b="1" lang="en" sz="1600">
                <a:solidFill>
                  <a:srgbClr val="188038"/>
                </a:solidFill>
              </a:rPr>
              <a:t>exit()</a:t>
            </a:r>
            <a:r>
              <a:rPr lang="en" sz="1600">
                <a:solidFill>
                  <a:srgbClr val="000000"/>
                </a:solidFill>
              </a:rPr>
              <a:t>: Finaliza el proceso actual, devolviendo un código de salida al sistema operativo.</a:t>
            </a:r>
            <a:endParaRPr sz="1600">
              <a:solidFill>
                <a:srgbClr val="000000"/>
              </a:solidFill>
            </a:endParaRPr>
          </a:p>
          <a:p>
            <a:pPr indent="0" lvl="0" marL="0" rtl="0" algn="l">
              <a:spcBef>
                <a:spcPts val="0"/>
              </a:spcBef>
              <a:spcAft>
                <a:spcPts val="0"/>
              </a:spcAft>
              <a:buNone/>
            </a:pPr>
            <a:r>
              <a:rPr b="1" lang="en" sz="1600">
                <a:solidFill>
                  <a:srgbClr val="188038"/>
                </a:solidFill>
              </a:rPr>
              <a:t>kill(pid)</a:t>
            </a:r>
            <a:r>
              <a:rPr lang="en" sz="1600">
                <a:solidFill>
                  <a:srgbClr val="000000"/>
                </a:solidFill>
              </a:rPr>
              <a:t>: Envía una señal para terminar el proceso especificado por su ID (pid), permitiendo la terminación controlada de procesos.</a:t>
            </a:r>
            <a:endParaRPr sz="1600">
              <a:solidFill>
                <a:srgbClr val="000000"/>
              </a:solidFill>
            </a:endParaRPr>
          </a:p>
          <a:p>
            <a:pPr indent="0" lvl="0" marL="0" rtl="0" algn="l">
              <a:spcBef>
                <a:spcPts val="0"/>
              </a:spcBef>
              <a:spcAft>
                <a:spcPts val="0"/>
              </a:spcAft>
              <a:buNone/>
            </a:pPr>
            <a:r>
              <a:rPr b="1" lang="en" sz="1600">
                <a:solidFill>
                  <a:srgbClr val="188038"/>
                </a:solidFill>
              </a:rPr>
              <a:t>pipe()</a:t>
            </a:r>
            <a:r>
              <a:rPr lang="en" sz="1600">
                <a:solidFill>
                  <a:srgbClr val="000000"/>
                </a:solidFill>
              </a:rPr>
              <a:t>: Crea un canal de comunicación entre procesos, permitiendo que uno lea datos por un extremo y el otro escriba datos por el otro extremo.</a:t>
            </a:r>
            <a:endParaRPr sz="1600">
              <a:solidFill>
                <a:srgbClr val="000000"/>
              </a:solidFill>
            </a:endParaRPr>
          </a:p>
          <a:p>
            <a:pPr indent="0" lvl="0" marL="0" rtl="0" algn="l">
              <a:spcBef>
                <a:spcPts val="0"/>
              </a:spcBef>
              <a:spcAft>
                <a:spcPts val="0"/>
              </a:spcAft>
              <a:buNone/>
            </a:pPr>
            <a:r>
              <a:rPr b="1" lang="en" sz="1600">
                <a:solidFill>
                  <a:srgbClr val="188038"/>
                </a:solidFill>
              </a:rPr>
              <a:t>dup()</a:t>
            </a:r>
            <a:r>
              <a:rPr lang="en" sz="1600">
                <a:solidFill>
                  <a:srgbClr val="000000"/>
                </a:solidFill>
              </a:rPr>
              <a:t>: Duplica un descriptor de archivo, creando una copia exacta de él. Esto es útil para redirigir la entrada o salida de un proceso.</a:t>
            </a:r>
            <a:endParaRPr sz="1600">
              <a:solidFill>
                <a:srgbClr val="000000"/>
              </a:solidFill>
            </a:endParaRPr>
          </a:p>
          <a:p>
            <a:pPr indent="0" lvl="0" marL="0" rtl="0" algn="l">
              <a:spcBef>
                <a:spcPts val="0"/>
              </a:spcBef>
              <a:spcAft>
                <a:spcPts val="0"/>
              </a:spcAft>
              <a:buNone/>
            </a:pPr>
            <a:r>
              <a:t/>
            </a:r>
            <a:endParaRPr b="1" sz="2500"/>
          </a:p>
        </p:txBody>
      </p:sp>
      <p:sp>
        <p:nvSpPr>
          <p:cNvPr id="607" name="Google Shape;607;p83"/>
          <p:cNvSpPr txBox="1"/>
          <p:nvPr>
            <p:ph type="title"/>
          </p:nvPr>
        </p:nvSpPr>
        <p:spPr>
          <a:xfrm>
            <a:off x="727650" y="-70575"/>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El API de Procesos Resumida</a:t>
            </a:r>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1" name="Shape 611"/>
        <p:cNvGrpSpPr/>
        <p:nvPr/>
      </p:nvGrpSpPr>
      <p:grpSpPr>
        <a:xfrm>
          <a:off x="0" y="0"/>
          <a:ext cx="0" cy="0"/>
          <a:chOff x="0" y="0"/>
          <a:chExt cx="0" cy="0"/>
        </a:xfrm>
      </p:grpSpPr>
      <p:sp>
        <p:nvSpPr>
          <p:cNvPr id="612" name="Google Shape;612;p84"/>
          <p:cNvSpPr txBox="1"/>
          <p:nvPr>
            <p:ph type="title"/>
          </p:nvPr>
        </p:nvSpPr>
        <p:spPr>
          <a:xfrm>
            <a:off x="727650" y="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System Call fork()</a:t>
            </a:r>
            <a:endParaRPr/>
          </a:p>
        </p:txBody>
      </p:sp>
      <p:sp>
        <p:nvSpPr>
          <p:cNvPr id="613" name="Google Shape;613;p84"/>
          <p:cNvSpPr txBox="1"/>
          <p:nvPr>
            <p:ph idx="1" type="body"/>
          </p:nvPr>
        </p:nvSpPr>
        <p:spPr>
          <a:xfrm>
            <a:off x="727650" y="1357525"/>
            <a:ext cx="7688700" cy="3535200"/>
          </a:xfrm>
          <a:prstGeom prst="rect">
            <a:avLst/>
          </a:prstGeom>
        </p:spPr>
        <p:txBody>
          <a:bodyPr anchorCtr="0" anchor="t" bIns="91425" lIns="91425" spcFirstLastPara="1" rIns="91425" wrap="square" tIns="91425">
            <a:noAutofit/>
          </a:bodyPr>
          <a:lstStyle/>
          <a:p>
            <a:pPr indent="0" lvl="0" marL="0" rtl="0" algn="l">
              <a:lnSpc>
                <a:spcPct val="105000"/>
              </a:lnSpc>
              <a:spcBef>
                <a:spcPts val="0"/>
              </a:spcBef>
              <a:spcAft>
                <a:spcPts val="0"/>
              </a:spcAft>
              <a:buNone/>
            </a:pPr>
            <a:r>
              <a:rPr b="1" lang="en" sz="1900"/>
              <a:t>#include &lt;unistd.h&gt;</a:t>
            </a:r>
            <a:endParaRPr b="1" sz="1900"/>
          </a:p>
          <a:p>
            <a:pPr indent="0" lvl="0" marL="0" rtl="0" algn="l">
              <a:lnSpc>
                <a:spcPct val="105000"/>
              </a:lnSpc>
              <a:spcBef>
                <a:spcPts val="0"/>
              </a:spcBef>
              <a:spcAft>
                <a:spcPts val="0"/>
              </a:spcAft>
              <a:buNone/>
            </a:pPr>
            <a:r>
              <a:rPr b="1" lang="en" sz="1900"/>
              <a:t>pid_t fork(void);</a:t>
            </a:r>
            <a:endParaRPr b="1" sz="1900"/>
          </a:p>
          <a:p>
            <a:pPr indent="0" lvl="0" marL="0" rtl="0" algn="l">
              <a:lnSpc>
                <a:spcPct val="105000"/>
              </a:lnSpc>
              <a:spcBef>
                <a:spcPts val="0"/>
              </a:spcBef>
              <a:spcAft>
                <a:spcPts val="0"/>
              </a:spcAft>
              <a:buNone/>
            </a:pPr>
            <a:r>
              <a:t/>
            </a:r>
            <a:endParaRPr sz="1900"/>
          </a:p>
          <a:p>
            <a:pPr indent="0" lvl="0" marL="0" rtl="0" algn="l">
              <a:lnSpc>
                <a:spcPct val="105000"/>
              </a:lnSpc>
              <a:spcBef>
                <a:spcPts val="0"/>
              </a:spcBef>
              <a:spcAft>
                <a:spcPts val="0"/>
              </a:spcAft>
              <a:buNone/>
            </a:pPr>
            <a:r>
              <a:rPr lang="en" sz="1900"/>
              <a:t>La única forma de que un usuario cree un proceso en el sistema operativo UNIX es llamando a la system call fork.</a:t>
            </a:r>
            <a:endParaRPr sz="1900"/>
          </a:p>
          <a:p>
            <a:pPr indent="0" lvl="0" marL="0" rtl="0" algn="l">
              <a:lnSpc>
                <a:spcPct val="105000"/>
              </a:lnSpc>
              <a:spcBef>
                <a:spcPts val="0"/>
              </a:spcBef>
              <a:spcAft>
                <a:spcPts val="0"/>
              </a:spcAft>
              <a:buNone/>
            </a:pPr>
            <a:r>
              <a:t/>
            </a:r>
            <a:endParaRPr sz="1900"/>
          </a:p>
          <a:p>
            <a:pPr indent="0" lvl="0" marL="0" rtl="0" algn="l">
              <a:lnSpc>
                <a:spcPct val="105000"/>
              </a:lnSpc>
              <a:spcBef>
                <a:spcPts val="0"/>
              </a:spcBef>
              <a:spcAft>
                <a:spcPts val="0"/>
              </a:spcAft>
              <a:buNone/>
            </a:pPr>
            <a:r>
              <a:rPr lang="en" sz="1900"/>
              <a:t>El proceso que invoca a fork() es llamado proceso padre, el nuevo proceso creado es llamado hijo.</a:t>
            </a:r>
            <a:endParaRPr sz="1900"/>
          </a:p>
          <a:p>
            <a:pPr indent="0" lvl="0" marL="0" rtl="0" algn="l">
              <a:lnSpc>
                <a:spcPct val="105000"/>
              </a:lnSpc>
              <a:spcBef>
                <a:spcPts val="0"/>
              </a:spcBef>
              <a:spcAft>
                <a:spcPts val="0"/>
              </a:spcAft>
              <a:buNone/>
            </a:pPr>
            <a:r>
              <a:t/>
            </a:r>
            <a:endParaRPr sz="1900"/>
          </a:p>
          <a:p>
            <a:pPr indent="0" lvl="0" marL="0" rtl="0" algn="l">
              <a:lnSpc>
                <a:spcPct val="105000"/>
              </a:lnSpc>
              <a:spcBef>
                <a:spcPts val="0"/>
              </a:spcBef>
              <a:spcAft>
                <a:spcPts val="0"/>
              </a:spcAft>
              <a:buNone/>
            </a:pPr>
            <a:r>
              <a:rPr lang="en" sz="1900"/>
              <a:t>El nuevo proceso es una </a:t>
            </a:r>
            <a:r>
              <a:rPr b="1" lang="en" sz="1900"/>
              <a:t>copia exacta</a:t>
            </a:r>
            <a:r>
              <a:rPr lang="en" sz="1900"/>
              <a:t> de proceso padre, cuya </a:t>
            </a:r>
            <a:r>
              <a:rPr lang="en" sz="1900"/>
              <a:t>única</a:t>
            </a:r>
            <a:r>
              <a:rPr lang="en" sz="1900"/>
              <a:t> diferencia es su pid.</a:t>
            </a:r>
            <a:endParaRPr sz="1900"/>
          </a:p>
          <a:p>
            <a:pPr indent="0" lvl="0" marL="0" rtl="0" algn="l">
              <a:lnSpc>
                <a:spcPct val="105000"/>
              </a:lnSpc>
              <a:spcBef>
                <a:spcPts val="0"/>
              </a:spcBef>
              <a:spcAft>
                <a:spcPts val="0"/>
              </a:spcAft>
              <a:buNone/>
            </a:pPr>
            <a:r>
              <a:t/>
            </a:r>
            <a:endParaRPr sz="1900"/>
          </a:p>
          <a:p>
            <a:pPr indent="0" lvl="0" marL="0" rtl="0" algn="l">
              <a:lnSpc>
                <a:spcPct val="105000"/>
              </a:lnSpc>
              <a:spcBef>
                <a:spcPts val="0"/>
              </a:spcBef>
              <a:spcAft>
                <a:spcPts val="0"/>
              </a:spcAft>
              <a:buNone/>
            </a:pPr>
            <a:r>
              <a:t/>
            </a:r>
            <a:endParaRPr sz="1900"/>
          </a:p>
          <a:p>
            <a:pPr indent="0" lvl="0" marL="0" rtl="0" algn="l">
              <a:lnSpc>
                <a:spcPct val="105000"/>
              </a:lnSpc>
              <a:spcBef>
                <a:spcPts val="0"/>
              </a:spcBef>
              <a:spcAft>
                <a:spcPts val="0"/>
              </a:spcAft>
              <a:buNone/>
            </a:pPr>
            <a:r>
              <a:t/>
            </a:r>
            <a:endParaRPr sz="1900"/>
          </a:p>
          <a:p>
            <a:pPr indent="0" lvl="0" marL="0" rtl="0" algn="l">
              <a:lnSpc>
                <a:spcPct val="105000"/>
              </a:lnSpc>
              <a:spcBef>
                <a:spcPts val="0"/>
              </a:spcBef>
              <a:spcAft>
                <a:spcPts val="0"/>
              </a:spcAft>
              <a:buNone/>
            </a:pPr>
            <a:r>
              <a:t/>
            </a:r>
            <a:endParaRPr sz="1900"/>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7" name="Shape 617"/>
        <p:cNvGrpSpPr/>
        <p:nvPr/>
      </p:nvGrpSpPr>
      <p:grpSpPr>
        <a:xfrm>
          <a:off x="0" y="0"/>
          <a:ext cx="0" cy="0"/>
          <a:chOff x="0" y="0"/>
          <a:chExt cx="0" cy="0"/>
        </a:xfrm>
      </p:grpSpPr>
      <p:sp>
        <p:nvSpPr>
          <p:cNvPr id="618" name="Google Shape;618;p85"/>
          <p:cNvSpPr txBox="1"/>
          <p:nvPr>
            <p:ph type="title"/>
          </p:nvPr>
        </p:nvSpPr>
        <p:spPr>
          <a:xfrm>
            <a:off x="821550" y="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System Call fork()</a:t>
            </a:r>
            <a:endParaRPr/>
          </a:p>
        </p:txBody>
      </p:sp>
      <p:sp>
        <p:nvSpPr>
          <p:cNvPr id="619" name="Google Shape;619;p85"/>
          <p:cNvSpPr txBox="1"/>
          <p:nvPr>
            <p:ph idx="1" type="body"/>
          </p:nvPr>
        </p:nvSpPr>
        <p:spPr>
          <a:xfrm>
            <a:off x="3204375" y="2124475"/>
            <a:ext cx="1367700" cy="535200"/>
          </a:xfrm>
          <a:prstGeom prst="rect">
            <a:avLst/>
          </a:prstGeom>
        </p:spPr>
        <p:txBody>
          <a:bodyPr anchorCtr="0" anchor="t" bIns="91425" lIns="91425" spcFirstLastPara="1" rIns="91425" wrap="square" tIns="91425">
            <a:noAutofit/>
          </a:bodyPr>
          <a:lstStyle/>
          <a:p>
            <a:pPr indent="0" lvl="0" marL="0" rtl="0" algn="l">
              <a:lnSpc>
                <a:spcPct val="105000"/>
              </a:lnSpc>
              <a:spcBef>
                <a:spcPts val="0"/>
              </a:spcBef>
              <a:spcAft>
                <a:spcPts val="0"/>
              </a:spcAft>
              <a:buNone/>
            </a:pPr>
            <a:r>
              <a:rPr lang="en" sz="1900"/>
              <a:t>fork()</a:t>
            </a:r>
            <a:endParaRPr sz="1900"/>
          </a:p>
          <a:p>
            <a:pPr indent="0" lvl="0" marL="0" rtl="0" algn="l">
              <a:lnSpc>
                <a:spcPct val="105000"/>
              </a:lnSpc>
              <a:spcBef>
                <a:spcPts val="0"/>
              </a:spcBef>
              <a:spcAft>
                <a:spcPts val="0"/>
              </a:spcAft>
              <a:buNone/>
            </a:pPr>
            <a:r>
              <a:t/>
            </a:r>
            <a:endParaRPr sz="1900"/>
          </a:p>
          <a:p>
            <a:pPr indent="0" lvl="0" marL="0" rtl="0" algn="l">
              <a:lnSpc>
                <a:spcPct val="105000"/>
              </a:lnSpc>
              <a:spcBef>
                <a:spcPts val="0"/>
              </a:spcBef>
              <a:spcAft>
                <a:spcPts val="0"/>
              </a:spcAft>
              <a:buNone/>
            </a:pPr>
            <a:r>
              <a:t/>
            </a:r>
            <a:endParaRPr sz="1900"/>
          </a:p>
        </p:txBody>
      </p:sp>
      <p:grpSp>
        <p:nvGrpSpPr>
          <p:cNvPr id="620" name="Google Shape;620;p85"/>
          <p:cNvGrpSpPr/>
          <p:nvPr/>
        </p:nvGrpSpPr>
        <p:grpSpPr>
          <a:xfrm>
            <a:off x="152074" y="2065715"/>
            <a:ext cx="2887337" cy="2441001"/>
            <a:chOff x="5227425" y="1856025"/>
            <a:chExt cx="2623898" cy="2879897"/>
          </a:xfrm>
        </p:grpSpPr>
        <p:sp>
          <p:nvSpPr>
            <p:cNvPr id="621" name="Google Shape;621;p85"/>
            <p:cNvSpPr/>
            <p:nvPr/>
          </p:nvSpPr>
          <p:spPr>
            <a:xfrm>
              <a:off x="5678182" y="2156530"/>
              <a:ext cx="1438500" cy="806400"/>
            </a:xfrm>
            <a:prstGeom prst="rect">
              <a:avLst/>
            </a:prstGeom>
            <a:solidFill>
              <a:srgbClr val="A4C2F4"/>
            </a:solidFill>
            <a:ln cap="flat" cmpd="sng" w="9525">
              <a:solidFill>
                <a:srgbClr val="1A1A1A"/>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Consolas"/>
                  <a:ea typeface="Consolas"/>
                  <a:cs typeface="Consolas"/>
                  <a:sym typeface="Consolas"/>
                </a:rPr>
                <a:t>grep</a:t>
              </a:r>
              <a:endParaRPr>
                <a:latin typeface="Consolas"/>
                <a:ea typeface="Consolas"/>
                <a:cs typeface="Consolas"/>
                <a:sym typeface="Consolas"/>
              </a:endParaRPr>
            </a:p>
          </p:txBody>
        </p:sp>
        <p:sp>
          <p:nvSpPr>
            <p:cNvPr id="622" name="Google Shape;622;p85"/>
            <p:cNvSpPr/>
            <p:nvPr/>
          </p:nvSpPr>
          <p:spPr>
            <a:xfrm>
              <a:off x="7116023" y="1856025"/>
              <a:ext cx="735300" cy="425400"/>
            </a:xfrm>
            <a:prstGeom prst="rect">
              <a:avLst/>
            </a:prstGeom>
            <a:solidFill>
              <a:srgbClr val="C9DAF8"/>
            </a:solidFill>
            <a:ln cap="flat" cmpd="sng" w="9525">
              <a:solidFill>
                <a:srgbClr val="1A1A1A"/>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100"/>
                <a:t>Heap</a:t>
              </a:r>
              <a:endParaRPr sz="1100"/>
            </a:p>
          </p:txBody>
        </p:sp>
        <p:sp>
          <p:nvSpPr>
            <p:cNvPr id="623" name="Google Shape;623;p85"/>
            <p:cNvSpPr/>
            <p:nvPr/>
          </p:nvSpPr>
          <p:spPr>
            <a:xfrm>
              <a:off x="7116023" y="2281599"/>
              <a:ext cx="735300" cy="425400"/>
            </a:xfrm>
            <a:prstGeom prst="rect">
              <a:avLst/>
            </a:prstGeom>
            <a:solidFill>
              <a:srgbClr val="C9DAF8"/>
            </a:solidFill>
            <a:ln cap="flat" cmpd="sng" w="9525">
              <a:solidFill>
                <a:srgbClr val="1A1A1A"/>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100"/>
                <a:t>Stack</a:t>
              </a:r>
              <a:endParaRPr sz="1100"/>
            </a:p>
          </p:txBody>
        </p:sp>
        <p:sp>
          <p:nvSpPr>
            <p:cNvPr id="624" name="Google Shape;624;p85"/>
            <p:cNvSpPr/>
            <p:nvPr/>
          </p:nvSpPr>
          <p:spPr>
            <a:xfrm>
              <a:off x="7116023" y="2707173"/>
              <a:ext cx="735300" cy="425400"/>
            </a:xfrm>
            <a:prstGeom prst="rect">
              <a:avLst/>
            </a:prstGeom>
            <a:solidFill>
              <a:srgbClr val="C9DAF8"/>
            </a:solidFill>
            <a:ln cap="flat" cmpd="sng" w="9525">
              <a:solidFill>
                <a:srgbClr val="1A1A1A"/>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100"/>
                <a:t>Data</a:t>
              </a:r>
              <a:endParaRPr sz="1100"/>
            </a:p>
          </p:txBody>
        </p:sp>
        <p:sp>
          <p:nvSpPr>
            <p:cNvPr id="625" name="Google Shape;625;p85"/>
            <p:cNvSpPr/>
            <p:nvPr/>
          </p:nvSpPr>
          <p:spPr>
            <a:xfrm>
              <a:off x="7116023" y="3132748"/>
              <a:ext cx="735300" cy="425400"/>
            </a:xfrm>
            <a:prstGeom prst="rect">
              <a:avLst/>
            </a:prstGeom>
            <a:solidFill>
              <a:srgbClr val="C9DAF8"/>
            </a:solidFill>
            <a:ln cap="flat" cmpd="sng" w="9525">
              <a:solidFill>
                <a:srgbClr val="1A1A1A"/>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100"/>
                <a:t>Code</a:t>
              </a:r>
              <a:endParaRPr sz="1100"/>
            </a:p>
          </p:txBody>
        </p:sp>
        <p:sp>
          <p:nvSpPr>
            <p:cNvPr id="626" name="Google Shape;626;p85"/>
            <p:cNvSpPr/>
            <p:nvPr/>
          </p:nvSpPr>
          <p:spPr>
            <a:xfrm>
              <a:off x="5678182" y="3257541"/>
              <a:ext cx="359700" cy="300600"/>
            </a:xfrm>
            <a:prstGeom prst="rect">
              <a:avLst/>
            </a:prstGeom>
            <a:solidFill>
              <a:srgbClr val="B6D7A8"/>
            </a:solidFill>
            <a:ln cap="flat" cmpd="sng" w="9525">
              <a:solidFill>
                <a:srgbClr val="1A1A1A"/>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100"/>
                <a:t>0</a:t>
              </a:r>
              <a:endParaRPr sz="1100"/>
            </a:p>
          </p:txBody>
        </p:sp>
        <p:sp>
          <p:nvSpPr>
            <p:cNvPr id="627" name="Google Shape;627;p85"/>
            <p:cNvSpPr/>
            <p:nvPr/>
          </p:nvSpPr>
          <p:spPr>
            <a:xfrm>
              <a:off x="6037789" y="3257541"/>
              <a:ext cx="359700" cy="300600"/>
            </a:xfrm>
            <a:prstGeom prst="rect">
              <a:avLst/>
            </a:prstGeom>
            <a:solidFill>
              <a:srgbClr val="B6D7A8"/>
            </a:solidFill>
            <a:ln cap="flat" cmpd="sng" w="9525">
              <a:solidFill>
                <a:srgbClr val="1A1A1A"/>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100"/>
                <a:t>1</a:t>
              </a:r>
              <a:endParaRPr sz="1100"/>
            </a:p>
          </p:txBody>
        </p:sp>
        <p:sp>
          <p:nvSpPr>
            <p:cNvPr id="628" name="Google Shape;628;p85"/>
            <p:cNvSpPr/>
            <p:nvPr/>
          </p:nvSpPr>
          <p:spPr>
            <a:xfrm>
              <a:off x="6397397" y="3257541"/>
              <a:ext cx="359700" cy="300600"/>
            </a:xfrm>
            <a:prstGeom prst="rect">
              <a:avLst/>
            </a:prstGeom>
            <a:solidFill>
              <a:srgbClr val="B6D7A8"/>
            </a:solidFill>
            <a:ln cap="flat" cmpd="sng" w="9525">
              <a:solidFill>
                <a:srgbClr val="1A1A1A"/>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100"/>
                <a:t>2</a:t>
              </a:r>
              <a:endParaRPr sz="1100"/>
            </a:p>
          </p:txBody>
        </p:sp>
        <p:sp>
          <p:nvSpPr>
            <p:cNvPr id="629" name="Google Shape;629;p85"/>
            <p:cNvSpPr/>
            <p:nvPr/>
          </p:nvSpPr>
          <p:spPr>
            <a:xfrm>
              <a:off x="6757005" y="3257541"/>
              <a:ext cx="359700" cy="300600"/>
            </a:xfrm>
            <a:prstGeom prst="rect">
              <a:avLst/>
            </a:prstGeom>
            <a:solidFill>
              <a:srgbClr val="B6D7A8"/>
            </a:solidFill>
            <a:ln cap="flat" cmpd="sng" w="9525">
              <a:solidFill>
                <a:srgbClr val="1A1A1A"/>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100"/>
                <a:t>3</a:t>
              </a:r>
              <a:endParaRPr sz="1100"/>
            </a:p>
          </p:txBody>
        </p:sp>
        <p:sp>
          <p:nvSpPr>
            <p:cNvPr id="630" name="Google Shape;630;p85"/>
            <p:cNvSpPr/>
            <p:nvPr/>
          </p:nvSpPr>
          <p:spPr>
            <a:xfrm>
              <a:off x="5678182" y="2966902"/>
              <a:ext cx="1438500" cy="300600"/>
            </a:xfrm>
            <a:prstGeom prst="rect">
              <a:avLst/>
            </a:prstGeom>
            <a:solidFill>
              <a:srgbClr val="B6D7A8"/>
            </a:solidFill>
            <a:ln cap="flat" cmpd="sng" w="9525">
              <a:solidFill>
                <a:srgbClr val="1A1A1A"/>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050"/>
                <a:t>File Descriptors</a:t>
              </a:r>
              <a:endParaRPr sz="1050"/>
            </a:p>
          </p:txBody>
        </p:sp>
        <p:cxnSp>
          <p:nvCxnSpPr>
            <p:cNvPr id="631" name="Google Shape;631;p85"/>
            <p:cNvCxnSpPr>
              <a:stCxn id="626" idx="2"/>
            </p:cNvCxnSpPr>
            <p:nvPr/>
          </p:nvCxnSpPr>
          <p:spPr>
            <a:xfrm>
              <a:off x="5858032" y="3558141"/>
              <a:ext cx="0" cy="211500"/>
            </a:xfrm>
            <a:prstGeom prst="straightConnector1">
              <a:avLst/>
            </a:prstGeom>
            <a:noFill/>
            <a:ln cap="flat" cmpd="sng" w="9525">
              <a:solidFill>
                <a:srgbClr val="1A1A1A"/>
              </a:solidFill>
              <a:prstDash val="solid"/>
              <a:round/>
              <a:headEnd len="med" w="med" type="none"/>
              <a:tailEnd len="med" w="med" type="triangle"/>
            </a:ln>
          </p:spPr>
        </p:cxnSp>
        <p:sp>
          <p:nvSpPr>
            <p:cNvPr id="632" name="Google Shape;632;p85"/>
            <p:cNvSpPr txBox="1"/>
            <p:nvPr/>
          </p:nvSpPr>
          <p:spPr>
            <a:xfrm rot="-2561078">
              <a:off x="5285717" y="3786540"/>
              <a:ext cx="745616" cy="427164"/>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a:latin typeface="Lato"/>
                  <a:ea typeface="Lato"/>
                  <a:cs typeface="Lato"/>
                  <a:sym typeface="Lato"/>
                </a:rPr>
                <a:t>stdin</a:t>
              </a:r>
              <a:endParaRPr>
                <a:latin typeface="Lato"/>
                <a:ea typeface="Lato"/>
                <a:cs typeface="Lato"/>
                <a:sym typeface="Lato"/>
              </a:endParaRPr>
            </a:p>
          </p:txBody>
        </p:sp>
        <p:cxnSp>
          <p:nvCxnSpPr>
            <p:cNvPr id="633" name="Google Shape;633;p85"/>
            <p:cNvCxnSpPr/>
            <p:nvPr/>
          </p:nvCxnSpPr>
          <p:spPr>
            <a:xfrm>
              <a:off x="6203030" y="3558322"/>
              <a:ext cx="0" cy="211500"/>
            </a:xfrm>
            <a:prstGeom prst="straightConnector1">
              <a:avLst/>
            </a:prstGeom>
            <a:noFill/>
            <a:ln cap="flat" cmpd="sng" w="9525">
              <a:solidFill>
                <a:srgbClr val="1A1A1A"/>
              </a:solidFill>
              <a:prstDash val="solid"/>
              <a:round/>
              <a:headEnd len="med" w="med" type="none"/>
              <a:tailEnd len="med" w="med" type="triangle"/>
            </a:ln>
          </p:spPr>
        </p:cxnSp>
        <p:sp>
          <p:nvSpPr>
            <p:cNvPr id="634" name="Google Shape;634;p85"/>
            <p:cNvSpPr txBox="1"/>
            <p:nvPr/>
          </p:nvSpPr>
          <p:spPr>
            <a:xfrm rot="-2561358">
              <a:off x="5396951" y="3877640"/>
              <a:ext cx="1015453" cy="427164"/>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a:latin typeface="Lato"/>
                  <a:ea typeface="Lato"/>
                  <a:cs typeface="Lato"/>
                  <a:sym typeface="Lato"/>
                </a:rPr>
                <a:t>stdout</a:t>
              </a:r>
              <a:endParaRPr>
                <a:latin typeface="Lato"/>
                <a:ea typeface="Lato"/>
                <a:cs typeface="Lato"/>
                <a:sym typeface="Lato"/>
              </a:endParaRPr>
            </a:p>
          </p:txBody>
        </p:sp>
        <p:cxnSp>
          <p:nvCxnSpPr>
            <p:cNvPr id="635" name="Google Shape;635;p85"/>
            <p:cNvCxnSpPr/>
            <p:nvPr/>
          </p:nvCxnSpPr>
          <p:spPr>
            <a:xfrm>
              <a:off x="6588029" y="3558322"/>
              <a:ext cx="0" cy="211500"/>
            </a:xfrm>
            <a:prstGeom prst="straightConnector1">
              <a:avLst/>
            </a:prstGeom>
            <a:noFill/>
            <a:ln cap="flat" cmpd="sng" w="9525">
              <a:solidFill>
                <a:srgbClr val="1A1A1A"/>
              </a:solidFill>
              <a:prstDash val="solid"/>
              <a:round/>
              <a:headEnd len="med" w="med" type="none"/>
              <a:tailEnd len="med" w="med" type="triangle"/>
            </a:ln>
          </p:spPr>
        </p:cxnSp>
        <p:sp>
          <p:nvSpPr>
            <p:cNvPr id="636" name="Google Shape;636;p85"/>
            <p:cNvSpPr txBox="1"/>
            <p:nvPr/>
          </p:nvSpPr>
          <p:spPr>
            <a:xfrm rot="-2561733">
              <a:off x="5830777" y="3843108"/>
              <a:ext cx="912694" cy="427164"/>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a:latin typeface="Lato"/>
                  <a:ea typeface="Lato"/>
                  <a:cs typeface="Lato"/>
                  <a:sym typeface="Lato"/>
                </a:rPr>
                <a:t>stderr</a:t>
              </a:r>
              <a:endParaRPr>
                <a:latin typeface="Lato"/>
                <a:ea typeface="Lato"/>
                <a:cs typeface="Lato"/>
                <a:sym typeface="Lato"/>
              </a:endParaRPr>
            </a:p>
          </p:txBody>
        </p:sp>
        <p:cxnSp>
          <p:nvCxnSpPr>
            <p:cNvPr id="637" name="Google Shape;637;p85"/>
            <p:cNvCxnSpPr/>
            <p:nvPr/>
          </p:nvCxnSpPr>
          <p:spPr>
            <a:xfrm>
              <a:off x="6925080" y="3558322"/>
              <a:ext cx="0" cy="211500"/>
            </a:xfrm>
            <a:prstGeom prst="straightConnector1">
              <a:avLst/>
            </a:prstGeom>
            <a:noFill/>
            <a:ln cap="flat" cmpd="sng" w="9525">
              <a:solidFill>
                <a:srgbClr val="1A1A1A"/>
              </a:solidFill>
              <a:prstDash val="solid"/>
              <a:round/>
              <a:headEnd len="med" w="med" type="none"/>
              <a:tailEnd len="med" w="med" type="triangle"/>
            </a:ln>
          </p:spPr>
        </p:cxnSp>
        <p:sp>
          <p:nvSpPr>
            <p:cNvPr id="638" name="Google Shape;638;p85"/>
            <p:cNvSpPr txBox="1"/>
            <p:nvPr/>
          </p:nvSpPr>
          <p:spPr>
            <a:xfrm rot="-2561358">
              <a:off x="6203601" y="3840522"/>
              <a:ext cx="1015453" cy="657101"/>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a:latin typeface="Lato"/>
                  <a:ea typeface="Lato"/>
                  <a:cs typeface="Lato"/>
                  <a:sym typeface="Lato"/>
                </a:rPr>
                <a:t>file.txt</a:t>
              </a:r>
              <a:endParaRPr>
                <a:latin typeface="Lato"/>
                <a:ea typeface="Lato"/>
                <a:cs typeface="Lato"/>
                <a:sym typeface="Lato"/>
              </a:endParaRPr>
            </a:p>
          </p:txBody>
        </p:sp>
        <p:sp>
          <p:nvSpPr>
            <p:cNvPr id="639" name="Google Shape;639;p85"/>
            <p:cNvSpPr/>
            <p:nvPr/>
          </p:nvSpPr>
          <p:spPr>
            <a:xfrm>
              <a:off x="5678182" y="1856025"/>
              <a:ext cx="1438500" cy="300600"/>
            </a:xfrm>
            <a:prstGeom prst="rect">
              <a:avLst/>
            </a:prstGeom>
            <a:solidFill>
              <a:srgbClr val="EA9999"/>
            </a:solidFill>
            <a:ln cap="flat" cmpd="sng" w="9525">
              <a:solidFill>
                <a:srgbClr val="1A1A1A"/>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850"/>
                <a:t>PID: 12391</a:t>
              </a:r>
              <a:endParaRPr sz="850"/>
            </a:p>
          </p:txBody>
        </p:sp>
      </p:grpSp>
      <p:grpSp>
        <p:nvGrpSpPr>
          <p:cNvPr id="640" name="Google Shape;640;p85"/>
          <p:cNvGrpSpPr/>
          <p:nvPr/>
        </p:nvGrpSpPr>
        <p:grpSpPr>
          <a:xfrm>
            <a:off x="5683374" y="311365"/>
            <a:ext cx="2887337" cy="2441001"/>
            <a:chOff x="5227425" y="1856025"/>
            <a:chExt cx="2623898" cy="2879897"/>
          </a:xfrm>
        </p:grpSpPr>
        <p:sp>
          <p:nvSpPr>
            <p:cNvPr id="641" name="Google Shape;641;p85"/>
            <p:cNvSpPr/>
            <p:nvPr/>
          </p:nvSpPr>
          <p:spPr>
            <a:xfrm>
              <a:off x="5678182" y="2156530"/>
              <a:ext cx="1438500" cy="806400"/>
            </a:xfrm>
            <a:prstGeom prst="rect">
              <a:avLst/>
            </a:prstGeom>
            <a:solidFill>
              <a:srgbClr val="A4C2F4"/>
            </a:solidFill>
            <a:ln cap="flat" cmpd="sng" w="9525">
              <a:solidFill>
                <a:srgbClr val="1A1A1A"/>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Consolas"/>
                  <a:ea typeface="Consolas"/>
                  <a:cs typeface="Consolas"/>
                  <a:sym typeface="Consolas"/>
                </a:rPr>
                <a:t>grep</a:t>
              </a:r>
              <a:endParaRPr>
                <a:latin typeface="Consolas"/>
                <a:ea typeface="Consolas"/>
                <a:cs typeface="Consolas"/>
                <a:sym typeface="Consolas"/>
              </a:endParaRPr>
            </a:p>
          </p:txBody>
        </p:sp>
        <p:sp>
          <p:nvSpPr>
            <p:cNvPr id="642" name="Google Shape;642;p85"/>
            <p:cNvSpPr/>
            <p:nvPr/>
          </p:nvSpPr>
          <p:spPr>
            <a:xfrm>
              <a:off x="7116023" y="1856025"/>
              <a:ext cx="735300" cy="425400"/>
            </a:xfrm>
            <a:prstGeom prst="rect">
              <a:avLst/>
            </a:prstGeom>
            <a:solidFill>
              <a:srgbClr val="C9DAF8"/>
            </a:solidFill>
            <a:ln cap="flat" cmpd="sng" w="9525">
              <a:solidFill>
                <a:srgbClr val="1A1A1A"/>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100"/>
                <a:t>Heap</a:t>
              </a:r>
              <a:endParaRPr sz="1100"/>
            </a:p>
          </p:txBody>
        </p:sp>
        <p:sp>
          <p:nvSpPr>
            <p:cNvPr id="643" name="Google Shape;643;p85"/>
            <p:cNvSpPr/>
            <p:nvPr/>
          </p:nvSpPr>
          <p:spPr>
            <a:xfrm>
              <a:off x="7116023" y="2281599"/>
              <a:ext cx="735300" cy="425400"/>
            </a:xfrm>
            <a:prstGeom prst="rect">
              <a:avLst/>
            </a:prstGeom>
            <a:solidFill>
              <a:srgbClr val="C9DAF8"/>
            </a:solidFill>
            <a:ln cap="flat" cmpd="sng" w="9525">
              <a:solidFill>
                <a:srgbClr val="1A1A1A"/>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100"/>
                <a:t>Stack</a:t>
              </a:r>
              <a:endParaRPr sz="1100"/>
            </a:p>
          </p:txBody>
        </p:sp>
        <p:sp>
          <p:nvSpPr>
            <p:cNvPr id="644" name="Google Shape;644;p85"/>
            <p:cNvSpPr/>
            <p:nvPr/>
          </p:nvSpPr>
          <p:spPr>
            <a:xfrm>
              <a:off x="7116023" y="2707173"/>
              <a:ext cx="735300" cy="425400"/>
            </a:xfrm>
            <a:prstGeom prst="rect">
              <a:avLst/>
            </a:prstGeom>
            <a:solidFill>
              <a:srgbClr val="C9DAF8"/>
            </a:solidFill>
            <a:ln cap="flat" cmpd="sng" w="9525">
              <a:solidFill>
                <a:srgbClr val="1A1A1A"/>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100"/>
                <a:t>Data</a:t>
              </a:r>
              <a:endParaRPr sz="1100"/>
            </a:p>
          </p:txBody>
        </p:sp>
        <p:sp>
          <p:nvSpPr>
            <p:cNvPr id="645" name="Google Shape;645;p85"/>
            <p:cNvSpPr/>
            <p:nvPr/>
          </p:nvSpPr>
          <p:spPr>
            <a:xfrm>
              <a:off x="7116023" y="3132748"/>
              <a:ext cx="735300" cy="425400"/>
            </a:xfrm>
            <a:prstGeom prst="rect">
              <a:avLst/>
            </a:prstGeom>
            <a:solidFill>
              <a:srgbClr val="C9DAF8"/>
            </a:solidFill>
            <a:ln cap="flat" cmpd="sng" w="9525">
              <a:solidFill>
                <a:srgbClr val="1A1A1A"/>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100"/>
                <a:t>Code</a:t>
              </a:r>
              <a:endParaRPr sz="1100"/>
            </a:p>
          </p:txBody>
        </p:sp>
        <p:sp>
          <p:nvSpPr>
            <p:cNvPr id="646" name="Google Shape;646;p85"/>
            <p:cNvSpPr/>
            <p:nvPr/>
          </p:nvSpPr>
          <p:spPr>
            <a:xfrm>
              <a:off x="5678182" y="3257541"/>
              <a:ext cx="359700" cy="300600"/>
            </a:xfrm>
            <a:prstGeom prst="rect">
              <a:avLst/>
            </a:prstGeom>
            <a:solidFill>
              <a:srgbClr val="B6D7A8"/>
            </a:solidFill>
            <a:ln cap="flat" cmpd="sng" w="9525">
              <a:solidFill>
                <a:srgbClr val="1A1A1A"/>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100"/>
                <a:t>0</a:t>
              </a:r>
              <a:endParaRPr sz="1100"/>
            </a:p>
          </p:txBody>
        </p:sp>
        <p:sp>
          <p:nvSpPr>
            <p:cNvPr id="647" name="Google Shape;647;p85"/>
            <p:cNvSpPr/>
            <p:nvPr/>
          </p:nvSpPr>
          <p:spPr>
            <a:xfrm>
              <a:off x="6037789" y="3257541"/>
              <a:ext cx="359700" cy="300600"/>
            </a:xfrm>
            <a:prstGeom prst="rect">
              <a:avLst/>
            </a:prstGeom>
            <a:solidFill>
              <a:srgbClr val="B6D7A8"/>
            </a:solidFill>
            <a:ln cap="flat" cmpd="sng" w="9525">
              <a:solidFill>
                <a:srgbClr val="1A1A1A"/>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100"/>
                <a:t>1</a:t>
              </a:r>
              <a:endParaRPr sz="1100"/>
            </a:p>
          </p:txBody>
        </p:sp>
        <p:sp>
          <p:nvSpPr>
            <p:cNvPr id="648" name="Google Shape;648;p85"/>
            <p:cNvSpPr/>
            <p:nvPr/>
          </p:nvSpPr>
          <p:spPr>
            <a:xfrm>
              <a:off x="6397397" y="3257541"/>
              <a:ext cx="359700" cy="300600"/>
            </a:xfrm>
            <a:prstGeom prst="rect">
              <a:avLst/>
            </a:prstGeom>
            <a:solidFill>
              <a:srgbClr val="B6D7A8"/>
            </a:solidFill>
            <a:ln cap="flat" cmpd="sng" w="9525">
              <a:solidFill>
                <a:srgbClr val="1A1A1A"/>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100"/>
                <a:t>2</a:t>
              </a:r>
              <a:endParaRPr sz="1100"/>
            </a:p>
          </p:txBody>
        </p:sp>
        <p:sp>
          <p:nvSpPr>
            <p:cNvPr id="649" name="Google Shape;649;p85"/>
            <p:cNvSpPr/>
            <p:nvPr/>
          </p:nvSpPr>
          <p:spPr>
            <a:xfrm>
              <a:off x="6757005" y="3257541"/>
              <a:ext cx="359700" cy="300600"/>
            </a:xfrm>
            <a:prstGeom prst="rect">
              <a:avLst/>
            </a:prstGeom>
            <a:solidFill>
              <a:srgbClr val="B6D7A8"/>
            </a:solidFill>
            <a:ln cap="flat" cmpd="sng" w="9525">
              <a:solidFill>
                <a:srgbClr val="1A1A1A"/>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100"/>
                <a:t>3</a:t>
              </a:r>
              <a:endParaRPr sz="1100"/>
            </a:p>
          </p:txBody>
        </p:sp>
        <p:sp>
          <p:nvSpPr>
            <p:cNvPr id="650" name="Google Shape;650;p85"/>
            <p:cNvSpPr/>
            <p:nvPr/>
          </p:nvSpPr>
          <p:spPr>
            <a:xfrm>
              <a:off x="5678182" y="2966902"/>
              <a:ext cx="1438500" cy="300600"/>
            </a:xfrm>
            <a:prstGeom prst="rect">
              <a:avLst/>
            </a:prstGeom>
            <a:solidFill>
              <a:srgbClr val="B6D7A8"/>
            </a:solidFill>
            <a:ln cap="flat" cmpd="sng" w="9525">
              <a:solidFill>
                <a:srgbClr val="1A1A1A"/>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050"/>
                <a:t>File Descriptors</a:t>
              </a:r>
              <a:endParaRPr sz="1050"/>
            </a:p>
          </p:txBody>
        </p:sp>
        <p:cxnSp>
          <p:nvCxnSpPr>
            <p:cNvPr id="651" name="Google Shape;651;p85"/>
            <p:cNvCxnSpPr>
              <a:stCxn id="646" idx="2"/>
            </p:cNvCxnSpPr>
            <p:nvPr/>
          </p:nvCxnSpPr>
          <p:spPr>
            <a:xfrm>
              <a:off x="5858032" y="3558141"/>
              <a:ext cx="0" cy="211500"/>
            </a:xfrm>
            <a:prstGeom prst="straightConnector1">
              <a:avLst/>
            </a:prstGeom>
            <a:noFill/>
            <a:ln cap="flat" cmpd="sng" w="9525">
              <a:solidFill>
                <a:srgbClr val="1A1A1A"/>
              </a:solidFill>
              <a:prstDash val="solid"/>
              <a:round/>
              <a:headEnd len="med" w="med" type="none"/>
              <a:tailEnd len="med" w="med" type="triangle"/>
            </a:ln>
          </p:spPr>
        </p:cxnSp>
        <p:sp>
          <p:nvSpPr>
            <p:cNvPr id="652" name="Google Shape;652;p85"/>
            <p:cNvSpPr txBox="1"/>
            <p:nvPr/>
          </p:nvSpPr>
          <p:spPr>
            <a:xfrm rot="-2561078">
              <a:off x="5285717" y="3786540"/>
              <a:ext cx="745616" cy="427164"/>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a:latin typeface="Lato"/>
                  <a:ea typeface="Lato"/>
                  <a:cs typeface="Lato"/>
                  <a:sym typeface="Lato"/>
                </a:rPr>
                <a:t>stdin</a:t>
              </a:r>
              <a:endParaRPr>
                <a:latin typeface="Lato"/>
                <a:ea typeface="Lato"/>
                <a:cs typeface="Lato"/>
                <a:sym typeface="Lato"/>
              </a:endParaRPr>
            </a:p>
          </p:txBody>
        </p:sp>
        <p:cxnSp>
          <p:nvCxnSpPr>
            <p:cNvPr id="653" name="Google Shape;653;p85"/>
            <p:cNvCxnSpPr/>
            <p:nvPr/>
          </p:nvCxnSpPr>
          <p:spPr>
            <a:xfrm>
              <a:off x="6203030" y="3558322"/>
              <a:ext cx="0" cy="211500"/>
            </a:xfrm>
            <a:prstGeom prst="straightConnector1">
              <a:avLst/>
            </a:prstGeom>
            <a:noFill/>
            <a:ln cap="flat" cmpd="sng" w="9525">
              <a:solidFill>
                <a:srgbClr val="1A1A1A"/>
              </a:solidFill>
              <a:prstDash val="solid"/>
              <a:round/>
              <a:headEnd len="med" w="med" type="none"/>
              <a:tailEnd len="med" w="med" type="triangle"/>
            </a:ln>
          </p:spPr>
        </p:cxnSp>
        <p:sp>
          <p:nvSpPr>
            <p:cNvPr id="654" name="Google Shape;654;p85"/>
            <p:cNvSpPr txBox="1"/>
            <p:nvPr/>
          </p:nvSpPr>
          <p:spPr>
            <a:xfrm rot="-2561358">
              <a:off x="5396951" y="3877640"/>
              <a:ext cx="1015453" cy="427164"/>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a:latin typeface="Lato"/>
                  <a:ea typeface="Lato"/>
                  <a:cs typeface="Lato"/>
                  <a:sym typeface="Lato"/>
                </a:rPr>
                <a:t>stdout</a:t>
              </a:r>
              <a:endParaRPr>
                <a:latin typeface="Lato"/>
                <a:ea typeface="Lato"/>
                <a:cs typeface="Lato"/>
                <a:sym typeface="Lato"/>
              </a:endParaRPr>
            </a:p>
          </p:txBody>
        </p:sp>
        <p:cxnSp>
          <p:nvCxnSpPr>
            <p:cNvPr id="655" name="Google Shape;655;p85"/>
            <p:cNvCxnSpPr/>
            <p:nvPr/>
          </p:nvCxnSpPr>
          <p:spPr>
            <a:xfrm>
              <a:off x="6588029" y="3558322"/>
              <a:ext cx="0" cy="211500"/>
            </a:xfrm>
            <a:prstGeom prst="straightConnector1">
              <a:avLst/>
            </a:prstGeom>
            <a:noFill/>
            <a:ln cap="flat" cmpd="sng" w="9525">
              <a:solidFill>
                <a:srgbClr val="1A1A1A"/>
              </a:solidFill>
              <a:prstDash val="solid"/>
              <a:round/>
              <a:headEnd len="med" w="med" type="none"/>
              <a:tailEnd len="med" w="med" type="triangle"/>
            </a:ln>
          </p:spPr>
        </p:cxnSp>
        <p:sp>
          <p:nvSpPr>
            <p:cNvPr id="656" name="Google Shape;656;p85"/>
            <p:cNvSpPr txBox="1"/>
            <p:nvPr/>
          </p:nvSpPr>
          <p:spPr>
            <a:xfrm rot="-2561733">
              <a:off x="5830777" y="3843108"/>
              <a:ext cx="912694" cy="427164"/>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a:latin typeface="Lato"/>
                  <a:ea typeface="Lato"/>
                  <a:cs typeface="Lato"/>
                  <a:sym typeface="Lato"/>
                </a:rPr>
                <a:t>stderr</a:t>
              </a:r>
              <a:endParaRPr>
                <a:latin typeface="Lato"/>
                <a:ea typeface="Lato"/>
                <a:cs typeface="Lato"/>
                <a:sym typeface="Lato"/>
              </a:endParaRPr>
            </a:p>
          </p:txBody>
        </p:sp>
        <p:cxnSp>
          <p:nvCxnSpPr>
            <p:cNvPr id="657" name="Google Shape;657;p85"/>
            <p:cNvCxnSpPr/>
            <p:nvPr/>
          </p:nvCxnSpPr>
          <p:spPr>
            <a:xfrm>
              <a:off x="6925080" y="3558322"/>
              <a:ext cx="0" cy="211500"/>
            </a:xfrm>
            <a:prstGeom prst="straightConnector1">
              <a:avLst/>
            </a:prstGeom>
            <a:noFill/>
            <a:ln cap="flat" cmpd="sng" w="9525">
              <a:solidFill>
                <a:srgbClr val="1A1A1A"/>
              </a:solidFill>
              <a:prstDash val="solid"/>
              <a:round/>
              <a:headEnd len="med" w="med" type="none"/>
              <a:tailEnd len="med" w="med" type="triangle"/>
            </a:ln>
          </p:spPr>
        </p:cxnSp>
        <p:sp>
          <p:nvSpPr>
            <p:cNvPr id="658" name="Google Shape;658;p85"/>
            <p:cNvSpPr txBox="1"/>
            <p:nvPr/>
          </p:nvSpPr>
          <p:spPr>
            <a:xfrm rot="-2561358">
              <a:off x="6203601" y="3840522"/>
              <a:ext cx="1015453" cy="657101"/>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a:latin typeface="Lato"/>
                  <a:ea typeface="Lato"/>
                  <a:cs typeface="Lato"/>
                  <a:sym typeface="Lato"/>
                </a:rPr>
                <a:t>file.txt</a:t>
              </a:r>
              <a:endParaRPr>
                <a:latin typeface="Lato"/>
                <a:ea typeface="Lato"/>
                <a:cs typeface="Lato"/>
                <a:sym typeface="Lato"/>
              </a:endParaRPr>
            </a:p>
          </p:txBody>
        </p:sp>
        <p:sp>
          <p:nvSpPr>
            <p:cNvPr id="659" name="Google Shape;659;p85"/>
            <p:cNvSpPr/>
            <p:nvPr/>
          </p:nvSpPr>
          <p:spPr>
            <a:xfrm>
              <a:off x="5678182" y="1856025"/>
              <a:ext cx="1438500" cy="300600"/>
            </a:xfrm>
            <a:prstGeom prst="rect">
              <a:avLst/>
            </a:prstGeom>
            <a:solidFill>
              <a:srgbClr val="EA9999"/>
            </a:solidFill>
            <a:ln cap="flat" cmpd="sng" w="9525">
              <a:solidFill>
                <a:srgbClr val="1A1A1A"/>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850"/>
                <a:t>PID: 12391</a:t>
              </a:r>
              <a:endParaRPr sz="850"/>
            </a:p>
          </p:txBody>
        </p:sp>
      </p:grpSp>
      <p:grpSp>
        <p:nvGrpSpPr>
          <p:cNvPr id="660" name="Google Shape;660;p85"/>
          <p:cNvGrpSpPr/>
          <p:nvPr/>
        </p:nvGrpSpPr>
        <p:grpSpPr>
          <a:xfrm>
            <a:off x="5765149" y="2752365"/>
            <a:ext cx="2887337" cy="2441001"/>
            <a:chOff x="5227425" y="1856025"/>
            <a:chExt cx="2623898" cy="2879897"/>
          </a:xfrm>
        </p:grpSpPr>
        <p:sp>
          <p:nvSpPr>
            <p:cNvPr id="661" name="Google Shape;661;p85"/>
            <p:cNvSpPr/>
            <p:nvPr/>
          </p:nvSpPr>
          <p:spPr>
            <a:xfrm>
              <a:off x="5678182" y="2156530"/>
              <a:ext cx="1438500" cy="806400"/>
            </a:xfrm>
            <a:prstGeom prst="rect">
              <a:avLst/>
            </a:prstGeom>
            <a:solidFill>
              <a:srgbClr val="A4C2F4"/>
            </a:solidFill>
            <a:ln cap="flat" cmpd="sng" w="9525">
              <a:solidFill>
                <a:srgbClr val="1A1A1A"/>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Consolas"/>
                  <a:ea typeface="Consolas"/>
                  <a:cs typeface="Consolas"/>
                  <a:sym typeface="Consolas"/>
                </a:rPr>
                <a:t>grep</a:t>
              </a:r>
              <a:endParaRPr>
                <a:latin typeface="Consolas"/>
                <a:ea typeface="Consolas"/>
                <a:cs typeface="Consolas"/>
                <a:sym typeface="Consolas"/>
              </a:endParaRPr>
            </a:p>
          </p:txBody>
        </p:sp>
        <p:sp>
          <p:nvSpPr>
            <p:cNvPr id="662" name="Google Shape;662;p85"/>
            <p:cNvSpPr/>
            <p:nvPr/>
          </p:nvSpPr>
          <p:spPr>
            <a:xfrm>
              <a:off x="7116023" y="1856025"/>
              <a:ext cx="735300" cy="425400"/>
            </a:xfrm>
            <a:prstGeom prst="rect">
              <a:avLst/>
            </a:prstGeom>
            <a:solidFill>
              <a:srgbClr val="C9DAF8"/>
            </a:solidFill>
            <a:ln cap="flat" cmpd="sng" w="9525">
              <a:solidFill>
                <a:srgbClr val="1A1A1A"/>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100"/>
                <a:t>Heap</a:t>
              </a:r>
              <a:endParaRPr sz="1100"/>
            </a:p>
          </p:txBody>
        </p:sp>
        <p:sp>
          <p:nvSpPr>
            <p:cNvPr id="663" name="Google Shape;663;p85"/>
            <p:cNvSpPr/>
            <p:nvPr/>
          </p:nvSpPr>
          <p:spPr>
            <a:xfrm>
              <a:off x="7116023" y="2281599"/>
              <a:ext cx="735300" cy="425400"/>
            </a:xfrm>
            <a:prstGeom prst="rect">
              <a:avLst/>
            </a:prstGeom>
            <a:solidFill>
              <a:srgbClr val="C9DAF8"/>
            </a:solidFill>
            <a:ln cap="flat" cmpd="sng" w="9525">
              <a:solidFill>
                <a:srgbClr val="1A1A1A"/>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100"/>
                <a:t>Stack</a:t>
              </a:r>
              <a:endParaRPr sz="1100"/>
            </a:p>
          </p:txBody>
        </p:sp>
        <p:sp>
          <p:nvSpPr>
            <p:cNvPr id="664" name="Google Shape;664;p85"/>
            <p:cNvSpPr/>
            <p:nvPr/>
          </p:nvSpPr>
          <p:spPr>
            <a:xfrm>
              <a:off x="7116023" y="2707173"/>
              <a:ext cx="735300" cy="425400"/>
            </a:xfrm>
            <a:prstGeom prst="rect">
              <a:avLst/>
            </a:prstGeom>
            <a:solidFill>
              <a:srgbClr val="C9DAF8"/>
            </a:solidFill>
            <a:ln cap="flat" cmpd="sng" w="9525">
              <a:solidFill>
                <a:srgbClr val="1A1A1A"/>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100"/>
                <a:t>Data</a:t>
              </a:r>
              <a:endParaRPr sz="1100"/>
            </a:p>
          </p:txBody>
        </p:sp>
        <p:sp>
          <p:nvSpPr>
            <p:cNvPr id="665" name="Google Shape;665;p85"/>
            <p:cNvSpPr/>
            <p:nvPr/>
          </p:nvSpPr>
          <p:spPr>
            <a:xfrm>
              <a:off x="7116023" y="3132748"/>
              <a:ext cx="735300" cy="425400"/>
            </a:xfrm>
            <a:prstGeom prst="rect">
              <a:avLst/>
            </a:prstGeom>
            <a:solidFill>
              <a:srgbClr val="C9DAF8"/>
            </a:solidFill>
            <a:ln cap="flat" cmpd="sng" w="9525">
              <a:solidFill>
                <a:srgbClr val="1A1A1A"/>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100"/>
                <a:t>Code</a:t>
              </a:r>
              <a:endParaRPr sz="1100"/>
            </a:p>
          </p:txBody>
        </p:sp>
        <p:sp>
          <p:nvSpPr>
            <p:cNvPr id="666" name="Google Shape;666;p85"/>
            <p:cNvSpPr/>
            <p:nvPr/>
          </p:nvSpPr>
          <p:spPr>
            <a:xfrm>
              <a:off x="5678182" y="3257541"/>
              <a:ext cx="359700" cy="300600"/>
            </a:xfrm>
            <a:prstGeom prst="rect">
              <a:avLst/>
            </a:prstGeom>
            <a:solidFill>
              <a:srgbClr val="B6D7A8"/>
            </a:solidFill>
            <a:ln cap="flat" cmpd="sng" w="9525">
              <a:solidFill>
                <a:srgbClr val="1A1A1A"/>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100"/>
                <a:t>0</a:t>
              </a:r>
              <a:endParaRPr sz="1100"/>
            </a:p>
          </p:txBody>
        </p:sp>
        <p:sp>
          <p:nvSpPr>
            <p:cNvPr id="667" name="Google Shape;667;p85"/>
            <p:cNvSpPr/>
            <p:nvPr/>
          </p:nvSpPr>
          <p:spPr>
            <a:xfrm>
              <a:off x="6037789" y="3257541"/>
              <a:ext cx="359700" cy="300600"/>
            </a:xfrm>
            <a:prstGeom prst="rect">
              <a:avLst/>
            </a:prstGeom>
            <a:solidFill>
              <a:srgbClr val="B6D7A8"/>
            </a:solidFill>
            <a:ln cap="flat" cmpd="sng" w="9525">
              <a:solidFill>
                <a:srgbClr val="1A1A1A"/>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100"/>
                <a:t>1</a:t>
              </a:r>
              <a:endParaRPr sz="1100"/>
            </a:p>
          </p:txBody>
        </p:sp>
        <p:sp>
          <p:nvSpPr>
            <p:cNvPr id="668" name="Google Shape;668;p85"/>
            <p:cNvSpPr/>
            <p:nvPr/>
          </p:nvSpPr>
          <p:spPr>
            <a:xfrm>
              <a:off x="6397397" y="3257541"/>
              <a:ext cx="359700" cy="300600"/>
            </a:xfrm>
            <a:prstGeom prst="rect">
              <a:avLst/>
            </a:prstGeom>
            <a:solidFill>
              <a:srgbClr val="B6D7A8"/>
            </a:solidFill>
            <a:ln cap="flat" cmpd="sng" w="9525">
              <a:solidFill>
                <a:srgbClr val="1A1A1A"/>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100"/>
                <a:t>2</a:t>
              </a:r>
              <a:endParaRPr sz="1100"/>
            </a:p>
          </p:txBody>
        </p:sp>
        <p:sp>
          <p:nvSpPr>
            <p:cNvPr id="669" name="Google Shape;669;p85"/>
            <p:cNvSpPr/>
            <p:nvPr/>
          </p:nvSpPr>
          <p:spPr>
            <a:xfrm>
              <a:off x="6757005" y="3257541"/>
              <a:ext cx="359700" cy="300600"/>
            </a:xfrm>
            <a:prstGeom prst="rect">
              <a:avLst/>
            </a:prstGeom>
            <a:solidFill>
              <a:srgbClr val="B6D7A8"/>
            </a:solidFill>
            <a:ln cap="flat" cmpd="sng" w="9525">
              <a:solidFill>
                <a:srgbClr val="1A1A1A"/>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100"/>
                <a:t>3</a:t>
              </a:r>
              <a:endParaRPr sz="1100"/>
            </a:p>
          </p:txBody>
        </p:sp>
        <p:sp>
          <p:nvSpPr>
            <p:cNvPr id="670" name="Google Shape;670;p85"/>
            <p:cNvSpPr/>
            <p:nvPr/>
          </p:nvSpPr>
          <p:spPr>
            <a:xfrm>
              <a:off x="5678182" y="2966902"/>
              <a:ext cx="1438500" cy="300600"/>
            </a:xfrm>
            <a:prstGeom prst="rect">
              <a:avLst/>
            </a:prstGeom>
            <a:solidFill>
              <a:srgbClr val="B6D7A8"/>
            </a:solidFill>
            <a:ln cap="flat" cmpd="sng" w="9525">
              <a:solidFill>
                <a:srgbClr val="1A1A1A"/>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050"/>
                <a:t>File Descriptors</a:t>
              </a:r>
              <a:endParaRPr sz="1050"/>
            </a:p>
          </p:txBody>
        </p:sp>
        <p:cxnSp>
          <p:nvCxnSpPr>
            <p:cNvPr id="671" name="Google Shape;671;p85"/>
            <p:cNvCxnSpPr>
              <a:stCxn id="666" idx="2"/>
            </p:cNvCxnSpPr>
            <p:nvPr/>
          </p:nvCxnSpPr>
          <p:spPr>
            <a:xfrm>
              <a:off x="5858032" y="3558141"/>
              <a:ext cx="0" cy="211500"/>
            </a:xfrm>
            <a:prstGeom prst="straightConnector1">
              <a:avLst/>
            </a:prstGeom>
            <a:noFill/>
            <a:ln cap="flat" cmpd="sng" w="9525">
              <a:solidFill>
                <a:srgbClr val="1A1A1A"/>
              </a:solidFill>
              <a:prstDash val="solid"/>
              <a:round/>
              <a:headEnd len="med" w="med" type="none"/>
              <a:tailEnd len="med" w="med" type="triangle"/>
            </a:ln>
          </p:spPr>
        </p:cxnSp>
        <p:sp>
          <p:nvSpPr>
            <p:cNvPr id="672" name="Google Shape;672;p85"/>
            <p:cNvSpPr txBox="1"/>
            <p:nvPr/>
          </p:nvSpPr>
          <p:spPr>
            <a:xfrm rot="-2561078">
              <a:off x="5285717" y="3786540"/>
              <a:ext cx="745616" cy="427164"/>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a:latin typeface="Lato"/>
                  <a:ea typeface="Lato"/>
                  <a:cs typeface="Lato"/>
                  <a:sym typeface="Lato"/>
                </a:rPr>
                <a:t>stdin</a:t>
              </a:r>
              <a:endParaRPr>
                <a:latin typeface="Lato"/>
                <a:ea typeface="Lato"/>
                <a:cs typeface="Lato"/>
                <a:sym typeface="Lato"/>
              </a:endParaRPr>
            </a:p>
          </p:txBody>
        </p:sp>
        <p:cxnSp>
          <p:nvCxnSpPr>
            <p:cNvPr id="673" name="Google Shape;673;p85"/>
            <p:cNvCxnSpPr/>
            <p:nvPr/>
          </p:nvCxnSpPr>
          <p:spPr>
            <a:xfrm>
              <a:off x="6203030" y="3558322"/>
              <a:ext cx="0" cy="211500"/>
            </a:xfrm>
            <a:prstGeom prst="straightConnector1">
              <a:avLst/>
            </a:prstGeom>
            <a:noFill/>
            <a:ln cap="flat" cmpd="sng" w="9525">
              <a:solidFill>
                <a:srgbClr val="1A1A1A"/>
              </a:solidFill>
              <a:prstDash val="solid"/>
              <a:round/>
              <a:headEnd len="med" w="med" type="none"/>
              <a:tailEnd len="med" w="med" type="triangle"/>
            </a:ln>
          </p:spPr>
        </p:cxnSp>
        <p:sp>
          <p:nvSpPr>
            <p:cNvPr id="674" name="Google Shape;674;p85"/>
            <p:cNvSpPr txBox="1"/>
            <p:nvPr/>
          </p:nvSpPr>
          <p:spPr>
            <a:xfrm rot="-2561358">
              <a:off x="5396951" y="3877640"/>
              <a:ext cx="1015453" cy="427164"/>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a:latin typeface="Lato"/>
                  <a:ea typeface="Lato"/>
                  <a:cs typeface="Lato"/>
                  <a:sym typeface="Lato"/>
                </a:rPr>
                <a:t>stdout</a:t>
              </a:r>
              <a:endParaRPr>
                <a:latin typeface="Lato"/>
                <a:ea typeface="Lato"/>
                <a:cs typeface="Lato"/>
                <a:sym typeface="Lato"/>
              </a:endParaRPr>
            </a:p>
          </p:txBody>
        </p:sp>
        <p:cxnSp>
          <p:nvCxnSpPr>
            <p:cNvPr id="675" name="Google Shape;675;p85"/>
            <p:cNvCxnSpPr/>
            <p:nvPr/>
          </p:nvCxnSpPr>
          <p:spPr>
            <a:xfrm>
              <a:off x="6588029" y="3558322"/>
              <a:ext cx="0" cy="211500"/>
            </a:xfrm>
            <a:prstGeom prst="straightConnector1">
              <a:avLst/>
            </a:prstGeom>
            <a:noFill/>
            <a:ln cap="flat" cmpd="sng" w="9525">
              <a:solidFill>
                <a:srgbClr val="1A1A1A"/>
              </a:solidFill>
              <a:prstDash val="solid"/>
              <a:round/>
              <a:headEnd len="med" w="med" type="none"/>
              <a:tailEnd len="med" w="med" type="triangle"/>
            </a:ln>
          </p:spPr>
        </p:cxnSp>
        <p:sp>
          <p:nvSpPr>
            <p:cNvPr id="676" name="Google Shape;676;p85"/>
            <p:cNvSpPr txBox="1"/>
            <p:nvPr/>
          </p:nvSpPr>
          <p:spPr>
            <a:xfrm rot="-2561733">
              <a:off x="5830777" y="3843108"/>
              <a:ext cx="912694" cy="427164"/>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a:latin typeface="Lato"/>
                  <a:ea typeface="Lato"/>
                  <a:cs typeface="Lato"/>
                  <a:sym typeface="Lato"/>
                </a:rPr>
                <a:t>stderr</a:t>
              </a:r>
              <a:endParaRPr>
                <a:latin typeface="Lato"/>
                <a:ea typeface="Lato"/>
                <a:cs typeface="Lato"/>
                <a:sym typeface="Lato"/>
              </a:endParaRPr>
            </a:p>
          </p:txBody>
        </p:sp>
        <p:cxnSp>
          <p:nvCxnSpPr>
            <p:cNvPr id="677" name="Google Shape;677;p85"/>
            <p:cNvCxnSpPr/>
            <p:nvPr/>
          </p:nvCxnSpPr>
          <p:spPr>
            <a:xfrm>
              <a:off x="6925080" y="3558322"/>
              <a:ext cx="0" cy="211500"/>
            </a:xfrm>
            <a:prstGeom prst="straightConnector1">
              <a:avLst/>
            </a:prstGeom>
            <a:noFill/>
            <a:ln cap="flat" cmpd="sng" w="9525">
              <a:solidFill>
                <a:srgbClr val="1A1A1A"/>
              </a:solidFill>
              <a:prstDash val="solid"/>
              <a:round/>
              <a:headEnd len="med" w="med" type="none"/>
              <a:tailEnd len="med" w="med" type="triangle"/>
            </a:ln>
          </p:spPr>
        </p:cxnSp>
        <p:sp>
          <p:nvSpPr>
            <p:cNvPr id="678" name="Google Shape;678;p85"/>
            <p:cNvSpPr txBox="1"/>
            <p:nvPr/>
          </p:nvSpPr>
          <p:spPr>
            <a:xfrm rot="-2561358">
              <a:off x="6203601" y="3840522"/>
              <a:ext cx="1015453" cy="657101"/>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a:latin typeface="Lato"/>
                  <a:ea typeface="Lato"/>
                  <a:cs typeface="Lato"/>
                  <a:sym typeface="Lato"/>
                </a:rPr>
                <a:t>file.txt</a:t>
              </a:r>
              <a:endParaRPr>
                <a:latin typeface="Lato"/>
                <a:ea typeface="Lato"/>
                <a:cs typeface="Lato"/>
                <a:sym typeface="Lato"/>
              </a:endParaRPr>
            </a:p>
          </p:txBody>
        </p:sp>
        <p:sp>
          <p:nvSpPr>
            <p:cNvPr id="679" name="Google Shape;679;p85"/>
            <p:cNvSpPr/>
            <p:nvPr/>
          </p:nvSpPr>
          <p:spPr>
            <a:xfrm>
              <a:off x="5678182" y="1856025"/>
              <a:ext cx="1438500" cy="300600"/>
            </a:xfrm>
            <a:prstGeom prst="rect">
              <a:avLst/>
            </a:prstGeom>
            <a:solidFill>
              <a:srgbClr val="EA9999"/>
            </a:solidFill>
            <a:ln cap="flat" cmpd="sng" w="9525">
              <a:solidFill>
                <a:srgbClr val="1A1A1A"/>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850"/>
                <a:t>PID: 12395</a:t>
              </a:r>
              <a:endParaRPr sz="850"/>
            </a:p>
          </p:txBody>
        </p:sp>
      </p:grpSp>
      <p:sp>
        <p:nvSpPr>
          <p:cNvPr id="680" name="Google Shape;680;p85"/>
          <p:cNvSpPr txBox="1"/>
          <p:nvPr>
            <p:ph idx="1" type="body"/>
          </p:nvPr>
        </p:nvSpPr>
        <p:spPr>
          <a:xfrm>
            <a:off x="4397450" y="582000"/>
            <a:ext cx="1643400" cy="535200"/>
          </a:xfrm>
          <a:prstGeom prst="rect">
            <a:avLst/>
          </a:prstGeom>
        </p:spPr>
        <p:txBody>
          <a:bodyPr anchorCtr="0" anchor="t" bIns="91425" lIns="91425" spcFirstLastPara="1" rIns="91425" wrap="square" tIns="91425">
            <a:noAutofit/>
          </a:bodyPr>
          <a:lstStyle/>
          <a:p>
            <a:pPr indent="0" lvl="0" marL="0" rtl="0" algn="l">
              <a:lnSpc>
                <a:spcPct val="105000"/>
              </a:lnSpc>
              <a:spcBef>
                <a:spcPts val="0"/>
              </a:spcBef>
              <a:spcAft>
                <a:spcPts val="0"/>
              </a:spcAft>
              <a:buNone/>
            </a:pPr>
            <a:r>
              <a:rPr lang="en" sz="1900"/>
              <a:t>Pid:12391</a:t>
            </a:r>
            <a:endParaRPr sz="1900"/>
          </a:p>
          <a:p>
            <a:pPr indent="0" lvl="0" marL="0" rtl="0" algn="l">
              <a:lnSpc>
                <a:spcPct val="105000"/>
              </a:lnSpc>
              <a:spcBef>
                <a:spcPts val="0"/>
              </a:spcBef>
              <a:spcAft>
                <a:spcPts val="0"/>
              </a:spcAft>
              <a:buNone/>
            </a:pPr>
            <a:r>
              <a:rPr lang="en" sz="1900"/>
              <a:t>(Padre)</a:t>
            </a:r>
            <a:endParaRPr sz="1900"/>
          </a:p>
          <a:p>
            <a:pPr indent="0" lvl="0" marL="0" rtl="0" algn="l">
              <a:lnSpc>
                <a:spcPct val="105000"/>
              </a:lnSpc>
              <a:spcBef>
                <a:spcPts val="0"/>
              </a:spcBef>
              <a:spcAft>
                <a:spcPts val="0"/>
              </a:spcAft>
              <a:buNone/>
            </a:pPr>
            <a:r>
              <a:t/>
            </a:r>
            <a:endParaRPr sz="1900"/>
          </a:p>
          <a:p>
            <a:pPr indent="0" lvl="0" marL="0" rtl="0" algn="l">
              <a:lnSpc>
                <a:spcPct val="105000"/>
              </a:lnSpc>
              <a:spcBef>
                <a:spcPts val="0"/>
              </a:spcBef>
              <a:spcAft>
                <a:spcPts val="0"/>
              </a:spcAft>
              <a:buNone/>
            </a:pPr>
            <a:r>
              <a:t/>
            </a:r>
            <a:endParaRPr sz="1900"/>
          </a:p>
        </p:txBody>
      </p:sp>
      <p:sp>
        <p:nvSpPr>
          <p:cNvPr id="681" name="Google Shape;681;p85"/>
          <p:cNvSpPr txBox="1"/>
          <p:nvPr>
            <p:ph idx="1" type="body"/>
          </p:nvPr>
        </p:nvSpPr>
        <p:spPr>
          <a:xfrm>
            <a:off x="774038" y="4312475"/>
            <a:ext cx="1643400" cy="535200"/>
          </a:xfrm>
          <a:prstGeom prst="rect">
            <a:avLst/>
          </a:prstGeom>
        </p:spPr>
        <p:txBody>
          <a:bodyPr anchorCtr="0" anchor="t" bIns="91425" lIns="91425" spcFirstLastPara="1" rIns="91425" wrap="square" tIns="91425">
            <a:noAutofit/>
          </a:bodyPr>
          <a:lstStyle/>
          <a:p>
            <a:pPr indent="0" lvl="0" marL="0" rtl="0" algn="l">
              <a:lnSpc>
                <a:spcPct val="105000"/>
              </a:lnSpc>
              <a:spcBef>
                <a:spcPts val="0"/>
              </a:spcBef>
              <a:spcAft>
                <a:spcPts val="0"/>
              </a:spcAft>
              <a:buNone/>
            </a:pPr>
            <a:r>
              <a:rPr lang="en" sz="1900"/>
              <a:t>pid:12391</a:t>
            </a:r>
            <a:endParaRPr sz="1900"/>
          </a:p>
          <a:p>
            <a:pPr indent="0" lvl="0" marL="0" rtl="0" algn="l">
              <a:lnSpc>
                <a:spcPct val="105000"/>
              </a:lnSpc>
              <a:spcBef>
                <a:spcPts val="0"/>
              </a:spcBef>
              <a:spcAft>
                <a:spcPts val="0"/>
              </a:spcAft>
              <a:buNone/>
            </a:pPr>
            <a:r>
              <a:t/>
            </a:r>
            <a:endParaRPr sz="1900"/>
          </a:p>
          <a:p>
            <a:pPr indent="0" lvl="0" marL="0" rtl="0" algn="l">
              <a:lnSpc>
                <a:spcPct val="105000"/>
              </a:lnSpc>
              <a:spcBef>
                <a:spcPts val="0"/>
              </a:spcBef>
              <a:spcAft>
                <a:spcPts val="0"/>
              </a:spcAft>
              <a:buNone/>
            </a:pPr>
            <a:r>
              <a:t/>
            </a:r>
            <a:endParaRPr sz="1900"/>
          </a:p>
        </p:txBody>
      </p:sp>
      <p:sp>
        <p:nvSpPr>
          <p:cNvPr id="682" name="Google Shape;682;p85"/>
          <p:cNvSpPr txBox="1"/>
          <p:nvPr>
            <p:ph idx="1" type="body"/>
          </p:nvPr>
        </p:nvSpPr>
        <p:spPr>
          <a:xfrm>
            <a:off x="4514550" y="3276725"/>
            <a:ext cx="1643400" cy="535200"/>
          </a:xfrm>
          <a:prstGeom prst="rect">
            <a:avLst/>
          </a:prstGeom>
        </p:spPr>
        <p:txBody>
          <a:bodyPr anchorCtr="0" anchor="t" bIns="91425" lIns="91425" spcFirstLastPara="1" rIns="91425" wrap="square" tIns="91425">
            <a:noAutofit/>
          </a:bodyPr>
          <a:lstStyle/>
          <a:p>
            <a:pPr indent="0" lvl="0" marL="0" rtl="0" algn="l">
              <a:lnSpc>
                <a:spcPct val="105000"/>
              </a:lnSpc>
              <a:spcBef>
                <a:spcPts val="0"/>
              </a:spcBef>
              <a:spcAft>
                <a:spcPts val="0"/>
              </a:spcAft>
              <a:buNone/>
            </a:pPr>
            <a:r>
              <a:rPr lang="en" sz="1900"/>
              <a:t>P</a:t>
            </a:r>
            <a:r>
              <a:rPr lang="en" sz="1900"/>
              <a:t>id:12395</a:t>
            </a:r>
            <a:endParaRPr sz="1900"/>
          </a:p>
          <a:p>
            <a:pPr indent="0" lvl="0" marL="0" rtl="0" algn="l">
              <a:lnSpc>
                <a:spcPct val="105000"/>
              </a:lnSpc>
              <a:spcBef>
                <a:spcPts val="0"/>
              </a:spcBef>
              <a:spcAft>
                <a:spcPts val="0"/>
              </a:spcAft>
              <a:buNone/>
            </a:pPr>
            <a:r>
              <a:rPr lang="en" sz="1900"/>
              <a:t>(Hijo)</a:t>
            </a:r>
            <a:endParaRPr sz="1900"/>
          </a:p>
          <a:p>
            <a:pPr indent="0" lvl="0" marL="0" rtl="0" algn="l">
              <a:lnSpc>
                <a:spcPct val="105000"/>
              </a:lnSpc>
              <a:spcBef>
                <a:spcPts val="0"/>
              </a:spcBef>
              <a:spcAft>
                <a:spcPts val="0"/>
              </a:spcAft>
              <a:buNone/>
            </a:pPr>
            <a:r>
              <a:t/>
            </a:r>
            <a:endParaRPr sz="1900"/>
          </a:p>
          <a:p>
            <a:pPr indent="0" lvl="0" marL="0" rtl="0" algn="l">
              <a:lnSpc>
                <a:spcPct val="105000"/>
              </a:lnSpc>
              <a:spcBef>
                <a:spcPts val="0"/>
              </a:spcBef>
              <a:spcAft>
                <a:spcPts val="0"/>
              </a:spcAft>
              <a:buNone/>
            </a:pPr>
            <a:r>
              <a:t/>
            </a:r>
            <a:endParaRPr sz="1900"/>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6" name="Shape 686"/>
        <p:cNvGrpSpPr/>
        <p:nvPr/>
      </p:nvGrpSpPr>
      <p:grpSpPr>
        <a:xfrm>
          <a:off x="0" y="0"/>
          <a:ext cx="0" cy="0"/>
          <a:chOff x="0" y="0"/>
          <a:chExt cx="0" cy="0"/>
        </a:xfrm>
      </p:grpSpPr>
      <p:sp>
        <p:nvSpPr>
          <p:cNvPr id="687" name="Google Shape;687;p86"/>
          <p:cNvSpPr txBox="1"/>
          <p:nvPr>
            <p:ph type="title"/>
          </p:nvPr>
        </p:nvSpPr>
        <p:spPr>
          <a:xfrm>
            <a:off x="727650" y="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System Call fork()</a:t>
            </a:r>
            <a:endParaRPr/>
          </a:p>
        </p:txBody>
      </p:sp>
      <p:sp>
        <p:nvSpPr>
          <p:cNvPr id="688" name="Google Shape;688;p86"/>
          <p:cNvSpPr txBox="1"/>
          <p:nvPr>
            <p:ph idx="1" type="body"/>
          </p:nvPr>
        </p:nvSpPr>
        <p:spPr>
          <a:xfrm>
            <a:off x="727650" y="1357525"/>
            <a:ext cx="7688700" cy="3535200"/>
          </a:xfrm>
          <a:prstGeom prst="rect">
            <a:avLst/>
          </a:prstGeom>
        </p:spPr>
        <p:txBody>
          <a:bodyPr anchorCtr="0" anchor="t" bIns="91425" lIns="91425" spcFirstLastPara="1" rIns="91425" wrap="square" tIns="91425">
            <a:noAutofit/>
          </a:bodyPr>
          <a:lstStyle/>
          <a:p>
            <a:pPr indent="0" lvl="0" marL="0" rtl="0" algn="l">
              <a:lnSpc>
                <a:spcPct val="105000"/>
              </a:lnSpc>
              <a:spcBef>
                <a:spcPts val="0"/>
              </a:spcBef>
              <a:spcAft>
                <a:spcPts val="0"/>
              </a:spcAft>
              <a:buNone/>
            </a:pPr>
            <a:r>
              <a:rPr lang="en" sz="1900"/>
              <a:t>Notas:</a:t>
            </a:r>
            <a:endParaRPr sz="1900"/>
          </a:p>
          <a:p>
            <a:pPr indent="0" lvl="0" marL="0" rtl="0" algn="l">
              <a:lnSpc>
                <a:spcPct val="105000"/>
              </a:lnSpc>
              <a:spcBef>
                <a:spcPts val="0"/>
              </a:spcBef>
              <a:spcAft>
                <a:spcPts val="0"/>
              </a:spcAft>
              <a:buNone/>
            </a:pPr>
            <a:r>
              <a:rPr lang="en" sz="1900"/>
              <a:t>1- Padre e hijo son copias exactas.</a:t>
            </a:r>
            <a:endParaRPr sz="1900"/>
          </a:p>
          <a:p>
            <a:pPr indent="0" lvl="0" marL="0" rtl="0" algn="l">
              <a:lnSpc>
                <a:spcPct val="105000"/>
              </a:lnSpc>
              <a:spcBef>
                <a:spcPts val="0"/>
              </a:spcBef>
              <a:spcAft>
                <a:spcPts val="0"/>
              </a:spcAft>
              <a:buNone/>
            </a:pPr>
            <a:r>
              <a:t/>
            </a:r>
            <a:endParaRPr sz="1900"/>
          </a:p>
          <a:p>
            <a:pPr indent="0" lvl="0" marL="0" rtl="0" algn="l">
              <a:lnSpc>
                <a:spcPct val="105000"/>
              </a:lnSpc>
              <a:spcBef>
                <a:spcPts val="0"/>
              </a:spcBef>
              <a:spcAft>
                <a:spcPts val="0"/>
              </a:spcAft>
              <a:buNone/>
            </a:pPr>
            <a:r>
              <a:rPr lang="en" sz="1900"/>
              <a:t>2- despues de fork() ambos se ejecutan por separado.</a:t>
            </a:r>
            <a:endParaRPr sz="1900"/>
          </a:p>
          <a:p>
            <a:pPr indent="0" lvl="0" marL="0" rtl="0" algn="l">
              <a:lnSpc>
                <a:spcPct val="105000"/>
              </a:lnSpc>
              <a:spcBef>
                <a:spcPts val="0"/>
              </a:spcBef>
              <a:spcAft>
                <a:spcPts val="0"/>
              </a:spcAft>
              <a:buNone/>
            </a:pPr>
            <a:r>
              <a:t/>
            </a:r>
            <a:endParaRPr sz="1900"/>
          </a:p>
          <a:p>
            <a:pPr indent="0" lvl="0" marL="0" rtl="0" algn="l">
              <a:lnSpc>
                <a:spcPct val="105000"/>
              </a:lnSpc>
              <a:spcBef>
                <a:spcPts val="0"/>
              </a:spcBef>
              <a:spcAft>
                <a:spcPts val="0"/>
              </a:spcAft>
              <a:buNone/>
            </a:pPr>
            <a:r>
              <a:rPr lang="en" sz="1900"/>
              <a:t>3- la </a:t>
            </a:r>
            <a:r>
              <a:rPr lang="en" sz="1900"/>
              <a:t>única</a:t>
            </a:r>
            <a:r>
              <a:rPr lang="en" sz="1900"/>
              <a:t> forma de saber quien es quien es mediante su </a:t>
            </a:r>
            <a:r>
              <a:rPr b="1" lang="en" sz="1900"/>
              <a:t>pid</a:t>
            </a:r>
            <a:r>
              <a:rPr lang="en" sz="1900"/>
              <a:t>.</a:t>
            </a:r>
            <a:endParaRPr sz="1900"/>
          </a:p>
          <a:p>
            <a:pPr indent="0" lvl="0" marL="0" rtl="0" algn="l">
              <a:lnSpc>
                <a:spcPct val="105000"/>
              </a:lnSpc>
              <a:spcBef>
                <a:spcPts val="0"/>
              </a:spcBef>
              <a:spcAft>
                <a:spcPts val="0"/>
              </a:spcAft>
              <a:buNone/>
            </a:pPr>
            <a:r>
              <a:t/>
            </a:r>
            <a:endParaRPr sz="1900"/>
          </a:p>
          <a:p>
            <a:pPr indent="0" lvl="0" marL="0" rtl="0" algn="l">
              <a:lnSpc>
                <a:spcPct val="105000"/>
              </a:lnSpc>
              <a:spcBef>
                <a:spcPts val="0"/>
              </a:spcBef>
              <a:spcAft>
                <a:spcPts val="0"/>
              </a:spcAft>
              <a:buNone/>
            </a:pPr>
            <a:r>
              <a:rPr lang="en" sz="1900"/>
              <a:t>4- el orden de </a:t>
            </a:r>
            <a:r>
              <a:rPr lang="en" sz="1900"/>
              <a:t>ejecución</a:t>
            </a:r>
            <a:r>
              <a:rPr lang="en" sz="1900"/>
              <a:t> de los procesos </a:t>
            </a:r>
            <a:r>
              <a:rPr lang="en" sz="1900"/>
              <a:t>después</a:t>
            </a:r>
            <a:r>
              <a:rPr lang="en" sz="1900"/>
              <a:t> del fork() no puede saberse.</a:t>
            </a:r>
            <a:endParaRPr sz="1900"/>
          </a:p>
          <a:p>
            <a:pPr indent="0" lvl="0" marL="0" rtl="0" algn="l">
              <a:lnSpc>
                <a:spcPct val="105000"/>
              </a:lnSpc>
              <a:spcBef>
                <a:spcPts val="0"/>
              </a:spcBef>
              <a:spcAft>
                <a:spcPts val="0"/>
              </a:spcAft>
              <a:buNone/>
            </a:pPr>
            <a:r>
              <a:t/>
            </a:r>
            <a:endParaRPr sz="1900"/>
          </a:p>
          <a:p>
            <a:pPr indent="0" lvl="0" marL="0" rtl="0" algn="l">
              <a:lnSpc>
                <a:spcPct val="105000"/>
              </a:lnSpc>
              <a:spcBef>
                <a:spcPts val="0"/>
              </a:spcBef>
              <a:spcAft>
                <a:spcPts val="0"/>
              </a:spcAft>
              <a:buNone/>
            </a:pPr>
            <a:r>
              <a:t/>
            </a:r>
            <a:endParaRPr sz="1900"/>
          </a:p>
          <a:p>
            <a:pPr indent="0" lvl="0" marL="0" rtl="0" algn="l">
              <a:lnSpc>
                <a:spcPct val="105000"/>
              </a:lnSpc>
              <a:spcBef>
                <a:spcPts val="0"/>
              </a:spcBef>
              <a:spcAft>
                <a:spcPts val="0"/>
              </a:spcAft>
              <a:buNone/>
            </a:pPr>
            <a:r>
              <a:t/>
            </a:r>
            <a:endParaRPr sz="1900"/>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2" name="Shape 692"/>
        <p:cNvGrpSpPr/>
        <p:nvPr/>
      </p:nvGrpSpPr>
      <p:grpSpPr>
        <a:xfrm>
          <a:off x="0" y="0"/>
          <a:ext cx="0" cy="0"/>
          <a:chOff x="0" y="0"/>
          <a:chExt cx="0" cy="0"/>
        </a:xfrm>
      </p:grpSpPr>
      <p:sp>
        <p:nvSpPr>
          <p:cNvPr id="693" name="Google Shape;693;p87"/>
          <p:cNvSpPr txBox="1"/>
          <p:nvPr>
            <p:ph type="title"/>
          </p:nvPr>
        </p:nvSpPr>
        <p:spPr>
          <a:xfrm>
            <a:off x="727650" y="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System Call fork()</a:t>
            </a:r>
            <a:endParaRPr/>
          </a:p>
        </p:txBody>
      </p:sp>
      <p:sp>
        <p:nvSpPr>
          <p:cNvPr id="694" name="Google Shape;694;p87"/>
          <p:cNvSpPr txBox="1"/>
          <p:nvPr>
            <p:ph idx="1" type="body"/>
          </p:nvPr>
        </p:nvSpPr>
        <p:spPr>
          <a:xfrm>
            <a:off x="727650" y="1357525"/>
            <a:ext cx="7688700" cy="3532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100">
                <a:solidFill>
                  <a:srgbClr val="000000"/>
                </a:solidFill>
                <a:highlight>
                  <a:srgbClr val="FFFFFF"/>
                </a:highlight>
                <a:latin typeface="Consolas"/>
                <a:ea typeface="Consolas"/>
                <a:cs typeface="Consolas"/>
                <a:sym typeface="Consolas"/>
              </a:rPr>
              <a:t>int pid = fork();</a:t>
            </a:r>
            <a:br>
              <a:rPr lang="en" sz="2100">
                <a:solidFill>
                  <a:srgbClr val="000000"/>
                </a:solidFill>
                <a:highlight>
                  <a:srgbClr val="FFFFFF"/>
                </a:highlight>
                <a:latin typeface="Consolas"/>
                <a:ea typeface="Consolas"/>
                <a:cs typeface="Consolas"/>
                <a:sym typeface="Consolas"/>
              </a:rPr>
            </a:br>
            <a:r>
              <a:rPr b="1" lang="en" sz="2100">
                <a:solidFill>
                  <a:srgbClr val="000000"/>
                </a:solidFill>
                <a:highlight>
                  <a:srgbClr val="FFFFFF"/>
                </a:highlight>
                <a:latin typeface="Consolas"/>
                <a:ea typeface="Consolas"/>
                <a:cs typeface="Consolas"/>
                <a:sym typeface="Consolas"/>
              </a:rPr>
              <a:t>if</a:t>
            </a:r>
            <a:r>
              <a:rPr lang="en" sz="2100">
                <a:solidFill>
                  <a:srgbClr val="000000"/>
                </a:solidFill>
                <a:highlight>
                  <a:srgbClr val="FFFFFF"/>
                </a:highlight>
                <a:latin typeface="Consolas"/>
                <a:ea typeface="Consolas"/>
                <a:cs typeface="Consolas"/>
                <a:sym typeface="Consolas"/>
              </a:rPr>
              <a:t>(pid == 0){</a:t>
            </a:r>
            <a:br>
              <a:rPr lang="en" sz="2100">
                <a:solidFill>
                  <a:srgbClr val="000000"/>
                </a:solidFill>
                <a:highlight>
                  <a:srgbClr val="FFFFFF"/>
                </a:highlight>
                <a:latin typeface="Consolas"/>
                <a:ea typeface="Consolas"/>
                <a:cs typeface="Consolas"/>
                <a:sym typeface="Consolas"/>
              </a:rPr>
            </a:br>
            <a:r>
              <a:rPr lang="en" sz="2100">
                <a:solidFill>
                  <a:srgbClr val="000000"/>
                </a:solidFill>
                <a:highlight>
                  <a:srgbClr val="FFFFFF"/>
                </a:highlight>
                <a:latin typeface="Consolas"/>
                <a:ea typeface="Consolas"/>
                <a:cs typeface="Consolas"/>
                <a:sym typeface="Consolas"/>
              </a:rPr>
              <a:t>    printf(</a:t>
            </a:r>
            <a:r>
              <a:rPr lang="en" sz="2100">
                <a:solidFill>
                  <a:srgbClr val="888888"/>
                </a:solidFill>
                <a:highlight>
                  <a:srgbClr val="FFFFFF"/>
                </a:highlight>
                <a:latin typeface="Consolas"/>
                <a:ea typeface="Consolas"/>
                <a:cs typeface="Consolas"/>
                <a:sym typeface="Consolas"/>
              </a:rPr>
              <a:t>"child: exiting\n"</a:t>
            </a:r>
            <a:r>
              <a:rPr lang="en" sz="2100">
                <a:solidFill>
                  <a:srgbClr val="000000"/>
                </a:solidFill>
                <a:highlight>
                  <a:srgbClr val="FFFFFF"/>
                </a:highlight>
                <a:latin typeface="Consolas"/>
                <a:ea typeface="Consolas"/>
                <a:cs typeface="Consolas"/>
                <a:sym typeface="Consolas"/>
              </a:rPr>
              <a:t>);</a:t>
            </a:r>
            <a:br>
              <a:rPr lang="en" sz="2100">
                <a:solidFill>
                  <a:srgbClr val="000000"/>
                </a:solidFill>
                <a:highlight>
                  <a:srgbClr val="FFFFFF"/>
                </a:highlight>
                <a:latin typeface="Consolas"/>
                <a:ea typeface="Consolas"/>
                <a:cs typeface="Consolas"/>
                <a:sym typeface="Consolas"/>
              </a:rPr>
            </a:br>
            <a:r>
              <a:rPr lang="en" sz="2100">
                <a:solidFill>
                  <a:srgbClr val="000000"/>
                </a:solidFill>
                <a:highlight>
                  <a:srgbClr val="FFFFFF"/>
                </a:highlight>
                <a:latin typeface="Consolas"/>
                <a:ea typeface="Consolas"/>
                <a:cs typeface="Consolas"/>
                <a:sym typeface="Consolas"/>
              </a:rPr>
              <a:t>} </a:t>
            </a:r>
            <a:r>
              <a:rPr b="1" lang="en" sz="2100">
                <a:solidFill>
                  <a:srgbClr val="000000"/>
                </a:solidFill>
                <a:highlight>
                  <a:srgbClr val="FFFFFF"/>
                </a:highlight>
                <a:latin typeface="Consolas"/>
                <a:ea typeface="Consolas"/>
                <a:cs typeface="Consolas"/>
                <a:sym typeface="Consolas"/>
              </a:rPr>
              <a:t>else</a:t>
            </a:r>
            <a:r>
              <a:rPr lang="en" sz="2100">
                <a:solidFill>
                  <a:srgbClr val="000000"/>
                </a:solidFill>
                <a:highlight>
                  <a:srgbClr val="FFFFFF"/>
                </a:highlight>
                <a:latin typeface="Consolas"/>
                <a:ea typeface="Consolas"/>
                <a:cs typeface="Consolas"/>
                <a:sym typeface="Consolas"/>
              </a:rPr>
              <a:t> </a:t>
            </a:r>
            <a:r>
              <a:rPr b="1" lang="en" sz="2100">
                <a:solidFill>
                  <a:srgbClr val="000000"/>
                </a:solidFill>
                <a:highlight>
                  <a:srgbClr val="FFFFFF"/>
                </a:highlight>
                <a:latin typeface="Consolas"/>
                <a:ea typeface="Consolas"/>
                <a:cs typeface="Consolas"/>
                <a:sym typeface="Consolas"/>
              </a:rPr>
              <a:t>if</a:t>
            </a:r>
            <a:r>
              <a:rPr lang="en" sz="2100">
                <a:solidFill>
                  <a:srgbClr val="000000"/>
                </a:solidFill>
                <a:highlight>
                  <a:srgbClr val="FFFFFF"/>
                </a:highlight>
                <a:latin typeface="Consolas"/>
                <a:ea typeface="Consolas"/>
                <a:cs typeface="Consolas"/>
                <a:sym typeface="Consolas"/>
              </a:rPr>
              <a:t>(pid &gt; 0){</a:t>
            </a:r>
            <a:br>
              <a:rPr lang="en" sz="2100">
                <a:solidFill>
                  <a:srgbClr val="000000"/>
                </a:solidFill>
                <a:highlight>
                  <a:srgbClr val="FFFFFF"/>
                </a:highlight>
                <a:latin typeface="Consolas"/>
                <a:ea typeface="Consolas"/>
                <a:cs typeface="Consolas"/>
                <a:sym typeface="Consolas"/>
              </a:rPr>
            </a:br>
            <a:r>
              <a:rPr lang="en" sz="2100">
                <a:solidFill>
                  <a:srgbClr val="000000"/>
                </a:solidFill>
                <a:highlight>
                  <a:srgbClr val="FFFFFF"/>
                </a:highlight>
                <a:latin typeface="Consolas"/>
                <a:ea typeface="Consolas"/>
                <a:cs typeface="Consolas"/>
                <a:sym typeface="Consolas"/>
              </a:rPr>
              <a:t>    printf(</a:t>
            </a:r>
            <a:r>
              <a:rPr lang="en" sz="2100">
                <a:solidFill>
                  <a:srgbClr val="888888"/>
                </a:solidFill>
                <a:highlight>
                  <a:srgbClr val="FFFFFF"/>
                </a:highlight>
                <a:latin typeface="Consolas"/>
                <a:ea typeface="Consolas"/>
                <a:cs typeface="Consolas"/>
                <a:sym typeface="Consolas"/>
              </a:rPr>
              <a:t>"parent: child=%d\n"</a:t>
            </a:r>
            <a:r>
              <a:rPr lang="en" sz="2100">
                <a:solidFill>
                  <a:srgbClr val="000000"/>
                </a:solidFill>
                <a:highlight>
                  <a:srgbClr val="FFFFFF"/>
                </a:highlight>
                <a:latin typeface="Consolas"/>
                <a:ea typeface="Consolas"/>
                <a:cs typeface="Consolas"/>
                <a:sym typeface="Consolas"/>
              </a:rPr>
              <a:t>, pid);</a:t>
            </a:r>
            <a:br>
              <a:rPr lang="en" sz="2100">
                <a:solidFill>
                  <a:srgbClr val="000000"/>
                </a:solidFill>
                <a:highlight>
                  <a:srgbClr val="FFFFFF"/>
                </a:highlight>
                <a:latin typeface="Consolas"/>
                <a:ea typeface="Consolas"/>
                <a:cs typeface="Consolas"/>
                <a:sym typeface="Consolas"/>
              </a:rPr>
            </a:br>
            <a:r>
              <a:rPr lang="en" sz="2100">
                <a:solidFill>
                  <a:srgbClr val="000000"/>
                </a:solidFill>
                <a:highlight>
                  <a:srgbClr val="FFFFFF"/>
                </a:highlight>
                <a:latin typeface="Consolas"/>
                <a:ea typeface="Consolas"/>
                <a:cs typeface="Consolas"/>
                <a:sym typeface="Consolas"/>
              </a:rPr>
              <a:t>} </a:t>
            </a:r>
            <a:r>
              <a:rPr b="1" lang="en" sz="2100">
                <a:solidFill>
                  <a:srgbClr val="000000"/>
                </a:solidFill>
                <a:highlight>
                  <a:srgbClr val="FFFFFF"/>
                </a:highlight>
                <a:latin typeface="Consolas"/>
                <a:ea typeface="Consolas"/>
                <a:cs typeface="Consolas"/>
                <a:sym typeface="Consolas"/>
              </a:rPr>
              <a:t>else</a:t>
            </a:r>
            <a:r>
              <a:rPr lang="en" sz="2100">
                <a:solidFill>
                  <a:srgbClr val="000000"/>
                </a:solidFill>
                <a:highlight>
                  <a:srgbClr val="FFFFFF"/>
                </a:highlight>
                <a:latin typeface="Consolas"/>
                <a:ea typeface="Consolas"/>
                <a:cs typeface="Consolas"/>
                <a:sym typeface="Consolas"/>
              </a:rPr>
              <a:t> {</a:t>
            </a:r>
            <a:br>
              <a:rPr lang="en" sz="2100">
                <a:solidFill>
                  <a:srgbClr val="000000"/>
                </a:solidFill>
                <a:highlight>
                  <a:srgbClr val="FFFFFF"/>
                </a:highlight>
                <a:latin typeface="Consolas"/>
                <a:ea typeface="Consolas"/>
                <a:cs typeface="Consolas"/>
                <a:sym typeface="Consolas"/>
              </a:rPr>
            </a:br>
            <a:r>
              <a:rPr lang="en" sz="2100">
                <a:solidFill>
                  <a:srgbClr val="000000"/>
                </a:solidFill>
                <a:highlight>
                  <a:srgbClr val="FFFFFF"/>
                </a:highlight>
                <a:latin typeface="Consolas"/>
                <a:ea typeface="Consolas"/>
                <a:cs typeface="Consolas"/>
                <a:sym typeface="Consolas"/>
              </a:rPr>
              <a:t>    printf(</a:t>
            </a:r>
            <a:r>
              <a:rPr lang="en" sz="2100">
                <a:solidFill>
                  <a:srgbClr val="888888"/>
                </a:solidFill>
                <a:highlight>
                  <a:srgbClr val="FFFFFF"/>
                </a:highlight>
                <a:latin typeface="Consolas"/>
                <a:ea typeface="Consolas"/>
                <a:cs typeface="Consolas"/>
                <a:sym typeface="Consolas"/>
              </a:rPr>
              <a:t>"fork error\n"</a:t>
            </a:r>
            <a:r>
              <a:rPr lang="en" sz="2100">
                <a:solidFill>
                  <a:srgbClr val="000000"/>
                </a:solidFill>
                <a:highlight>
                  <a:srgbClr val="FFFFFF"/>
                </a:highlight>
                <a:latin typeface="Consolas"/>
                <a:ea typeface="Consolas"/>
                <a:cs typeface="Consolas"/>
                <a:sym typeface="Consolas"/>
              </a:rPr>
              <a:t>);</a:t>
            </a:r>
            <a:br>
              <a:rPr lang="en" sz="2100">
                <a:solidFill>
                  <a:srgbClr val="000000"/>
                </a:solidFill>
                <a:highlight>
                  <a:srgbClr val="FFFFFF"/>
                </a:highlight>
                <a:latin typeface="Consolas"/>
                <a:ea typeface="Consolas"/>
                <a:cs typeface="Consolas"/>
                <a:sym typeface="Consolas"/>
              </a:rPr>
            </a:br>
            <a:r>
              <a:rPr lang="en" sz="2100">
                <a:solidFill>
                  <a:srgbClr val="000000"/>
                </a:solidFill>
                <a:highlight>
                  <a:srgbClr val="FFFFFF"/>
                </a:highlight>
                <a:latin typeface="Consolas"/>
                <a:ea typeface="Consolas"/>
                <a:cs typeface="Consolas"/>
                <a:sym typeface="Consolas"/>
              </a:rPr>
              <a:t>}</a:t>
            </a:r>
            <a:endParaRPr sz="2100">
              <a:solidFill>
                <a:srgbClr val="000000"/>
              </a:solidFill>
              <a:latin typeface="Arial"/>
              <a:ea typeface="Arial"/>
              <a:cs typeface="Arial"/>
              <a:sym typeface="Arial"/>
            </a:endParaRPr>
          </a:p>
          <a:p>
            <a:pPr indent="0" lvl="0" marL="0" rtl="0" algn="l">
              <a:lnSpc>
                <a:spcPct val="105000"/>
              </a:lnSpc>
              <a:spcBef>
                <a:spcPts val="0"/>
              </a:spcBef>
              <a:spcAft>
                <a:spcPts val="0"/>
              </a:spcAft>
              <a:buNone/>
            </a:pPr>
            <a:r>
              <a:t/>
            </a:r>
            <a:endParaRPr sz="2900"/>
          </a:p>
          <a:p>
            <a:pPr indent="0" lvl="0" marL="0" rtl="0" algn="l">
              <a:lnSpc>
                <a:spcPct val="105000"/>
              </a:lnSpc>
              <a:spcBef>
                <a:spcPts val="0"/>
              </a:spcBef>
              <a:spcAft>
                <a:spcPts val="0"/>
              </a:spcAft>
              <a:buNone/>
            </a:pPr>
            <a:r>
              <a:t/>
            </a:r>
            <a:endParaRPr sz="2900"/>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8" name="Shape 698"/>
        <p:cNvGrpSpPr/>
        <p:nvPr/>
      </p:nvGrpSpPr>
      <p:grpSpPr>
        <a:xfrm>
          <a:off x="0" y="0"/>
          <a:ext cx="0" cy="0"/>
          <a:chOff x="0" y="0"/>
          <a:chExt cx="0" cy="0"/>
        </a:xfrm>
      </p:grpSpPr>
      <p:sp>
        <p:nvSpPr>
          <p:cNvPr id="699" name="Google Shape;699;p88"/>
          <p:cNvSpPr txBox="1"/>
          <p:nvPr>
            <p:ph type="title"/>
          </p:nvPr>
        </p:nvSpPr>
        <p:spPr>
          <a:xfrm>
            <a:off x="727650" y="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System Call fork()</a:t>
            </a:r>
            <a:endParaRPr/>
          </a:p>
        </p:txBody>
      </p:sp>
      <p:sp>
        <p:nvSpPr>
          <p:cNvPr id="700" name="Google Shape;700;p88"/>
          <p:cNvSpPr txBox="1"/>
          <p:nvPr>
            <p:ph idx="1" type="body"/>
          </p:nvPr>
        </p:nvSpPr>
        <p:spPr>
          <a:xfrm>
            <a:off x="727650" y="1357525"/>
            <a:ext cx="7688700" cy="3532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100">
                <a:solidFill>
                  <a:srgbClr val="000000"/>
                </a:solidFill>
                <a:highlight>
                  <a:srgbClr val="FFFFFF"/>
                </a:highlight>
                <a:latin typeface="Consolas"/>
                <a:ea typeface="Consolas"/>
                <a:cs typeface="Consolas"/>
                <a:sym typeface="Consolas"/>
              </a:rPr>
              <a:t>int pid = fork();</a:t>
            </a:r>
            <a:br>
              <a:rPr lang="en" sz="2100">
                <a:solidFill>
                  <a:srgbClr val="000000"/>
                </a:solidFill>
                <a:highlight>
                  <a:srgbClr val="FFFFFF"/>
                </a:highlight>
                <a:latin typeface="Consolas"/>
                <a:ea typeface="Consolas"/>
                <a:cs typeface="Consolas"/>
                <a:sym typeface="Consolas"/>
              </a:rPr>
            </a:br>
            <a:r>
              <a:rPr b="1" lang="en" sz="2100">
                <a:solidFill>
                  <a:srgbClr val="000000"/>
                </a:solidFill>
                <a:highlight>
                  <a:srgbClr val="FFFFFF"/>
                </a:highlight>
                <a:latin typeface="Consolas"/>
                <a:ea typeface="Consolas"/>
                <a:cs typeface="Consolas"/>
                <a:sym typeface="Consolas"/>
              </a:rPr>
              <a:t>if</a:t>
            </a:r>
            <a:r>
              <a:rPr lang="en" sz="2100">
                <a:solidFill>
                  <a:srgbClr val="000000"/>
                </a:solidFill>
                <a:highlight>
                  <a:srgbClr val="FFFFFF"/>
                </a:highlight>
                <a:latin typeface="Consolas"/>
                <a:ea typeface="Consolas"/>
                <a:cs typeface="Consolas"/>
                <a:sym typeface="Consolas"/>
              </a:rPr>
              <a:t>(pid == 0){</a:t>
            </a:r>
            <a:br>
              <a:rPr lang="en" sz="2100">
                <a:solidFill>
                  <a:srgbClr val="000000"/>
                </a:solidFill>
                <a:highlight>
                  <a:srgbClr val="FFFFFF"/>
                </a:highlight>
                <a:latin typeface="Consolas"/>
                <a:ea typeface="Consolas"/>
                <a:cs typeface="Consolas"/>
                <a:sym typeface="Consolas"/>
              </a:rPr>
            </a:br>
            <a:r>
              <a:rPr lang="en" sz="2100">
                <a:solidFill>
                  <a:srgbClr val="000000"/>
                </a:solidFill>
                <a:highlight>
                  <a:srgbClr val="FFFFFF"/>
                </a:highlight>
                <a:latin typeface="Consolas"/>
                <a:ea typeface="Consolas"/>
                <a:cs typeface="Consolas"/>
                <a:sym typeface="Consolas"/>
              </a:rPr>
              <a:t>    printf(</a:t>
            </a:r>
            <a:r>
              <a:rPr lang="en" sz="2100">
                <a:solidFill>
                  <a:srgbClr val="888888"/>
                </a:solidFill>
                <a:highlight>
                  <a:srgbClr val="FFFFFF"/>
                </a:highlight>
                <a:latin typeface="Consolas"/>
                <a:ea typeface="Consolas"/>
                <a:cs typeface="Consolas"/>
                <a:sym typeface="Consolas"/>
              </a:rPr>
              <a:t>"child: exiting\n"</a:t>
            </a:r>
            <a:r>
              <a:rPr lang="en" sz="2100">
                <a:solidFill>
                  <a:srgbClr val="000000"/>
                </a:solidFill>
                <a:highlight>
                  <a:srgbClr val="FFFFFF"/>
                </a:highlight>
                <a:latin typeface="Consolas"/>
                <a:ea typeface="Consolas"/>
                <a:cs typeface="Consolas"/>
                <a:sym typeface="Consolas"/>
              </a:rPr>
              <a:t>);</a:t>
            </a:r>
            <a:br>
              <a:rPr lang="en" sz="2100">
                <a:solidFill>
                  <a:srgbClr val="000000"/>
                </a:solidFill>
                <a:highlight>
                  <a:srgbClr val="FFFFFF"/>
                </a:highlight>
                <a:latin typeface="Consolas"/>
                <a:ea typeface="Consolas"/>
                <a:cs typeface="Consolas"/>
                <a:sym typeface="Consolas"/>
              </a:rPr>
            </a:br>
            <a:r>
              <a:rPr lang="en" sz="2100">
                <a:solidFill>
                  <a:srgbClr val="000000"/>
                </a:solidFill>
                <a:highlight>
                  <a:srgbClr val="FFFFFF"/>
                </a:highlight>
                <a:latin typeface="Consolas"/>
                <a:ea typeface="Consolas"/>
                <a:cs typeface="Consolas"/>
                <a:sym typeface="Consolas"/>
              </a:rPr>
              <a:t>} </a:t>
            </a:r>
            <a:r>
              <a:rPr b="1" lang="en" sz="2100">
                <a:solidFill>
                  <a:srgbClr val="000000"/>
                </a:solidFill>
                <a:highlight>
                  <a:srgbClr val="FFFFFF"/>
                </a:highlight>
                <a:latin typeface="Consolas"/>
                <a:ea typeface="Consolas"/>
                <a:cs typeface="Consolas"/>
                <a:sym typeface="Consolas"/>
              </a:rPr>
              <a:t>else</a:t>
            </a:r>
            <a:r>
              <a:rPr lang="en" sz="2100">
                <a:solidFill>
                  <a:srgbClr val="000000"/>
                </a:solidFill>
                <a:highlight>
                  <a:srgbClr val="FFFFFF"/>
                </a:highlight>
                <a:latin typeface="Consolas"/>
                <a:ea typeface="Consolas"/>
                <a:cs typeface="Consolas"/>
                <a:sym typeface="Consolas"/>
              </a:rPr>
              <a:t> </a:t>
            </a:r>
            <a:r>
              <a:rPr b="1" lang="en" sz="2100">
                <a:solidFill>
                  <a:srgbClr val="000000"/>
                </a:solidFill>
                <a:highlight>
                  <a:srgbClr val="FFFFFF"/>
                </a:highlight>
                <a:latin typeface="Consolas"/>
                <a:ea typeface="Consolas"/>
                <a:cs typeface="Consolas"/>
                <a:sym typeface="Consolas"/>
              </a:rPr>
              <a:t>if</a:t>
            </a:r>
            <a:r>
              <a:rPr lang="en" sz="2100">
                <a:solidFill>
                  <a:srgbClr val="000000"/>
                </a:solidFill>
                <a:highlight>
                  <a:srgbClr val="FFFFFF"/>
                </a:highlight>
                <a:latin typeface="Consolas"/>
                <a:ea typeface="Consolas"/>
                <a:cs typeface="Consolas"/>
                <a:sym typeface="Consolas"/>
              </a:rPr>
              <a:t>(pid &gt; 0){</a:t>
            </a:r>
            <a:br>
              <a:rPr lang="en" sz="2100">
                <a:solidFill>
                  <a:srgbClr val="000000"/>
                </a:solidFill>
                <a:highlight>
                  <a:srgbClr val="FFFFFF"/>
                </a:highlight>
                <a:latin typeface="Consolas"/>
                <a:ea typeface="Consolas"/>
                <a:cs typeface="Consolas"/>
                <a:sym typeface="Consolas"/>
              </a:rPr>
            </a:br>
            <a:r>
              <a:rPr lang="en" sz="2100">
                <a:solidFill>
                  <a:srgbClr val="000000"/>
                </a:solidFill>
                <a:highlight>
                  <a:srgbClr val="FFFFFF"/>
                </a:highlight>
                <a:latin typeface="Consolas"/>
                <a:ea typeface="Consolas"/>
                <a:cs typeface="Consolas"/>
                <a:sym typeface="Consolas"/>
              </a:rPr>
              <a:t>    printf(</a:t>
            </a:r>
            <a:r>
              <a:rPr lang="en" sz="2100">
                <a:solidFill>
                  <a:srgbClr val="888888"/>
                </a:solidFill>
                <a:highlight>
                  <a:srgbClr val="FFFFFF"/>
                </a:highlight>
                <a:latin typeface="Consolas"/>
                <a:ea typeface="Consolas"/>
                <a:cs typeface="Consolas"/>
                <a:sym typeface="Consolas"/>
              </a:rPr>
              <a:t>"parent: child=%d\n"</a:t>
            </a:r>
            <a:r>
              <a:rPr lang="en" sz="2100">
                <a:solidFill>
                  <a:srgbClr val="000000"/>
                </a:solidFill>
                <a:highlight>
                  <a:srgbClr val="FFFFFF"/>
                </a:highlight>
                <a:latin typeface="Consolas"/>
                <a:ea typeface="Consolas"/>
                <a:cs typeface="Consolas"/>
                <a:sym typeface="Consolas"/>
              </a:rPr>
              <a:t>, pid);</a:t>
            </a:r>
            <a:br>
              <a:rPr lang="en" sz="2100">
                <a:solidFill>
                  <a:srgbClr val="000000"/>
                </a:solidFill>
                <a:highlight>
                  <a:srgbClr val="FFFFFF"/>
                </a:highlight>
                <a:latin typeface="Consolas"/>
                <a:ea typeface="Consolas"/>
                <a:cs typeface="Consolas"/>
                <a:sym typeface="Consolas"/>
              </a:rPr>
            </a:br>
            <a:r>
              <a:rPr lang="en" sz="2100">
                <a:solidFill>
                  <a:srgbClr val="000000"/>
                </a:solidFill>
                <a:highlight>
                  <a:srgbClr val="FFFFFF"/>
                </a:highlight>
                <a:latin typeface="Consolas"/>
                <a:ea typeface="Consolas"/>
                <a:cs typeface="Consolas"/>
                <a:sym typeface="Consolas"/>
              </a:rPr>
              <a:t>} </a:t>
            </a:r>
            <a:r>
              <a:rPr b="1" lang="en" sz="2100">
                <a:solidFill>
                  <a:srgbClr val="000000"/>
                </a:solidFill>
                <a:highlight>
                  <a:srgbClr val="FFFFFF"/>
                </a:highlight>
                <a:latin typeface="Consolas"/>
                <a:ea typeface="Consolas"/>
                <a:cs typeface="Consolas"/>
                <a:sym typeface="Consolas"/>
              </a:rPr>
              <a:t>else</a:t>
            </a:r>
            <a:r>
              <a:rPr lang="en" sz="2100">
                <a:solidFill>
                  <a:srgbClr val="000000"/>
                </a:solidFill>
                <a:highlight>
                  <a:srgbClr val="FFFFFF"/>
                </a:highlight>
                <a:latin typeface="Consolas"/>
                <a:ea typeface="Consolas"/>
                <a:cs typeface="Consolas"/>
                <a:sym typeface="Consolas"/>
              </a:rPr>
              <a:t> {</a:t>
            </a:r>
            <a:br>
              <a:rPr lang="en" sz="2100">
                <a:solidFill>
                  <a:srgbClr val="000000"/>
                </a:solidFill>
                <a:highlight>
                  <a:srgbClr val="FFFFFF"/>
                </a:highlight>
                <a:latin typeface="Consolas"/>
                <a:ea typeface="Consolas"/>
                <a:cs typeface="Consolas"/>
                <a:sym typeface="Consolas"/>
              </a:rPr>
            </a:br>
            <a:r>
              <a:rPr lang="en" sz="2100">
                <a:solidFill>
                  <a:srgbClr val="000000"/>
                </a:solidFill>
                <a:highlight>
                  <a:srgbClr val="FFFFFF"/>
                </a:highlight>
                <a:latin typeface="Consolas"/>
                <a:ea typeface="Consolas"/>
                <a:cs typeface="Consolas"/>
                <a:sym typeface="Consolas"/>
              </a:rPr>
              <a:t>    printf(</a:t>
            </a:r>
            <a:r>
              <a:rPr lang="en" sz="2100">
                <a:solidFill>
                  <a:srgbClr val="888888"/>
                </a:solidFill>
                <a:highlight>
                  <a:srgbClr val="FFFFFF"/>
                </a:highlight>
                <a:latin typeface="Consolas"/>
                <a:ea typeface="Consolas"/>
                <a:cs typeface="Consolas"/>
                <a:sym typeface="Consolas"/>
              </a:rPr>
              <a:t>"fork error\n"</a:t>
            </a:r>
            <a:r>
              <a:rPr lang="en" sz="2100">
                <a:solidFill>
                  <a:srgbClr val="000000"/>
                </a:solidFill>
                <a:highlight>
                  <a:srgbClr val="FFFFFF"/>
                </a:highlight>
                <a:latin typeface="Consolas"/>
                <a:ea typeface="Consolas"/>
                <a:cs typeface="Consolas"/>
                <a:sym typeface="Consolas"/>
              </a:rPr>
              <a:t>);</a:t>
            </a:r>
            <a:br>
              <a:rPr lang="en" sz="2100">
                <a:solidFill>
                  <a:srgbClr val="000000"/>
                </a:solidFill>
                <a:highlight>
                  <a:srgbClr val="FFFFFF"/>
                </a:highlight>
                <a:latin typeface="Consolas"/>
                <a:ea typeface="Consolas"/>
                <a:cs typeface="Consolas"/>
                <a:sym typeface="Consolas"/>
              </a:rPr>
            </a:br>
            <a:r>
              <a:rPr lang="en" sz="2100">
                <a:solidFill>
                  <a:srgbClr val="000000"/>
                </a:solidFill>
                <a:highlight>
                  <a:srgbClr val="FFFFFF"/>
                </a:highlight>
                <a:latin typeface="Consolas"/>
                <a:ea typeface="Consolas"/>
                <a:cs typeface="Consolas"/>
                <a:sym typeface="Consolas"/>
              </a:rPr>
              <a:t>}</a:t>
            </a:r>
            <a:endParaRPr sz="2100">
              <a:solidFill>
                <a:srgbClr val="000000"/>
              </a:solidFill>
              <a:latin typeface="Arial"/>
              <a:ea typeface="Arial"/>
              <a:cs typeface="Arial"/>
              <a:sym typeface="Arial"/>
            </a:endParaRPr>
          </a:p>
          <a:p>
            <a:pPr indent="0" lvl="0" marL="0" rtl="0" algn="l">
              <a:lnSpc>
                <a:spcPct val="105000"/>
              </a:lnSpc>
              <a:spcBef>
                <a:spcPts val="0"/>
              </a:spcBef>
              <a:spcAft>
                <a:spcPts val="0"/>
              </a:spcAft>
              <a:buNone/>
            </a:pPr>
            <a:r>
              <a:t/>
            </a:r>
            <a:endParaRPr sz="2900"/>
          </a:p>
          <a:p>
            <a:pPr indent="0" lvl="0" marL="0" rtl="0" algn="l">
              <a:lnSpc>
                <a:spcPct val="105000"/>
              </a:lnSpc>
              <a:spcBef>
                <a:spcPts val="0"/>
              </a:spcBef>
              <a:spcAft>
                <a:spcPts val="0"/>
              </a:spcAft>
              <a:buNone/>
            </a:pPr>
            <a:r>
              <a:t/>
            </a:r>
            <a:endParaRPr sz="2900"/>
          </a:p>
        </p:txBody>
      </p:sp>
      <p:cxnSp>
        <p:nvCxnSpPr>
          <p:cNvPr id="701" name="Google Shape;701;p88"/>
          <p:cNvCxnSpPr/>
          <p:nvPr/>
        </p:nvCxnSpPr>
        <p:spPr>
          <a:xfrm flipH="1" rot="10800000">
            <a:off x="5264150" y="1736000"/>
            <a:ext cx="682800" cy="388500"/>
          </a:xfrm>
          <a:prstGeom prst="straightConnector1">
            <a:avLst/>
          </a:prstGeom>
          <a:noFill/>
          <a:ln cap="flat" cmpd="sng" w="9525">
            <a:solidFill>
              <a:schemeClr val="dk2"/>
            </a:solidFill>
            <a:prstDash val="solid"/>
            <a:round/>
            <a:headEnd len="med" w="med" type="none"/>
            <a:tailEnd len="med" w="med" type="triangle"/>
          </a:ln>
        </p:spPr>
      </p:cxnSp>
      <p:cxnSp>
        <p:nvCxnSpPr>
          <p:cNvPr id="702" name="Google Shape;702;p88"/>
          <p:cNvCxnSpPr/>
          <p:nvPr/>
        </p:nvCxnSpPr>
        <p:spPr>
          <a:xfrm>
            <a:off x="5829100" y="3230875"/>
            <a:ext cx="282600" cy="765000"/>
          </a:xfrm>
          <a:prstGeom prst="straightConnector1">
            <a:avLst/>
          </a:prstGeom>
          <a:noFill/>
          <a:ln cap="flat" cmpd="sng" w="9525">
            <a:solidFill>
              <a:schemeClr val="dk2"/>
            </a:solidFill>
            <a:prstDash val="solid"/>
            <a:round/>
            <a:headEnd len="med" w="med" type="none"/>
            <a:tailEnd len="med" w="med" type="triangle"/>
          </a:ln>
        </p:spPr>
      </p:cxnSp>
      <p:sp>
        <p:nvSpPr>
          <p:cNvPr id="703" name="Google Shape;703;p88"/>
          <p:cNvSpPr txBox="1"/>
          <p:nvPr>
            <p:ph idx="1" type="body"/>
          </p:nvPr>
        </p:nvSpPr>
        <p:spPr>
          <a:xfrm>
            <a:off x="5998175" y="1264675"/>
            <a:ext cx="2832300" cy="535200"/>
          </a:xfrm>
          <a:prstGeom prst="rect">
            <a:avLst/>
          </a:prstGeom>
        </p:spPr>
        <p:txBody>
          <a:bodyPr anchorCtr="0" anchor="t" bIns="91425" lIns="91425" spcFirstLastPara="1" rIns="91425" wrap="square" tIns="91425">
            <a:noAutofit/>
          </a:bodyPr>
          <a:lstStyle/>
          <a:p>
            <a:pPr indent="0" lvl="0" marL="0" rtl="0" algn="l">
              <a:lnSpc>
                <a:spcPct val="105000"/>
              </a:lnSpc>
              <a:spcBef>
                <a:spcPts val="0"/>
              </a:spcBef>
              <a:spcAft>
                <a:spcPts val="0"/>
              </a:spcAft>
              <a:buNone/>
            </a:pPr>
            <a:r>
              <a:rPr lang="en" sz="1900"/>
              <a:t>Solo lo ejecuta el hijo</a:t>
            </a:r>
            <a:endParaRPr sz="1900"/>
          </a:p>
          <a:p>
            <a:pPr indent="0" lvl="0" marL="0" rtl="0" algn="l">
              <a:lnSpc>
                <a:spcPct val="105000"/>
              </a:lnSpc>
              <a:spcBef>
                <a:spcPts val="0"/>
              </a:spcBef>
              <a:spcAft>
                <a:spcPts val="0"/>
              </a:spcAft>
              <a:buNone/>
            </a:pPr>
            <a:r>
              <a:t/>
            </a:r>
            <a:endParaRPr sz="1900"/>
          </a:p>
          <a:p>
            <a:pPr indent="0" lvl="0" marL="0" rtl="0" algn="l">
              <a:lnSpc>
                <a:spcPct val="105000"/>
              </a:lnSpc>
              <a:spcBef>
                <a:spcPts val="0"/>
              </a:spcBef>
              <a:spcAft>
                <a:spcPts val="0"/>
              </a:spcAft>
              <a:buNone/>
            </a:pPr>
            <a:r>
              <a:t/>
            </a:r>
            <a:endParaRPr sz="1900"/>
          </a:p>
        </p:txBody>
      </p:sp>
      <p:sp>
        <p:nvSpPr>
          <p:cNvPr id="704" name="Google Shape;704;p88"/>
          <p:cNvSpPr txBox="1"/>
          <p:nvPr>
            <p:ph idx="1" type="body"/>
          </p:nvPr>
        </p:nvSpPr>
        <p:spPr>
          <a:xfrm>
            <a:off x="6111700" y="4124175"/>
            <a:ext cx="2832300" cy="535200"/>
          </a:xfrm>
          <a:prstGeom prst="rect">
            <a:avLst/>
          </a:prstGeom>
        </p:spPr>
        <p:txBody>
          <a:bodyPr anchorCtr="0" anchor="t" bIns="91425" lIns="91425" spcFirstLastPara="1" rIns="91425" wrap="square" tIns="91425">
            <a:noAutofit/>
          </a:bodyPr>
          <a:lstStyle/>
          <a:p>
            <a:pPr indent="0" lvl="0" marL="0" rtl="0" algn="l">
              <a:lnSpc>
                <a:spcPct val="105000"/>
              </a:lnSpc>
              <a:spcBef>
                <a:spcPts val="0"/>
              </a:spcBef>
              <a:spcAft>
                <a:spcPts val="0"/>
              </a:spcAft>
              <a:buNone/>
            </a:pPr>
            <a:r>
              <a:rPr lang="en" sz="1900"/>
              <a:t>Solo lo ejecuta el padre</a:t>
            </a:r>
            <a:endParaRPr sz="1900"/>
          </a:p>
          <a:p>
            <a:pPr indent="0" lvl="0" marL="0" rtl="0" algn="l">
              <a:lnSpc>
                <a:spcPct val="105000"/>
              </a:lnSpc>
              <a:spcBef>
                <a:spcPts val="0"/>
              </a:spcBef>
              <a:spcAft>
                <a:spcPts val="0"/>
              </a:spcAft>
              <a:buNone/>
            </a:pPr>
            <a:r>
              <a:t/>
            </a:r>
            <a:endParaRPr sz="1900"/>
          </a:p>
          <a:p>
            <a:pPr indent="0" lvl="0" marL="0" rtl="0" algn="l">
              <a:lnSpc>
                <a:spcPct val="105000"/>
              </a:lnSpc>
              <a:spcBef>
                <a:spcPts val="0"/>
              </a:spcBef>
              <a:spcAft>
                <a:spcPts val="0"/>
              </a:spcAft>
              <a:buNone/>
            </a:pPr>
            <a:r>
              <a:t/>
            </a:r>
            <a:endParaRPr sz="1900"/>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8" name="Shape 708"/>
        <p:cNvGrpSpPr/>
        <p:nvPr/>
      </p:nvGrpSpPr>
      <p:grpSpPr>
        <a:xfrm>
          <a:off x="0" y="0"/>
          <a:ext cx="0" cy="0"/>
          <a:chOff x="0" y="0"/>
          <a:chExt cx="0" cy="0"/>
        </a:xfrm>
      </p:grpSpPr>
      <p:sp>
        <p:nvSpPr>
          <p:cNvPr id="709" name="Google Shape;709;p89"/>
          <p:cNvSpPr txBox="1"/>
          <p:nvPr>
            <p:ph type="title"/>
          </p:nvPr>
        </p:nvSpPr>
        <p:spPr>
          <a:xfrm>
            <a:off x="727650" y="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Creación de un Proceso:¿Que hace fork?:</a:t>
            </a:r>
            <a:endParaRPr/>
          </a:p>
        </p:txBody>
      </p:sp>
      <p:sp>
        <p:nvSpPr>
          <p:cNvPr id="710" name="Google Shape;710;p89"/>
          <p:cNvSpPr txBox="1"/>
          <p:nvPr>
            <p:ph idx="1" type="body"/>
          </p:nvPr>
        </p:nvSpPr>
        <p:spPr>
          <a:xfrm>
            <a:off x="807875" y="1326150"/>
            <a:ext cx="7688700" cy="35508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SzPts val="275"/>
              <a:buNone/>
            </a:pPr>
            <a:r>
              <a:t/>
            </a:r>
            <a:endParaRPr sz="1725"/>
          </a:p>
          <a:p>
            <a:pPr indent="-338138" lvl="0" marL="457200" rtl="0" algn="l">
              <a:lnSpc>
                <a:spcPct val="95000"/>
              </a:lnSpc>
              <a:spcBef>
                <a:spcPts val="0"/>
              </a:spcBef>
              <a:spcAft>
                <a:spcPts val="0"/>
              </a:spcAft>
              <a:buSzPts val="1725"/>
              <a:buChar char="●"/>
            </a:pPr>
            <a:r>
              <a:rPr lang="en" sz="1725"/>
              <a:t>Crea y asigna una nueva entrada en la </a:t>
            </a:r>
            <a:r>
              <a:rPr b="1" lang="en" sz="1725"/>
              <a:t>Process Table</a:t>
            </a:r>
            <a:r>
              <a:rPr lang="en" sz="1725"/>
              <a:t> para el nuevo proceso.</a:t>
            </a:r>
            <a:endParaRPr sz="1725"/>
          </a:p>
          <a:p>
            <a:pPr indent="0" lvl="0" marL="457200" rtl="0" algn="l">
              <a:lnSpc>
                <a:spcPct val="95000"/>
              </a:lnSpc>
              <a:spcBef>
                <a:spcPts val="0"/>
              </a:spcBef>
              <a:spcAft>
                <a:spcPts val="0"/>
              </a:spcAft>
              <a:buNone/>
            </a:pPr>
            <a:r>
              <a:t/>
            </a:r>
            <a:endParaRPr sz="1725"/>
          </a:p>
          <a:p>
            <a:pPr indent="-338138" lvl="0" marL="457200" rtl="0" algn="l">
              <a:lnSpc>
                <a:spcPct val="95000"/>
              </a:lnSpc>
              <a:spcBef>
                <a:spcPts val="0"/>
              </a:spcBef>
              <a:spcAft>
                <a:spcPts val="0"/>
              </a:spcAft>
              <a:buSzPts val="1725"/>
              <a:buChar char="●"/>
            </a:pPr>
            <a:r>
              <a:rPr lang="en" sz="1725"/>
              <a:t>Asigna un número de ID único al proceso hijo (</a:t>
            </a:r>
            <a:r>
              <a:rPr b="1" lang="en" sz="1725"/>
              <a:t>pid</a:t>
            </a:r>
            <a:r>
              <a:rPr lang="en" sz="1725"/>
              <a:t>).</a:t>
            </a:r>
            <a:endParaRPr sz="1725"/>
          </a:p>
          <a:p>
            <a:pPr indent="0" lvl="0" marL="457200" rtl="0" algn="l">
              <a:lnSpc>
                <a:spcPct val="95000"/>
              </a:lnSpc>
              <a:spcBef>
                <a:spcPts val="0"/>
              </a:spcBef>
              <a:spcAft>
                <a:spcPts val="0"/>
              </a:spcAft>
              <a:buNone/>
            </a:pPr>
            <a:r>
              <a:t/>
            </a:r>
            <a:endParaRPr sz="1725"/>
          </a:p>
          <a:p>
            <a:pPr indent="-338138" lvl="0" marL="457200" rtl="0" algn="l">
              <a:lnSpc>
                <a:spcPct val="95000"/>
              </a:lnSpc>
              <a:spcBef>
                <a:spcPts val="0"/>
              </a:spcBef>
              <a:spcAft>
                <a:spcPts val="0"/>
              </a:spcAft>
              <a:buSzPts val="1725"/>
              <a:buChar char="●"/>
            </a:pPr>
            <a:r>
              <a:rPr lang="en" sz="1725"/>
              <a:t>Crea una copia del proceso padre.</a:t>
            </a:r>
            <a:endParaRPr sz="1725"/>
          </a:p>
          <a:p>
            <a:pPr indent="0" lvl="0" marL="457200" rtl="0" algn="l">
              <a:lnSpc>
                <a:spcPct val="95000"/>
              </a:lnSpc>
              <a:spcBef>
                <a:spcPts val="0"/>
              </a:spcBef>
              <a:spcAft>
                <a:spcPts val="0"/>
              </a:spcAft>
              <a:buNone/>
            </a:pPr>
            <a:r>
              <a:t/>
            </a:r>
            <a:endParaRPr sz="1725"/>
          </a:p>
          <a:p>
            <a:pPr indent="-338138" lvl="0" marL="457200" rtl="0" algn="l">
              <a:lnSpc>
                <a:spcPct val="95000"/>
              </a:lnSpc>
              <a:spcBef>
                <a:spcPts val="0"/>
              </a:spcBef>
              <a:spcAft>
                <a:spcPts val="0"/>
              </a:spcAft>
              <a:buSzPts val="1725"/>
              <a:buChar char="●"/>
            </a:pPr>
            <a:r>
              <a:rPr lang="en" sz="1725"/>
              <a:t>Realiza ciertas operaciones de I/O, abre stdin, stdout,stderr.</a:t>
            </a:r>
            <a:endParaRPr sz="1725"/>
          </a:p>
          <a:p>
            <a:pPr indent="0" lvl="0" marL="457200" rtl="0" algn="l">
              <a:lnSpc>
                <a:spcPct val="95000"/>
              </a:lnSpc>
              <a:spcBef>
                <a:spcPts val="0"/>
              </a:spcBef>
              <a:spcAft>
                <a:spcPts val="0"/>
              </a:spcAft>
              <a:buNone/>
            </a:pPr>
            <a:r>
              <a:t/>
            </a:r>
            <a:endParaRPr sz="1725"/>
          </a:p>
          <a:p>
            <a:pPr indent="-338138" lvl="0" marL="457200" rtl="0" algn="l">
              <a:lnSpc>
                <a:spcPct val="95000"/>
              </a:lnSpc>
              <a:spcBef>
                <a:spcPts val="0"/>
              </a:spcBef>
              <a:spcAft>
                <a:spcPts val="0"/>
              </a:spcAft>
              <a:buSzPts val="1725"/>
              <a:buChar char="●"/>
            </a:pPr>
            <a:r>
              <a:rPr lang="en" sz="1725"/>
              <a:t>Devuelve el número de ID del hijo al proceso padre, y un 0 al proceso hijo</a:t>
            </a:r>
            <a:endParaRPr sz="1725"/>
          </a:p>
          <a:p>
            <a:pPr indent="0" lvl="0" marL="0" rtl="0" algn="l">
              <a:lnSpc>
                <a:spcPct val="95000"/>
              </a:lnSpc>
              <a:spcBef>
                <a:spcPts val="0"/>
              </a:spcBef>
              <a:spcAft>
                <a:spcPts val="0"/>
              </a:spcAft>
              <a:buSzPts val="275"/>
              <a:buNone/>
            </a:pPr>
            <a:r>
              <a:t/>
            </a:r>
            <a:endParaRPr sz="1725"/>
          </a:p>
          <a:p>
            <a:pPr indent="0" lvl="0" marL="0" rtl="0" algn="l">
              <a:lnSpc>
                <a:spcPct val="95000"/>
              </a:lnSpc>
              <a:spcBef>
                <a:spcPts val="0"/>
              </a:spcBef>
              <a:spcAft>
                <a:spcPts val="0"/>
              </a:spcAft>
              <a:buSzPts val="275"/>
              <a:buNone/>
            </a:pPr>
            <a:r>
              <a:t/>
            </a:r>
            <a:endParaRPr sz="1725"/>
          </a:p>
          <a:p>
            <a:pPr indent="0" lvl="0" marL="0" rtl="0" algn="l">
              <a:lnSpc>
                <a:spcPct val="95000"/>
              </a:lnSpc>
              <a:spcBef>
                <a:spcPts val="0"/>
              </a:spcBef>
              <a:spcAft>
                <a:spcPts val="0"/>
              </a:spcAft>
              <a:buSzPts val="275"/>
              <a:buNone/>
            </a:pPr>
            <a:r>
              <a:t/>
            </a:r>
            <a:endParaRPr sz="1725"/>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4" name="Shape 714"/>
        <p:cNvGrpSpPr/>
        <p:nvPr/>
      </p:nvGrpSpPr>
      <p:grpSpPr>
        <a:xfrm>
          <a:off x="0" y="0"/>
          <a:ext cx="0" cy="0"/>
          <a:chOff x="0" y="0"/>
          <a:chExt cx="0" cy="0"/>
        </a:xfrm>
      </p:grpSpPr>
      <p:sp>
        <p:nvSpPr>
          <p:cNvPr id="715" name="Google Shape;715;p90"/>
          <p:cNvSpPr txBox="1"/>
          <p:nvPr>
            <p:ph type="title"/>
          </p:nvPr>
        </p:nvSpPr>
        <p:spPr>
          <a:xfrm>
            <a:off x="727650" y="53460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System Call wait()</a:t>
            </a:r>
            <a:endParaRPr/>
          </a:p>
        </p:txBody>
      </p:sp>
      <p:sp>
        <p:nvSpPr>
          <p:cNvPr id="716" name="Google Shape;716;p90"/>
          <p:cNvSpPr txBox="1"/>
          <p:nvPr>
            <p:ph idx="1" type="body"/>
          </p:nvPr>
        </p:nvSpPr>
        <p:spPr>
          <a:xfrm>
            <a:off x="727650" y="1357525"/>
            <a:ext cx="7688700" cy="3535200"/>
          </a:xfrm>
          <a:prstGeom prst="rect">
            <a:avLst/>
          </a:prstGeom>
        </p:spPr>
        <p:txBody>
          <a:bodyPr anchorCtr="0" anchor="t" bIns="91425" lIns="91425" spcFirstLastPara="1" rIns="91425" wrap="square" tIns="91425">
            <a:noAutofit/>
          </a:bodyPr>
          <a:lstStyle/>
          <a:p>
            <a:pPr indent="0" lvl="0" marL="0" rtl="0" algn="l">
              <a:lnSpc>
                <a:spcPct val="105000"/>
              </a:lnSpc>
              <a:spcBef>
                <a:spcPts val="0"/>
              </a:spcBef>
              <a:spcAft>
                <a:spcPts val="0"/>
              </a:spcAft>
              <a:buNone/>
            </a:pPr>
            <a:r>
              <a:rPr lang="en" sz="1900"/>
              <a:t>Esta system call se utiliza para </a:t>
            </a:r>
            <a:r>
              <a:rPr b="1" lang="en" sz="1900"/>
              <a:t>esperar un cambio de estado en un proceso hijo</a:t>
            </a:r>
            <a:r>
              <a:rPr lang="en" sz="1900"/>
              <a:t> del proceso que realiza la llamada, y obtener información sobre el proceso hijo cuyo estado ha cambiado.</a:t>
            </a:r>
            <a:endParaRPr sz="1900"/>
          </a:p>
          <a:p>
            <a:pPr indent="0" lvl="0" marL="0" rtl="0" algn="l">
              <a:lnSpc>
                <a:spcPct val="105000"/>
              </a:lnSpc>
              <a:spcBef>
                <a:spcPts val="0"/>
              </a:spcBef>
              <a:spcAft>
                <a:spcPts val="0"/>
              </a:spcAft>
              <a:buNone/>
            </a:pPr>
            <a:r>
              <a:t/>
            </a:r>
            <a:endParaRPr sz="1900"/>
          </a:p>
          <a:p>
            <a:pPr indent="0" lvl="0" marL="0" rtl="0" algn="l">
              <a:lnSpc>
                <a:spcPct val="105000"/>
              </a:lnSpc>
              <a:spcBef>
                <a:spcPts val="0"/>
              </a:spcBef>
              <a:spcAft>
                <a:spcPts val="0"/>
              </a:spcAft>
              <a:buNone/>
            </a:pPr>
            <a:r>
              <a:rPr lang="en" sz="1900"/>
              <a:t>Se considera que un cambio de estado es:</a:t>
            </a:r>
            <a:endParaRPr sz="1900"/>
          </a:p>
          <a:p>
            <a:pPr indent="-349250" lvl="0" marL="457200" rtl="0" algn="l">
              <a:lnSpc>
                <a:spcPct val="105000"/>
              </a:lnSpc>
              <a:spcBef>
                <a:spcPts val="0"/>
              </a:spcBef>
              <a:spcAft>
                <a:spcPts val="0"/>
              </a:spcAft>
              <a:buSzPts val="1900"/>
              <a:buChar char="●"/>
            </a:pPr>
            <a:r>
              <a:rPr lang="en" sz="1900"/>
              <a:t>El hijo termina su ejecución</a:t>
            </a:r>
            <a:endParaRPr sz="1900"/>
          </a:p>
          <a:p>
            <a:pPr indent="-349250" lvl="0" marL="457200" rtl="0" algn="l">
              <a:lnSpc>
                <a:spcPct val="105000"/>
              </a:lnSpc>
              <a:spcBef>
                <a:spcPts val="0"/>
              </a:spcBef>
              <a:spcAft>
                <a:spcPts val="0"/>
              </a:spcAft>
              <a:buSzPts val="1900"/>
              <a:buChar char="●"/>
            </a:pPr>
            <a:r>
              <a:rPr lang="en" sz="1900"/>
              <a:t>El fue parado tras recibir  un signal</a:t>
            </a:r>
            <a:endParaRPr sz="1900"/>
          </a:p>
          <a:p>
            <a:pPr indent="-349250" lvl="0" marL="457200" rtl="0" algn="l">
              <a:lnSpc>
                <a:spcPct val="105000"/>
              </a:lnSpc>
              <a:spcBef>
                <a:spcPts val="0"/>
              </a:spcBef>
              <a:spcAft>
                <a:spcPts val="0"/>
              </a:spcAft>
              <a:buSzPts val="1900"/>
              <a:buChar char="●"/>
            </a:pPr>
            <a:r>
              <a:rPr lang="en" sz="1900"/>
              <a:t>El hijo </a:t>
            </a:r>
            <a:r>
              <a:rPr lang="en" sz="1900"/>
              <a:t>continúa</a:t>
            </a:r>
            <a:r>
              <a:rPr lang="en" sz="1900"/>
              <a:t> su ejecución tras haber recibido un signal</a:t>
            </a:r>
            <a:endParaRPr sz="1900"/>
          </a:p>
          <a:p>
            <a:pPr indent="0" lvl="0" marL="0" rtl="0" algn="l">
              <a:lnSpc>
                <a:spcPct val="105000"/>
              </a:lnSpc>
              <a:spcBef>
                <a:spcPts val="0"/>
              </a:spcBef>
              <a:spcAft>
                <a:spcPts val="0"/>
              </a:spcAft>
              <a:buNone/>
            </a:pPr>
            <a:r>
              <a:t/>
            </a:r>
            <a:endParaRPr sz="1900"/>
          </a:p>
          <a:p>
            <a:pPr indent="0" lvl="0" marL="0" rtl="0" algn="l">
              <a:lnSpc>
                <a:spcPct val="105000"/>
              </a:lnSpc>
              <a:spcBef>
                <a:spcPts val="0"/>
              </a:spcBef>
              <a:spcAft>
                <a:spcPts val="0"/>
              </a:spcAft>
              <a:buNone/>
            </a:pPr>
            <a:r>
              <a:t/>
            </a:r>
            <a:endParaRPr sz="1900"/>
          </a:p>
        </p:txBody>
      </p:sp>
      <p:pic>
        <p:nvPicPr>
          <p:cNvPr id="717" name="Google Shape;717;p90"/>
          <p:cNvPicPr preferRelativeResize="0"/>
          <p:nvPr/>
        </p:nvPicPr>
        <p:blipFill>
          <a:blip r:embed="rId3">
            <a:alphaModFix/>
          </a:blip>
          <a:stretch>
            <a:fillRect/>
          </a:stretch>
        </p:blipFill>
        <p:spPr>
          <a:xfrm>
            <a:off x="7813650" y="77178"/>
            <a:ext cx="1193375" cy="1193375"/>
          </a:xfrm>
          <a:prstGeom prst="rect">
            <a:avLst/>
          </a:prstGeom>
          <a:noFill/>
          <a:ln>
            <a:noFill/>
          </a:ln>
        </p:spPr>
      </p:pic>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1" name="Shape 721"/>
        <p:cNvGrpSpPr/>
        <p:nvPr/>
      </p:nvGrpSpPr>
      <p:grpSpPr>
        <a:xfrm>
          <a:off x="0" y="0"/>
          <a:ext cx="0" cy="0"/>
          <a:chOff x="0" y="0"/>
          <a:chExt cx="0" cy="0"/>
        </a:xfrm>
      </p:grpSpPr>
      <p:sp>
        <p:nvSpPr>
          <p:cNvPr id="722" name="Google Shape;722;p91"/>
          <p:cNvSpPr txBox="1"/>
          <p:nvPr>
            <p:ph type="title"/>
          </p:nvPr>
        </p:nvSpPr>
        <p:spPr>
          <a:xfrm>
            <a:off x="727650" y="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System Call wait()</a:t>
            </a:r>
            <a:endParaRPr/>
          </a:p>
        </p:txBody>
      </p:sp>
      <p:sp>
        <p:nvSpPr>
          <p:cNvPr id="723" name="Google Shape;723;p91"/>
          <p:cNvSpPr txBox="1"/>
          <p:nvPr>
            <p:ph idx="1" type="body"/>
          </p:nvPr>
        </p:nvSpPr>
        <p:spPr>
          <a:xfrm>
            <a:off x="727650" y="1357525"/>
            <a:ext cx="7688700" cy="3535200"/>
          </a:xfrm>
          <a:prstGeom prst="rect">
            <a:avLst/>
          </a:prstGeom>
        </p:spPr>
        <p:txBody>
          <a:bodyPr anchorCtr="0" anchor="t" bIns="91425" lIns="91425" spcFirstLastPara="1" rIns="91425" wrap="square" tIns="91425">
            <a:noAutofit/>
          </a:bodyPr>
          <a:lstStyle/>
          <a:p>
            <a:pPr indent="0" lvl="0" marL="0" rtl="0" algn="l">
              <a:lnSpc>
                <a:spcPct val="105000"/>
              </a:lnSpc>
              <a:spcBef>
                <a:spcPts val="0"/>
              </a:spcBef>
              <a:spcAft>
                <a:spcPts val="0"/>
              </a:spcAft>
              <a:buNone/>
            </a:pPr>
            <a:r>
              <a:rPr b="1" lang="en" sz="1900"/>
              <a:t>#include &lt;sys/wait.h&gt;</a:t>
            </a:r>
            <a:endParaRPr b="1" sz="1900"/>
          </a:p>
          <a:p>
            <a:pPr indent="0" lvl="0" marL="0" rtl="0" algn="l">
              <a:lnSpc>
                <a:spcPct val="105000"/>
              </a:lnSpc>
              <a:spcBef>
                <a:spcPts val="0"/>
              </a:spcBef>
              <a:spcAft>
                <a:spcPts val="0"/>
              </a:spcAft>
              <a:buNone/>
            </a:pPr>
            <a:r>
              <a:rPr b="1" lang="en" sz="1900"/>
              <a:t>pid_t wait(int *_Nullable wstatus);</a:t>
            </a:r>
            <a:endParaRPr b="1" sz="1900"/>
          </a:p>
          <a:p>
            <a:pPr indent="0" lvl="0" marL="0" rtl="0" algn="l">
              <a:lnSpc>
                <a:spcPct val="105000"/>
              </a:lnSpc>
              <a:spcBef>
                <a:spcPts val="0"/>
              </a:spcBef>
              <a:spcAft>
                <a:spcPts val="0"/>
              </a:spcAft>
              <a:buNone/>
            </a:pPr>
            <a:r>
              <a:t/>
            </a:r>
            <a:endParaRPr sz="1900"/>
          </a:p>
          <a:p>
            <a:pPr indent="0" lvl="0" marL="0" rtl="0" algn="l">
              <a:lnSpc>
                <a:spcPct val="105000"/>
              </a:lnSpc>
              <a:spcBef>
                <a:spcPts val="0"/>
              </a:spcBef>
              <a:spcAft>
                <a:spcPts val="0"/>
              </a:spcAft>
              <a:buNone/>
            </a:pPr>
            <a:r>
              <a:rPr lang="en" sz="1900"/>
              <a:t>wait() retorna el pid del proceso que </a:t>
            </a:r>
            <a:r>
              <a:rPr lang="en" sz="1900"/>
              <a:t>sufrió</a:t>
            </a:r>
            <a:r>
              <a:rPr lang="en" sz="1900"/>
              <a:t> el cambio de estado. Y copia el estado de salida del proceso en </a:t>
            </a:r>
            <a:r>
              <a:rPr lang="en" sz="1900"/>
              <a:t>cuestión en la dirección </a:t>
            </a:r>
            <a:r>
              <a:rPr lang="en" sz="1900"/>
              <a:t>wstatus. </a:t>
            </a:r>
            <a:endParaRPr sz="1900"/>
          </a:p>
          <a:p>
            <a:pPr indent="0" lvl="0" marL="0" rtl="0" algn="l">
              <a:lnSpc>
                <a:spcPct val="105000"/>
              </a:lnSpc>
              <a:spcBef>
                <a:spcPts val="0"/>
              </a:spcBef>
              <a:spcAft>
                <a:spcPts val="0"/>
              </a:spcAft>
              <a:buNone/>
            </a:pPr>
            <a:r>
              <a:t/>
            </a:r>
            <a:endParaRPr sz="1900"/>
          </a:p>
          <a:p>
            <a:pPr indent="0" lvl="0" marL="0" rtl="0" algn="l">
              <a:lnSpc>
                <a:spcPct val="105000"/>
              </a:lnSpc>
              <a:spcBef>
                <a:spcPts val="0"/>
              </a:spcBef>
              <a:spcAft>
                <a:spcPts val="0"/>
              </a:spcAft>
              <a:buNone/>
            </a:pPr>
            <a:r>
              <a:rPr lang="en" sz="1900"/>
              <a:t>Si no se desea info del estado se le pasa la direccion 0.</a:t>
            </a:r>
            <a:endParaRPr sz="1900"/>
          </a:p>
          <a:p>
            <a:pPr indent="0" lvl="0" marL="0" rtl="0" algn="l">
              <a:lnSpc>
                <a:spcPct val="105000"/>
              </a:lnSpc>
              <a:spcBef>
                <a:spcPts val="0"/>
              </a:spcBef>
              <a:spcAft>
                <a:spcPts val="0"/>
              </a:spcAft>
              <a:buNone/>
            </a:pPr>
            <a:r>
              <a:t/>
            </a:r>
            <a:endParaRPr sz="1900"/>
          </a:p>
          <a:p>
            <a:pPr indent="0" lvl="0" marL="0" rtl="0" algn="l">
              <a:lnSpc>
                <a:spcPct val="105000"/>
              </a:lnSpc>
              <a:spcBef>
                <a:spcPts val="0"/>
              </a:spcBef>
              <a:spcAft>
                <a:spcPts val="0"/>
              </a:spcAft>
              <a:buNone/>
            </a:pPr>
            <a:r>
              <a:t/>
            </a:r>
            <a:endParaRPr sz="1900"/>
          </a:p>
          <a:p>
            <a:pPr indent="0" lvl="0" marL="0" rtl="0" algn="l">
              <a:lnSpc>
                <a:spcPct val="105000"/>
              </a:lnSpc>
              <a:spcBef>
                <a:spcPts val="0"/>
              </a:spcBef>
              <a:spcAft>
                <a:spcPts val="0"/>
              </a:spcAft>
              <a:buNone/>
            </a:pPr>
            <a:r>
              <a:t/>
            </a:r>
            <a:endParaRPr sz="1900"/>
          </a:p>
        </p:txBody>
      </p:sp>
      <p:pic>
        <p:nvPicPr>
          <p:cNvPr id="724" name="Google Shape;724;p91"/>
          <p:cNvPicPr preferRelativeResize="0"/>
          <p:nvPr/>
        </p:nvPicPr>
        <p:blipFill>
          <a:blip r:embed="rId3">
            <a:alphaModFix/>
          </a:blip>
          <a:stretch>
            <a:fillRect/>
          </a:stretch>
        </p:blipFill>
        <p:spPr>
          <a:xfrm>
            <a:off x="7813650" y="77178"/>
            <a:ext cx="1193375" cy="1193375"/>
          </a:xfrm>
          <a:prstGeom prst="rect">
            <a:avLst/>
          </a:prstGeom>
          <a:noFill/>
          <a:ln>
            <a:noFill/>
          </a:ln>
        </p:spPr>
      </p:pic>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8" name="Shape 728"/>
        <p:cNvGrpSpPr/>
        <p:nvPr/>
      </p:nvGrpSpPr>
      <p:grpSpPr>
        <a:xfrm>
          <a:off x="0" y="0"/>
          <a:ext cx="0" cy="0"/>
          <a:chOff x="0" y="0"/>
          <a:chExt cx="0" cy="0"/>
        </a:xfrm>
      </p:grpSpPr>
      <p:sp>
        <p:nvSpPr>
          <p:cNvPr id="729" name="Google Shape;729;p92"/>
          <p:cNvSpPr txBox="1"/>
          <p:nvPr>
            <p:ph type="title"/>
          </p:nvPr>
        </p:nvSpPr>
        <p:spPr>
          <a:xfrm>
            <a:off x="727650" y="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System Call wait()</a:t>
            </a:r>
            <a:endParaRPr/>
          </a:p>
        </p:txBody>
      </p:sp>
      <p:sp>
        <p:nvSpPr>
          <p:cNvPr id="730" name="Google Shape;730;p92"/>
          <p:cNvSpPr txBox="1"/>
          <p:nvPr>
            <p:ph idx="1" type="body"/>
          </p:nvPr>
        </p:nvSpPr>
        <p:spPr>
          <a:xfrm>
            <a:off x="727650" y="1357525"/>
            <a:ext cx="7688700" cy="3535200"/>
          </a:xfrm>
          <a:prstGeom prst="rect">
            <a:avLst/>
          </a:prstGeom>
        </p:spPr>
        <p:txBody>
          <a:bodyPr anchorCtr="0" anchor="t" bIns="91425" lIns="91425" spcFirstLastPara="1" rIns="91425" wrap="square" tIns="91425">
            <a:noAutofit/>
          </a:bodyPr>
          <a:lstStyle/>
          <a:p>
            <a:pPr indent="0" lvl="0" marL="0" rtl="0" algn="l">
              <a:lnSpc>
                <a:spcPct val="105000"/>
              </a:lnSpc>
              <a:spcBef>
                <a:spcPts val="0"/>
              </a:spcBef>
              <a:spcAft>
                <a:spcPts val="0"/>
              </a:spcAft>
              <a:buNone/>
            </a:pPr>
            <a:r>
              <a:rPr b="1" lang="en" sz="1900"/>
              <a:t>#include &lt;sys/wait.h&gt;</a:t>
            </a:r>
            <a:endParaRPr b="1" sz="1900"/>
          </a:p>
          <a:p>
            <a:pPr indent="0" lvl="0" marL="0" rtl="0" algn="l">
              <a:lnSpc>
                <a:spcPct val="105000"/>
              </a:lnSpc>
              <a:spcBef>
                <a:spcPts val="0"/>
              </a:spcBef>
              <a:spcAft>
                <a:spcPts val="0"/>
              </a:spcAft>
              <a:buNone/>
            </a:pPr>
            <a:r>
              <a:rPr b="1" lang="en" sz="1900"/>
              <a:t>pid_t wait(int *_Nullable wstatus);</a:t>
            </a:r>
            <a:endParaRPr b="1" sz="1900"/>
          </a:p>
          <a:p>
            <a:pPr indent="0" lvl="0" marL="0" rtl="0" algn="l">
              <a:lnSpc>
                <a:spcPct val="105000"/>
              </a:lnSpc>
              <a:spcBef>
                <a:spcPts val="0"/>
              </a:spcBef>
              <a:spcAft>
                <a:spcPts val="0"/>
              </a:spcAft>
              <a:buNone/>
            </a:pPr>
            <a:r>
              <a:t/>
            </a:r>
            <a:endParaRPr sz="1900"/>
          </a:p>
          <a:p>
            <a:pPr indent="0" lvl="0" marL="0" rtl="0" algn="l">
              <a:lnSpc>
                <a:spcPct val="105000"/>
              </a:lnSpc>
              <a:spcBef>
                <a:spcPts val="0"/>
              </a:spcBef>
              <a:spcAft>
                <a:spcPts val="0"/>
              </a:spcAft>
              <a:buNone/>
            </a:pPr>
            <a:r>
              <a:rPr lang="en" sz="1900"/>
              <a:t>wait() retorna el pid del proceso que sufrió el cambio de estado. Y copia el estado de salida del proceso en cuestión en la dirección wstatus. </a:t>
            </a:r>
            <a:endParaRPr sz="1900"/>
          </a:p>
          <a:p>
            <a:pPr indent="0" lvl="0" marL="0" rtl="0" algn="l">
              <a:lnSpc>
                <a:spcPct val="105000"/>
              </a:lnSpc>
              <a:spcBef>
                <a:spcPts val="0"/>
              </a:spcBef>
              <a:spcAft>
                <a:spcPts val="0"/>
              </a:spcAft>
              <a:buNone/>
            </a:pPr>
            <a:r>
              <a:t/>
            </a:r>
            <a:endParaRPr sz="1900"/>
          </a:p>
          <a:p>
            <a:pPr indent="0" lvl="0" marL="0" rtl="0" algn="l">
              <a:lnSpc>
                <a:spcPct val="105000"/>
              </a:lnSpc>
              <a:spcBef>
                <a:spcPts val="0"/>
              </a:spcBef>
              <a:spcAft>
                <a:spcPts val="0"/>
              </a:spcAft>
              <a:buNone/>
            </a:pPr>
            <a:r>
              <a:rPr lang="en" sz="1900"/>
              <a:t>Si no se desea info del estado se le pasa la direccion 0.</a:t>
            </a:r>
            <a:endParaRPr sz="1900"/>
          </a:p>
          <a:p>
            <a:pPr indent="0" lvl="0" marL="0" rtl="0" algn="l">
              <a:lnSpc>
                <a:spcPct val="105000"/>
              </a:lnSpc>
              <a:spcBef>
                <a:spcPts val="0"/>
              </a:spcBef>
              <a:spcAft>
                <a:spcPts val="0"/>
              </a:spcAft>
              <a:buNone/>
            </a:pPr>
            <a:r>
              <a:t/>
            </a:r>
            <a:endParaRPr sz="1900"/>
          </a:p>
          <a:p>
            <a:pPr indent="0" lvl="0" marL="0" rtl="0" algn="l">
              <a:lnSpc>
                <a:spcPct val="105000"/>
              </a:lnSpc>
              <a:spcBef>
                <a:spcPts val="0"/>
              </a:spcBef>
              <a:spcAft>
                <a:spcPts val="0"/>
              </a:spcAft>
              <a:buNone/>
            </a:pPr>
            <a:r>
              <a:rPr lang="en" sz="1900"/>
              <a:t>Esta llamada es bloqueante</a:t>
            </a:r>
            <a:endParaRPr sz="1900"/>
          </a:p>
          <a:p>
            <a:pPr indent="0" lvl="0" marL="0" rtl="0" algn="l">
              <a:lnSpc>
                <a:spcPct val="105000"/>
              </a:lnSpc>
              <a:spcBef>
                <a:spcPts val="0"/>
              </a:spcBef>
              <a:spcAft>
                <a:spcPts val="0"/>
              </a:spcAft>
              <a:buNone/>
            </a:pPr>
            <a:r>
              <a:t/>
            </a:r>
            <a:endParaRPr sz="1900"/>
          </a:p>
          <a:p>
            <a:pPr indent="0" lvl="0" marL="0" rtl="0" algn="l">
              <a:lnSpc>
                <a:spcPct val="105000"/>
              </a:lnSpc>
              <a:spcBef>
                <a:spcPts val="0"/>
              </a:spcBef>
              <a:spcAft>
                <a:spcPts val="0"/>
              </a:spcAft>
              <a:buNone/>
            </a:pPr>
            <a:r>
              <a:t/>
            </a:r>
            <a:endParaRPr sz="1900"/>
          </a:p>
          <a:p>
            <a:pPr indent="0" lvl="0" marL="0" rtl="0" algn="l">
              <a:lnSpc>
                <a:spcPct val="105000"/>
              </a:lnSpc>
              <a:spcBef>
                <a:spcPts val="0"/>
              </a:spcBef>
              <a:spcAft>
                <a:spcPts val="0"/>
              </a:spcAft>
              <a:buNone/>
            </a:pPr>
            <a:r>
              <a:t/>
            </a:r>
            <a:endParaRPr sz="1900"/>
          </a:p>
        </p:txBody>
      </p:sp>
      <p:pic>
        <p:nvPicPr>
          <p:cNvPr id="731" name="Google Shape;731;p92"/>
          <p:cNvPicPr preferRelativeResize="0"/>
          <p:nvPr/>
        </p:nvPicPr>
        <p:blipFill>
          <a:blip r:embed="rId3">
            <a:alphaModFix/>
          </a:blip>
          <a:stretch>
            <a:fillRect/>
          </a:stretch>
        </p:blipFill>
        <p:spPr>
          <a:xfrm>
            <a:off x="7813650" y="77178"/>
            <a:ext cx="1193375" cy="1193375"/>
          </a:xfrm>
          <a:prstGeom prst="rect">
            <a:avLst/>
          </a:prstGeom>
          <a:noFill/>
          <a:ln>
            <a:noFill/>
          </a:ln>
        </p:spPr>
      </p:pic>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5" name="Shape 735"/>
        <p:cNvGrpSpPr/>
        <p:nvPr/>
      </p:nvGrpSpPr>
      <p:grpSpPr>
        <a:xfrm>
          <a:off x="0" y="0"/>
          <a:ext cx="0" cy="0"/>
          <a:chOff x="0" y="0"/>
          <a:chExt cx="0" cy="0"/>
        </a:xfrm>
      </p:grpSpPr>
      <p:sp>
        <p:nvSpPr>
          <p:cNvPr id="736" name="Google Shape;736;p93"/>
          <p:cNvSpPr txBox="1"/>
          <p:nvPr>
            <p:ph type="title"/>
          </p:nvPr>
        </p:nvSpPr>
        <p:spPr>
          <a:xfrm>
            <a:off x="727650" y="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System Call wait()</a:t>
            </a:r>
            <a:endParaRPr/>
          </a:p>
        </p:txBody>
      </p:sp>
      <p:sp>
        <p:nvSpPr>
          <p:cNvPr id="737" name="Google Shape;737;p93"/>
          <p:cNvSpPr txBox="1"/>
          <p:nvPr>
            <p:ph idx="1" type="body"/>
          </p:nvPr>
        </p:nvSpPr>
        <p:spPr>
          <a:xfrm>
            <a:off x="727650" y="688375"/>
            <a:ext cx="7688700" cy="4204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rgbClr val="000000"/>
                </a:solidFill>
                <a:highlight>
                  <a:srgbClr val="FFFFFF"/>
                </a:highlight>
                <a:latin typeface="Consolas"/>
                <a:ea typeface="Consolas"/>
                <a:cs typeface="Consolas"/>
                <a:sym typeface="Consolas"/>
              </a:rPr>
              <a:t>int</a:t>
            </a:r>
            <a:r>
              <a:rPr lang="en" sz="1800">
                <a:solidFill>
                  <a:srgbClr val="000000"/>
                </a:solidFill>
                <a:highlight>
                  <a:srgbClr val="FFFFFF"/>
                </a:highlight>
                <a:latin typeface="Consolas"/>
                <a:ea typeface="Consolas"/>
                <a:cs typeface="Consolas"/>
                <a:sym typeface="Consolas"/>
              </a:rPr>
              <a:t> pid = </a:t>
            </a:r>
            <a:r>
              <a:rPr b="1" lang="en" sz="1800">
                <a:solidFill>
                  <a:srgbClr val="000000"/>
                </a:solidFill>
                <a:highlight>
                  <a:srgbClr val="FFFFFF"/>
                </a:highlight>
                <a:latin typeface="Consolas"/>
                <a:ea typeface="Consolas"/>
                <a:cs typeface="Consolas"/>
                <a:sym typeface="Consolas"/>
              </a:rPr>
              <a:t>fork</a:t>
            </a:r>
            <a:r>
              <a:rPr lang="en" sz="1800">
                <a:solidFill>
                  <a:srgbClr val="000000"/>
                </a:solidFill>
                <a:highlight>
                  <a:srgbClr val="FFFFFF"/>
                </a:highlight>
                <a:latin typeface="Consolas"/>
                <a:ea typeface="Consolas"/>
                <a:cs typeface="Consolas"/>
                <a:sym typeface="Consolas"/>
              </a:rPr>
              <a:t>();</a:t>
            </a:r>
            <a:br>
              <a:rPr lang="en" sz="1800">
                <a:solidFill>
                  <a:srgbClr val="000000"/>
                </a:solidFill>
                <a:highlight>
                  <a:srgbClr val="FFFFFF"/>
                </a:highlight>
                <a:latin typeface="Consolas"/>
                <a:ea typeface="Consolas"/>
                <a:cs typeface="Consolas"/>
                <a:sym typeface="Consolas"/>
              </a:rPr>
            </a:br>
            <a:r>
              <a:rPr lang="en" sz="1800">
                <a:solidFill>
                  <a:srgbClr val="000000"/>
                </a:solidFill>
                <a:highlight>
                  <a:srgbClr val="FFFFFF"/>
                </a:highlight>
                <a:latin typeface="Consolas"/>
                <a:ea typeface="Consolas"/>
                <a:cs typeface="Consolas"/>
                <a:sym typeface="Consolas"/>
              </a:rPr>
              <a:t> </a:t>
            </a:r>
            <a:r>
              <a:rPr b="1" lang="en" sz="1800">
                <a:solidFill>
                  <a:srgbClr val="000000"/>
                </a:solidFill>
                <a:highlight>
                  <a:srgbClr val="FFFFFF"/>
                </a:highlight>
                <a:latin typeface="Consolas"/>
                <a:ea typeface="Consolas"/>
                <a:cs typeface="Consolas"/>
                <a:sym typeface="Consolas"/>
              </a:rPr>
              <a:t>if</a:t>
            </a:r>
            <a:r>
              <a:rPr lang="en" sz="1800">
                <a:solidFill>
                  <a:srgbClr val="000000"/>
                </a:solidFill>
                <a:highlight>
                  <a:srgbClr val="FFFFFF"/>
                </a:highlight>
                <a:latin typeface="Consolas"/>
                <a:ea typeface="Consolas"/>
                <a:cs typeface="Consolas"/>
                <a:sym typeface="Consolas"/>
              </a:rPr>
              <a:t>(pid == 0){</a:t>
            </a:r>
            <a:br>
              <a:rPr lang="en" sz="1800">
                <a:solidFill>
                  <a:srgbClr val="000000"/>
                </a:solidFill>
                <a:highlight>
                  <a:srgbClr val="FFFFFF"/>
                </a:highlight>
                <a:latin typeface="Consolas"/>
                <a:ea typeface="Consolas"/>
                <a:cs typeface="Consolas"/>
                <a:sym typeface="Consolas"/>
              </a:rPr>
            </a:br>
            <a:r>
              <a:rPr lang="en" sz="1800">
                <a:solidFill>
                  <a:srgbClr val="000000"/>
                </a:solidFill>
                <a:highlight>
                  <a:srgbClr val="FFFFFF"/>
                </a:highlight>
                <a:latin typeface="Consolas"/>
                <a:ea typeface="Consolas"/>
                <a:cs typeface="Consolas"/>
                <a:sym typeface="Consolas"/>
              </a:rPr>
              <a:t>	</a:t>
            </a:r>
            <a:r>
              <a:rPr b="1" lang="en" sz="1800">
                <a:solidFill>
                  <a:srgbClr val="000000"/>
                </a:solidFill>
                <a:highlight>
                  <a:srgbClr val="FFFFFF"/>
                </a:highlight>
                <a:latin typeface="Consolas"/>
                <a:ea typeface="Consolas"/>
                <a:cs typeface="Consolas"/>
                <a:sym typeface="Consolas"/>
              </a:rPr>
              <a:t>printf</a:t>
            </a:r>
            <a:r>
              <a:rPr lang="en" sz="1800">
                <a:solidFill>
                  <a:srgbClr val="000000"/>
                </a:solidFill>
                <a:highlight>
                  <a:srgbClr val="FFFFFF"/>
                </a:highlight>
                <a:latin typeface="Consolas"/>
                <a:ea typeface="Consolas"/>
                <a:cs typeface="Consolas"/>
                <a:sym typeface="Consolas"/>
              </a:rPr>
              <a:t>(</a:t>
            </a:r>
            <a:r>
              <a:rPr lang="en" sz="1800">
                <a:solidFill>
                  <a:srgbClr val="888888"/>
                </a:solidFill>
                <a:highlight>
                  <a:srgbClr val="FFFFFF"/>
                </a:highlight>
                <a:latin typeface="Consolas"/>
                <a:ea typeface="Consolas"/>
                <a:cs typeface="Consolas"/>
                <a:sym typeface="Consolas"/>
              </a:rPr>
              <a:t>"child: exiting\n"</a:t>
            </a:r>
            <a:r>
              <a:rPr lang="en" sz="1800">
                <a:solidFill>
                  <a:srgbClr val="000000"/>
                </a:solidFill>
                <a:highlight>
                  <a:srgbClr val="FFFFFF"/>
                </a:highlight>
                <a:latin typeface="Consolas"/>
                <a:ea typeface="Consolas"/>
                <a:cs typeface="Consolas"/>
                <a:sym typeface="Consolas"/>
              </a:rPr>
              <a:t>);</a:t>
            </a:r>
            <a:br>
              <a:rPr lang="en" sz="1800">
                <a:solidFill>
                  <a:srgbClr val="000000"/>
                </a:solidFill>
                <a:highlight>
                  <a:srgbClr val="FFFFFF"/>
                </a:highlight>
                <a:latin typeface="Consolas"/>
                <a:ea typeface="Consolas"/>
                <a:cs typeface="Consolas"/>
                <a:sym typeface="Consolas"/>
              </a:rPr>
            </a:br>
            <a:r>
              <a:rPr lang="en" sz="1800">
                <a:solidFill>
                  <a:srgbClr val="000000"/>
                </a:solidFill>
                <a:highlight>
                  <a:srgbClr val="FFFFFF"/>
                </a:highlight>
                <a:latin typeface="Consolas"/>
                <a:ea typeface="Consolas"/>
                <a:cs typeface="Consolas"/>
                <a:sym typeface="Consolas"/>
              </a:rPr>
              <a:t>	</a:t>
            </a:r>
            <a:r>
              <a:rPr b="1" lang="en" sz="1800">
                <a:solidFill>
                  <a:srgbClr val="000000"/>
                </a:solidFill>
                <a:highlight>
                  <a:srgbClr val="FFFFFF"/>
                </a:highlight>
                <a:latin typeface="Consolas"/>
                <a:ea typeface="Consolas"/>
                <a:cs typeface="Consolas"/>
                <a:sym typeface="Consolas"/>
              </a:rPr>
              <a:t>exit</a:t>
            </a:r>
            <a:r>
              <a:rPr lang="en" sz="1800">
                <a:solidFill>
                  <a:srgbClr val="000000"/>
                </a:solidFill>
                <a:highlight>
                  <a:srgbClr val="FFFFFF"/>
                </a:highlight>
                <a:latin typeface="Consolas"/>
                <a:ea typeface="Consolas"/>
                <a:cs typeface="Consolas"/>
                <a:sym typeface="Consolas"/>
              </a:rPr>
              <a:t>(0);</a:t>
            </a:r>
            <a:br>
              <a:rPr lang="en" sz="1800">
                <a:solidFill>
                  <a:srgbClr val="000000"/>
                </a:solidFill>
                <a:highlight>
                  <a:srgbClr val="FFFFFF"/>
                </a:highlight>
                <a:latin typeface="Consolas"/>
                <a:ea typeface="Consolas"/>
                <a:cs typeface="Consolas"/>
                <a:sym typeface="Consolas"/>
              </a:rPr>
            </a:br>
            <a:r>
              <a:rPr lang="en" sz="1800">
                <a:solidFill>
                  <a:srgbClr val="000000"/>
                </a:solidFill>
                <a:highlight>
                  <a:srgbClr val="FFFFFF"/>
                </a:highlight>
                <a:latin typeface="Consolas"/>
                <a:ea typeface="Consolas"/>
                <a:cs typeface="Consolas"/>
                <a:sym typeface="Consolas"/>
              </a:rPr>
              <a:t> } </a:t>
            </a:r>
            <a:r>
              <a:rPr b="1" lang="en" sz="1800">
                <a:solidFill>
                  <a:srgbClr val="000000"/>
                </a:solidFill>
                <a:highlight>
                  <a:srgbClr val="FFFFFF"/>
                </a:highlight>
                <a:latin typeface="Consolas"/>
                <a:ea typeface="Consolas"/>
                <a:cs typeface="Consolas"/>
                <a:sym typeface="Consolas"/>
              </a:rPr>
              <a:t>else</a:t>
            </a:r>
            <a:r>
              <a:rPr b="1" lang="en" sz="1800">
                <a:solidFill>
                  <a:srgbClr val="000000"/>
                </a:solidFill>
                <a:highlight>
                  <a:srgbClr val="FFFFFF"/>
                </a:highlight>
                <a:latin typeface="Consolas"/>
                <a:ea typeface="Consolas"/>
                <a:cs typeface="Consolas"/>
                <a:sym typeface="Consolas"/>
              </a:rPr>
              <a:t>if</a:t>
            </a:r>
            <a:r>
              <a:rPr lang="en" sz="1800">
                <a:solidFill>
                  <a:srgbClr val="000000"/>
                </a:solidFill>
                <a:highlight>
                  <a:srgbClr val="FFFFFF"/>
                </a:highlight>
                <a:latin typeface="Consolas"/>
                <a:ea typeface="Consolas"/>
                <a:cs typeface="Consolas"/>
                <a:sym typeface="Consolas"/>
              </a:rPr>
              <a:t>(pid &gt; 0){</a:t>
            </a:r>
            <a:br>
              <a:rPr lang="en" sz="1800">
                <a:solidFill>
                  <a:srgbClr val="000000"/>
                </a:solidFill>
                <a:highlight>
                  <a:srgbClr val="FFFFFF"/>
                </a:highlight>
                <a:latin typeface="Consolas"/>
                <a:ea typeface="Consolas"/>
                <a:cs typeface="Consolas"/>
                <a:sym typeface="Consolas"/>
              </a:rPr>
            </a:br>
            <a:r>
              <a:rPr lang="en" sz="1800">
                <a:solidFill>
                  <a:srgbClr val="000000"/>
                </a:solidFill>
                <a:highlight>
                  <a:srgbClr val="FFFFFF"/>
                </a:highlight>
                <a:latin typeface="Consolas"/>
                <a:ea typeface="Consolas"/>
                <a:cs typeface="Consolas"/>
                <a:sym typeface="Consolas"/>
              </a:rPr>
              <a:t>	</a:t>
            </a:r>
            <a:r>
              <a:rPr b="1" lang="en" sz="1800">
                <a:solidFill>
                  <a:srgbClr val="000000"/>
                </a:solidFill>
                <a:highlight>
                  <a:srgbClr val="FFFFFF"/>
                </a:highlight>
                <a:latin typeface="Consolas"/>
                <a:ea typeface="Consolas"/>
                <a:cs typeface="Consolas"/>
                <a:sym typeface="Consolas"/>
              </a:rPr>
              <a:t>printf</a:t>
            </a:r>
            <a:r>
              <a:rPr lang="en" sz="1800">
                <a:solidFill>
                  <a:srgbClr val="000000"/>
                </a:solidFill>
                <a:highlight>
                  <a:srgbClr val="FFFFFF"/>
                </a:highlight>
                <a:latin typeface="Consolas"/>
                <a:ea typeface="Consolas"/>
                <a:cs typeface="Consolas"/>
                <a:sym typeface="Consolas"/>
              </a:rPr>
              <a:t>(</a:t>
            </a:r>
            <a:r>
              <a:rPr lang="en" sz="1800">
                <a:solidFill>
                  <a:srgbClr val="888888"/>
                </a:solidFill>
                <a:highlight>
                  <a:srgbClr val="FFFFFF"/>
                </a:highlight>
                <a:latin typeface="Consolas"/>
                <a:ea typeface="Consolas"/>
                <a:cs typeface="Consolas"/>
                <a:sym typeface="Consolas"/>
              </a:rPr>
              <a:t>"parent: child=%d\n"</a:t>
            </a:r>
            <a:r>
              <a:rPr lang="en" sz="1800">
                <a:solidFill>
                  <a:srgbClr val="000000"/>
                </a:solidFill>
                <a:highlight>
                  <a:srgbClr val="FFFFFF"/>
                </a:highlight>
                <a:latin typeface="Consolas"/>
                <a:ea typeface="Consolas"/>
                <a:cs typeface="Consolas"/>
                <a:sym typeface="Consolas"/>
              </a:rPr>
              <a:t>, pid);</a:t>
            </a:r>
            <a:br>
              <a:rPr lang="en" sz="1800">
                <a:solidFill>
                  <a:srgbClr val="000000"/>
                </a:solidFill>
                <a:highlight>
                  <a:srgbClr val="FFFFFF"/>
                </a:highlight>
                <a:latin typeface="Consolas"/>
                <a:ea typeface="Consolas"/>
                <a:cs typeface="Consolas"/>
                <a:sym typeface="Consolas"/>
              </a:rPr>
            </a:br>
            <a:r>
              <a:rPr lang="en" sz="1800">
                <a:solidFill>
                  <a:srgbClr val="000000"/>
                </a:solidFill>
                <a:highlight>
                  <a:srgbClr val="FFFFFF"/>
                </a:highlight>
                <a:latin typeface="Consolas"/>
                <a:ea typeface="Consolas"/>
                <a:cs typeface="Consolas"/>
                <a:sym typeface="Consolas"/>
              </a:rPr>
              <a:t>	pid = </a:t>
            </a:r>
            <a:r>
              <a:rPr b="1" lang="en" sz="1800">
                <a:solidFill>
                  <a:srgbClr val="000000"/>
                </a:solidFill>
                <a:highlight>
                  <a:srgbClr val="FFFFFF"/>
                </a:highlight>
                <a:latin typeface="Consolas"/>
                <a:ea typeface="Consolas"/>
                <a:cs typeface="Consolas"/>
                <a:sym typeface="Consolas"/>
              </a:rPr>
              <a:t>wait</a:t>
            </a:r>
            <a:r>
              <a:rPr lang="en" sz="1800">
                <a:solidFill>
                  <a:srgbClr val="000000"/>
                </a:solidFill>
                <a:highlight>
                  <a:srgbClr val="FFFFFF"/>
                </a:highlight>
                <a:latin typeface="Consolas"/>
                <a:ea typeface="Consolas"/>
                <a:cs typeface="Consolas"/>
                <a:sym typeface="Consolas"/>
              </a:rPr>
              <a:t>((</a:t>
            </a:r>
            <a:r>
              <a:rPr b="1" lang="en" sz="1800">
                <a:solidFill>
                  <a:srgbClr val="000000"/>
                </a:solidFill>
                <a:highlight>
                  <a:srgbClr val="FFFFFF"/>
                </a:highlight>
                <a:latin typeface="Consolas"/>
                <a:ea typeface="Consolas"/>
                <a:cs typeface="Consolas"/>
                <a:sym typeface="Consolas"/>
              </a:rPr>
              <a:t>int</a:t>
            </a:r>
            <a:r>
              <a:rPr lang="en" sz="1800">
                <a:solidFill>
                  <a:srgbClr val="000000"/>
                </a:solidFill>
                <a:highlight>
                  <a:srgbClr val="FFFFFF"/>
                </a:highlight>
                <a:latin typeface="Consolas"/>
                <a:ea typeface="Consolas"/>
                <a:cs typeface="Consolas"/>
                <a:sym typeface="Consolas"/>
              </a:rPr>
              <a:t> *) 0);</a:t>
            </a:r>
            <a:br>
              <a:rPr lang="en" sz="1800">
                <a:solidFill>
                  <a:srgbClr val="000000"/>
                </a:solidFill>
                <a:highlight>
                  <a:srgbClr val="FFFFFF"/>
                </a:highlight>
                <a:latin typeface="Consolas"/>
                <a:ea typeface="Consolas"/>
                <a:cs typeface="Consolas"/>
                <a:sym typeface="Consolas"/>
              </a:rPr>
            </a:br>
            <a:r>
              <a:rPr lang="en" sz="1800">
                <a:solidFill>
                  <a:srgbClr val="000000"/>
                </a:solidFill>
                <a:highlight>
                  <a:srgbClr val="FFFFFF"/>
                </a:highlight>
                <a:latin typeface="Consolas"/>
                <a:ea typeface="Consolas"/>
                <a:cs typeface="Consolas"/>
                <a:sym typeface="Consolas"/>
              </a:rPr>
              <a:t>	</a:t>
            </a:r>
            <a:r>
              <a:rPr b="1" lang="en" sz="1800">
                <a:solidFill>
                  <a:srgbClr val="000000"/>
                </a:solidFill>
                <a:highlight>
                  <a:srgbClr val="FFFFFF"/>
                </a:highlight>
                <a:latin typeface="Consolas"/>
                <a:ea typeface="Consolas"/>
                <a:cs typeface="Consolas"/>
                <a:sym typeface="Consolas"/>
              </a:rPr>
              <a:t>printf</a:t>
            </a:r>
            <a:r>
              <a:rPr lang="en" sz="1800">
                <a:solidFill>
                  <a:srgbClr val="000000"/>
                </a:solidFill>
                <a:highlight>
                  <a:srgbClr val="FFFFFF"/>
                </a:highlight>
                <a:latin typeface="Consolas"/>
                <a:ea typeface="Consolas"/>
                <a:cs typeface="Consolas"/>
                <a:sym typeface="Consolas"/>
              </a:rPr>
              <a:t>(</a:t>
            </a:r>
            <a:r>
              <a:rPr lang="en" sz="1800">
                <a:solidFill>
                  <a:srgbClr val="888888"/>
                </a:solidFill>
                <a:highlight>
                  <a:srgbClr val="FFFFFF"/>
                </a:highlight>
                <a:latin typeface="Consolas"/>
                <a:ea typeface="Consolas"/>
                <a:cs typeface="Consolas"/>
                <a:sym typeface="Consolas"/>
              </a:rPr>
              <a:t>"child %d is done\n"</a:t>
            </a:r>
            <a:r>
              <a:rPr lang="en" sz="1800">
                <a:solidFill>
                  <a:srgbClr val="000000"/>
                </a:solidFill>
                <a:highlight>
                  <a:srgbClr val="FFFFFF"/>
                </a:highlight>
                <a:latin typeface="Consolas"/>
                <a:ea typeface="Consolas"/>
                <a:cs typeface="Consolas"/>
                <a:sym typeface="Consolas"/>
              </a:rPr>
              <a:t>, pid);</a:t>
            </a:r>
            <a:br>
              <a:rPr lang="en" sz="1800">
                <a:solidFill>
                  <a:srgbClr val="000000"/>
                </a:solidFill>
                <a:highlight>
                  <a:srgbClr val="FFFFFF"/>
                </a:highlight>
                <a:latin typeface="Consolas"/>
                <a:ea typeface="Consolas"/>
                <a:cs typeface="Consolas"/>
                <a:sym typeface="Consolas"/>
              </a:rPr>
            </a:br>
            <a:r>
              <a:rPr lang="en" sz="1800">
                <a:solidFill>
                  <a:srgbClr val="000000"/>
                </a:solidFill>
                <a:highlight>
                  <a:srgbClr val="FFFFFF"/>
                </a:highlight>
                <a:latin typeface="Consolas"/>
                <a:ea typeface="Consolas"/>
                <a:cs typeface="Consolas"/>
                <a:sym typeface="Consolas"/>
              </a:rPr>
              <a:t> }</a:t>
            </a:r>
            <a:r>
              <a:rPr lang="en" sz="1800">
                <a:solidFill>
                  <a:srgbClr val="000000"/>
                </a:solidFill>
                <a:highlight>
                  <a:srgbClr val="FFFFFF"/>
                </a:highlight>
                <a:latin typeface="Consolas"/>
                <a:ea typeface="Consolas"/>
                <a:cs typeface="Consolas"/>
                <a:sym typeface="Consolas"/>
              </a:rPr>
              <a:t> </a:t>
            </a:r>
            <a:r>
              <a:rPr b="1" lang="en" sz="1800">
                <a:solidFill>
                  <a:srgbClr val="000000"/>
                </a:solidFill>
                <a:highlight>
                  <a:srgbClr val="FFFFFF"/>
                </a:highlight>
                <a:latin typeface="Consolas"/>
                <a:ea typeface="Consolas"/>
                <a:cs typeface="Consolas"/>
                <a:sym typeface="Consolas"/>
              </a:rPr>
              <a:t>else</a:t>
            </a:r>
            <a:r>
              <a:rPr lang="en" sz="1800">
                <a:solidFill>
                  <a:srgbClr val="000000"/>
                </a:solidFill>
                <a:highlight>
                  <a:srgbClr val="FFFFFF"/>
                </a:highlight>
                <a:latin typeface="Consolas"/>
                <a:ea typeface="Consolas"/>
                <a:cs typeface="Consolas"/>
                <a:sym typeface="Consolas"/>
              </a:rPr>
              <a:t> {</a:t>
            </a:r>
            <a:br>
              <a:rPr lang="en" sz="1800">
                <a:solidFill>
                  <a:srgbClr val="000000"/>
                </a:solidFill>
                <a:highlight>
                  <a:srgbClr val="FFFFFF"/>
                </a:highlight>
                <a:latin typeface="Consolas"/>
                <a:ea typeface="Consolas"/>
                <a:cs typeface="Consolas"/>
                <a:sym typeface="Consolas"/>
              </a:rPr>
            </a:br>
            <a:r>
              <a:rPr lang="en" sz="1800">
                <a:solidFill>
                  <a:srgbClr val="000000"/>
                </a:solidFill>
                <a:highlight>
                  <a:srgbClr val="FFFFFF"/>
                </a:highlight>
                <a:latin typeface="Consolas"/>
                <a:ea typeface="Consolas"/>
                <a:cs typeface="Consolas"/>
                <a:sym typeface="Consolas"/>
              </a:rPr>
              <a:t>	</a:t>
            </a:r>
            <a:r>
              <a:rPr b="1" lang="en" sz="1800">
                <a:solidFill>
                  <a:srgbClr val="000000"/>
                </a:solidFill>
                <a:highlight>
                  <a:srgbClr val="FFFFFF"/>
                </a:highlight>
                <a:latin typeface="Consolas"/>
                <a:ea typeface="Consolas"/>
                <a:cs typeface="Consolas"/>
                <a:sym typeface="Consolas"/>
              </a:rPr>
              <a:t>printf</a:t>
            </a:r>
            <a:r>
              <a:rPr lang="en" sz="1800">
                <a:solidFill>
                  <a:srgbClr val="000000"/>
                </a:solidFill>
                <a:highlight>
                  <a:srgbClr val="FFFFFF"/>
                </a:highlight>
                <a:latin typeface="Consolas"/>
                <a:ea typeface="Consolas"/>
                <a:cs typeface="Consolas"/>
                <a:sym typeface="Consolas"/>
              </a:rPr>
              <a:t>(</a:t>
            </a:r>
            <a:r>
              <a:rPr lang="en" sz="1800">
                <a:solidFill>
                  <a:srgbClr val="888888"/>
                </a:solidFill>
                <a:highlight>
                  <a:srgbClr val="FFFFFF"/>
                </a:highlight>
                <a:latin typeface="Consolas"/>
                <a:ea typeface="Consolas"/>
                <a:cs typeface="Consolas"/>
                <a:sym typeface="Consolas"/>
              </a:rPr>
              <a:t>"fork error\n"</a:t>
            </a:r>
            <a:r>
              <a:rPr lang="en" sz="1800">
                <a:solidFill>
                  <a:srgbClr val="000000"/>
                </a:solidFill>
                <a:highlight>
                  <a:srgbClr val="FFFFFF"/>
                </a:highlight>
                <a:latin typeface="Consolas"/>
                <a:ea typeface="Consolas"/>
                <a:cs typeface="Consolas"/>
                <a:sym typeface="Consolas"/>
              </a:rPr>
              <a:t>);</a:t>
            </a:r>
            <a:br>
              <a:rPr lang="en" sz="1800">
                <a:solidFill>
                  <a:srgbClr val="000000"/>
                </a:solidFill>
                <a:highlight>
                  <a:srgbClr val="FFFFFF"/>
                </a:highlight>
                <a:latin typeface="Consolas"/>
                <a:ea typeface="Consolas"/>
                <a:cs typeface="Consolas"/>
                <a:sym typeface="Consolas"/>
              </a:rPr>
            </a:br>
            <a:r>
              <a:rPr lang="en" sz="1800">
                <a:solidFill>
                  <a:srgbClr val="000000"/>
                </a:solidFill>
                <a:highlight>
                  <a:srgbClr val="FFFFFF"/>
                </a:highlight>
                <a:latin typeface="Consolas"/>
                <a:ea typeface="Consolas"/>
                <a:cs typeface="Consolas"/>
                <a:sym typeface="Consolas"/>
              </a:rPr>
              <a:t>}</a:t>
            </a:r>
            <a:endParaRPr sz="1800">
              <a:solidFill>
                <a:srgbClr val="000000"/>
              </a:solidFill>
              <a:latin typeface="Arial"/>
              <a:ea typeface="Arial"/>
              <a:cs typeface="Arial"/>
              <a:sym typeface="Arial"/>
            </a:endParaRPr>
          </a:p>
          <a:p>
            <a:pPr indent="0" lvl="0" marL="0" rtl="0" algn="l">
              <a:lnSpc>
                <a:spcPct val="105000"/>
              </a:lnSpc>
              <a:spcBef>
                <a:spcPts val="0"/>
              </a:spcBef>
              <a:spcAft>
                <a:spcPts val="0"/>
              </a:spcAft>
              <a:buNone/>
            </a:pPr>
            <a:r>
              <a:t/>
            </a:r>
            <a:endParaRPr b="1" sz="2600"/>
          </a:p>
          <a:p>
            <a:pPr indent="0" lvl="0" marL="0" rtl="0" algn="l">
              <a:lnSpc>
                <a:spcPct val="105000"/>
              </a:lnSpc>
              <a:spcBef>
                <a:spcPts val="0"/>
              </a:spcBef>
              <a:spcAft>
                <a:spcPts val="0"/>
              </a:spcAft>
              <a:buNone/>
            </a:pPr>
            <a:r>
              <a:t/>
            </a:r>
            <a:endParaRPr sz="2600"/>
          </a:p>
          <a:p>
            <a:pPr indent="0" lvl="0" marL="0" rtl="0" algn="l">
              <a:lnSpc>
                <a:spcPct val="105000"/>
              </a:lnSpc>
              <a:spcBef>
                <a:spcPts val="0"/>
              </a:spcBef>
              <a:spcAft>
                <a:spcPts val="0"/>
              </a:spcAft>
              <a:buNone/>
            </a:pPr>
            <a:r>
              <a:t/>
            </a:r>
            <a:endParaRPr sz="2600"/>
          </a:p>
          <a:p>
            <a:pPr indent="0" lvl="0" marL="0" rtl="0" algn="l">
              <a:lnSpc>
                <a:spcPct val="105000"/>
              </a:lnSpc>
              <a:spcBef>
                <a:spcPts val="0"/>
              </a:spcBef>
              <a:spcAft>
                <a:spcPts val="0"/>
              </a:spcAft>
              <a:buNone/>
            </a:pPr>
            <a:r>
              <a:t/>
            </a:r>
            <a:endParaRPr sz="2600"/>
          </a:p>
        </p:txBody>
      </p:sp>
      <p:pic>
        <p:nvPicPr>
          <p:cNvPr id="738" name="Google Shape;738;p93"/>
          <p:cNvPicPr preferRelativeResize="0"/>
          <p:nvPr/>
        </p:nvPicPr>
        <p:blipFill>
          <a:blip r:embed="rId3">
            <a:alphaModFix/>
          </a:blip>
          <a:stretch>
            <a:fillRect/>
          </a:stretch>
        </p:blipFill>
        <p:spPr>
          <a:xfrm>
            <a:off x="7813650" y="77178"/>
            <a:ext cx="1193375" cy="1193375"/>
          </a:xfrm>
          <a:prstGeom prst="rect">
            <a:avLst/>
          </a:prstGeom>
          <a:noFill/>
          <a:ln>
            <a:noFill/>
          </a:ln>
        </p:spPr>
      </p:pic>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2" name="Shape 742"/>
        <p:cNvGrpSpPr/>
        <p:nvPr/>
      </p:nvGrpSpPr>
      <p:grpSpPr>
        <a:xfrm>
          <a:off x="0" y="0"/>
          <a:ext cx="0" cy="0"/>
          <a:chOff x="0" y="0"/>
          <a:chExt cx="0" cy="0"/>
        </a:xfrm>
      </p:grpSpPr>
      <p:sp>
        <p:nvSpPr>
          <p:cNvPr id="743" name="Google Shape;743;p94"/>
          <p:cNvSpPr txBox="1"/>
          <p:nvPr>
            <p:ph type="title"/>
          </p:nvPr>
        </p:nvSpPr>
        <p:spPr>
          <a:xfrm>
            <a:off x="727650" y="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System Call getpid()</a:t>
            </a:r>
            <a:endParaRPr/>
          </a:p>
        </p:txBody>
      </p:sp>
      <p:sp>
        <p:nvSpPr>
          <p:cNvPr id="744" name="Google Shape;744;p94"/>
          <p:cNvSpPr txBox="1"/>
          <p:nvPr>
            <p:ph idx="1" type="body"/>
          </p:nvPr>
        </p:nvSpPr>
        <p:spPr>
          <a:xfrm>
            <a:off x="727650" y="589250"/>
            <a:ext cx="7688700" cy="4303500"/>
          </a:xfrm>
          <a:prstGeom prst="rect">
            <a:avLst/>
          </a:prstGeom>
        </p:spPr>
        <p:txBody>
          <a:bodyPr anchorCtr="0" anchor="t" bIns="91425" lIns="91425" spcFirstLastPara="1" rIns="91425" wrap="square" tIns="91425">
            <a:noAutofit/>
          </a:bodyPr>
          <a:lstStyle/>
          <a:p>
            <a:pPr indent="0" lvl="0" marL="0" rtl="0" algn="l">
              <a:lnSpc>
                <a:spcPct val="105000"/>
              </a:lnSpc>
              <a:spcBef>
                <a:spcPts val="0"/>
              </a:spcBef>
              <a:spcAft>
                <a:spcPts val="0"/>
              </a:spcAft>
              <a:buNone/>
            </a:pPr>
            <a:r>
              <a:rPr b="1" lang="en" sz="1900"/>
              <a:t>#include &lt;unistd.h&gt;</a:t>
            </a:r>
            <a:endParaRPr b="1" sz="1900"/>
          </a:p>
          <a:p>
            <a:pPr indent="0" lvl="0" marL="0" rtl="0" algn="l">
              <a:lnSpc>
                <a:spcPct val="105000"/>
              </a:lnSpc>
              <a:spcBef>
                <a:spcPts val="0"/>
              </a:spcBef>
              <a:spcAft>
                <a:spcPts val="0"/>
              </a:spcAft>
              <a:buNone/>
            </a:pPr>
            <a:r>
              <a:rPr b="1" lang="en" sz="1900"/>
              <a:t>pid_t getpid(void);</a:t>
            </a:r>
            <a:endParaRPr b="1" sz="1900"/>
          </a:p>
          <a:p>
            <a:pPr indent="0" lvl="0" marL="0" rtl="0" algn="l">
              <a:lnSpc>
                <a:spcPct val="105000"/>
              </a:lnSpc>
              <a:spcBef>
                <a:spcPts val="0"/>
              </a:spcBef>
              <a:spcAft>
                <a:spcPts val="0"/>
              </a:spcAft>
              <a:buNone/>
            </a:pPr>
            <a:r>
              <a:rPr b="1" lang="en" sz="1900"/>
              <a:t>pid_t getppid(void);</a:t>
            </a:r>
            <a:endParaRPr b="1" sz="1900"/>
          </a:p>
          <a:p>
            <a:pPr indent="0" lvl="0" marL="0" rtl="0" algn="l">
              <a:lnSpc>
                <a:spcPct val="105000"/>
              </a:lnSpc>
              <a:spcBef>
                <a:spcPts val="0"/>
              </a:spcBef>
              <a:spcAft>
                <a:spcPts val="0"/>
              </a:spcAft>
              <a:buNone/>
            </a:pPr>
            <a:r>
              <a:t/>
            </a:r>
            <a:endParaRPr sz="1900"/>
          </a:p>
          <a:p>
            <a:pPr indent="0" lvl="0" marL="0" rtl="0" algn="l">
              <a:lnSpc>
                <a:spcPct val="105000"/>
              </a:lnSpc>
              <a:spcBef>
                <a:spcPts val="0"/>
              </a:spcBef>
              <a:spcAft>
                <a:spcPts val="0"/>
              </a:spcAft>
              <a:buNone/>
            </a:pPr>
            <a:r>
              <a:t/>
            </a:r>
            <a:endParaRPr sz="1900"/>
          </a:p>
          <a:p>
            <a:pPr indent="0" lvl="0" marL="0" rtl="0" algn="l">
              <a:lnSpc>
                <a:spcPct val="105000"/>
              </a:lnSpc>
              <a:spcBef>
                <a:spcPts val="0"/>
              </a:spcBef>
              <a:spcAft>
                <a:spcPts val="0"/>
              </a:spcAft>
              <a:buNone/>
            </a:pPr>
            <a:r>
              <a:rPr lang="en" sz="1900"/>
              <a:t>Getpid(): devuelve el process id del proceso llamador.</a:t>
            </a:r>
            <a:endParaRPr sz="1900"/>
          </a:p>
          <a:p>
            <a:pPr indent="0" lvl="0" marL="0" rtl="0" algn="l">
              <a:lnSpc>
                <a:spcPct val="105000"/>
              </a:lnSpc>
              <a:spcBef>
                <a:spcPts val="0"/>
              </a:spcBef>
              <a:spcAft>
                <a:spcPts val="0"/>
              </a:spcAft>
              <a:buNone/>
            </a:pPr>
            <a:r>
              <a:t/>
            </a:r>
            <a:endParaRPr sz="1900"/>
          </a:p>
          <a:p>
            <a:pPr indent="0" lvl="0" marL="0" rtl="0" algn="l">
              <a:lnSpc>
                <a:spcPct val="105000"/>
              </a:lnSpc>
              <a:spcBef>
                <a:spcPts val="0"/>
              </a:spcBef>
              <a:spcAft>
                <a:spcPts val="0"/>
              </a:spcAft>
              <a:buNone/>
            </a:pPr>
            <a:r>
              <a:rPr lang="en" sz="1900"/>
              <a:t>getppid(): </a:t>
            </a:r>
            <a:r>
              <a:rPr lang="en" sz="1900"/>
              <a:t>devuelve</a:t>
            </a:r>
            <a:r>
              <a:rPr lang="en" sz="1900"/>
              <a:t> el process id del padre del proceso llamador.</a:t>
            </a:r>
            <a:endParaRPr sz="1900"/>
          </a:p>
          <a:p>
            <a:pPr indent="0" lvl="0" marL="0" rtl="0" algn="l">
              <a:lnSpc>
                <a:spcPct val="105000"/>
              </a:lnSpc>
              <a:spcBef>
                <a:spcPts val="0"/>
              </a:spcBef>
              <a:spcAft>
                <a:spcPts val="0"/>
              </a:spcAft>
              <a:buNone/>
            </a:pPr>
            <a:r>
              <a:t/>
            </a:r>
            <a:endParaRPr sz="1900"/>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8" name="Shape 748"/>
        <p:cNvGrpSpPr/>
        <p:nvPr/>
      </p:nvGrpSpPr>
      <p:grpSpPr>
        <a:xfrm>
          <a:off x="0" y="0"/>
          <a:ext cx="0" cy="0"/>
          <a:chOff x="0" y="0"/>
          <a:chExt cx="0" cy="0"/>
        </a:xfrm>
      </p:grpSpPr>
      <p:sp>
        <p:nvSpPr>
          <p:cNvPr id="749" name="Google Shape;749;p95"/>
          <p:cNvSpPr txBox="1"/>
          <p:nvPr>
            <p:ph type="title"/>
          </p:nvPr>
        </p:nvSpPr>
        <p:spPr>
          <a:xfrm>
            <a:off x="727650" y="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System Call exit()</a:t>
            </a:r>
            <a:endParaRPr/>
          </a:p>
        </p:txBody>
      </p:sp>
      <p:sp>
        <p:nvSpPr>
          <p:cNvPr id="750" name="Google Shape;750;p95"/>
          <p:cNvSpPr txBox="1"/>
          <p:nvPr>
            <p:ph idx="1" type="body"/>
          </p:nvPr>
        </p:nvSpPr>
        <p:spPr>
          <a:xfrm>
            <a:off x="727650" y="1357525"/>
            <a:ext cx="7688700" cy="3535200"/>
          </a:xfrm>
          <a:prstGeom prst="rect">
            <a:avLst/>
          </a:prstGeom>
        </p:spPr>
        <p:txBody>
          <a:bodyPr anchorCtr="0" anchor="t" bIns="91425" lIns="91425" spcFirstLastPara="1" rIns="91425" wrap="square" tIns="91425">
            <a:noAutofit/>
          </a:bodyPr>
          <a:lstStyle/>
          <a:p>
            <a:pPr indent="0" lvl="0" marL="0" rtl="0" algn="l">
              <a:lnSpc>
                <a:spcPct val="105000"/>
              </a:lnSpc>
              <a:spcBef>
                <a:spcPts val="0"/>
              </a:spcBef>
              <a:spcAft>
                <a:spcPts val="0"/>
              </a:spcAft>
              <a:buNone/>
            </a:pPr>
            <a:r>
              <a:rPr lang="en" sz="1900"/>
              <a:t>Generalmente un proceso tiene dos formas de terminar:</a:t>
            </a:r>
            <a:endParaRPr sz="1900"/>
          </a:p>
          <a:p>
            <a:pPr indent="0" lvl="0" marL="0" rtl="0" algn="l">
              <a:lnSpc>
                <a:spcPct val="105000"/>
              </a:lnSpc>
              <a:spcBef>
                <a:spcPts val="0"/>
              </a:spcBef>
              <a:spcAft>
                <a:spcPts val="0"/>
              </a:spcAft>
              <a:buNone/>
            </a:pPr>
            <a:r>
              <a:t/>
            </a:r>
            <a:endParaRPr sz="1900"/>
          </a:p>
          <a:p>
            <a:pPr indent="0" lvl="0" marL="0" rtl="0" algn="l">
              <a:lnSpc>
                <a:spcPct val="105000"/>
              </a:lnSpc>
              <a:spcBef>
                <a:spcPts val="0"/>
              </a:spcBef>
              <a:spcAft>
                <a:spcPts val="0"/>
              </a:spcAft>
              <a:buNone/>
            </a:pPr>
            <a:r>
              <a:rPr lang="en" sz="1900"/>
              <a:t>	La anormal: a través de recibir una señal cuya acción por defecto es terminar el programa.</a:t>
            </a:r>
            <a:endParaRPr sz="1900"/>
          </a:p>
          <a:p>
            <a:pPr indent="0" lvl="0" marL="0" rtl="0" algn="l">
              <a:lnSpc>
                <a:spcPct val="105000"/>
              </a:lnSpc>
              <a:spcBef>
                <a:spcPts val="0"/>
              </a:spcBef>
              <a:spcAft>
                <a:spcPts val="0"/>
              </a:spcAft>
              <a:buNone/>
            </a:pPr>
            <a:r>
              <a:t/>
            </a:r>
            <a:endParaRPr sz="1900"/>
          </a:p>
          <a:p>
            <a:pPr indent="0" lvl="0" marL="0" rtl="0" algn="l">
              <a:lnSpc>
                <a:spcPct val="105000"/>
              </a:lnSpc>
              <a:spcBef>
                <a:spcPts val="0"/>
              </a:spcBef>
              <a:spcAft>
                <a:spcPts val="0"/>
              </a:spcAft>
              <a:buNone/>
            </a:pPr>
            <a:r>
              <a:rPr lang="en" sz="1900"/>
              <a:t>	La normal: a través de invocar a la system call exit()</a:t>
            </a:r>
            <a:endParaRPr sz="1900"/>
          </a:p>
          <a:p>
            <a:pPr indent="0" lvl="0" marL="0" rtl="0" algn="l">
              <a:lnSpc>
                <a:spcPct val="105000"/>
              </a:lnSpc>
              <a:spcBef>
                <a:spcPts val="0"/>
              </a:spcBef>
              <a:spcAft>
                <a:spcPts val="0"/>
              </a:spcAft>
              <a:buNone/>
            </a:pPr>
            <a:r>
              <a:t/>
            </a:r>
            <a:endParaRPr sz="1900"/>
          </a:p>
          <a:p>
            <a:pPr indent="0" lvl="0" marL="0" rtl="0" algn="l">
              <a:lnSpc>
                <a:spcPct val="105000"/>
              </a:lnSpc>
              <a:spcBef>
                <a:spcPts val="0"/>
              </a:spcBef>
              <a:spcAft>
                <a:spcPts val="0"/>
              </a:spcAft>
              <a:buNone/>
            </a:pPr>
            <a:r>
              <a:t/>
            </a:r>
            <a:endParaRPr sz="1900"/>
          </a:p>
        </p:txBody>
      </p:sp>
      <p:pic>
        <p:nvPicPr>
          <p:cNvPr id="751" name="Google Shape;751;p95"/>
          <p:cNvPicPr preferRelativeResize="0"/>
          <p:nvPr/>
        </p:nvPicPr>
        <p:blipFill>
          <a:blip r:embed="rId3">
            <a:alphaModFix/>
          </a:blip>
          <a:stretch>
            <a:fillRect/>
          </a:stretch>
        </p:blipFill>
        <p:spPr>
          <a:xfrm>
            <a:off x="7692600" y="39200"/>
            <a:ext cx="1379100" cy="1379100"/>
          </a:xfrm>
          <a:prstGeom prst="rect">
            <a:avLst/>
          </a:prstGeom>
          <a:noFill/>
          <a:ln>
            <a:noFill/>
          </a:ln>
        </p:spPr>
      </p:pic>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5" name="Shape 755"/>
        <p:cNvGrpSpPr/>
        <p:nvPr/>
      </p:nvGrpSpPr>
      <p:grpSpPr>
        <a:xfrm>
          <a:off x="0" y="0"/>
          <a:ext cx="0" cy="0"/>
          <a:chOff x="0" y="0"/>
          <a:chExt cx="0" cy="0"/>
        </a:xfrm>
      </p:grpSpPr>
      <p:sp>
        <p:nvSpPr>
          <p:cNvPr id="756" name="Google Shape;756;p96"/>
          <p:cNvSpPr txBox="1"/>
          <p:nvPr>
            <p:ph type="title"/>
          </p:nvPr>
        </p:nvSpPr>
        <p:spPr>
          <a:xfrm>
            <a:off x="727650" y="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System Call execve()</a:t>
            </a:r>
            <a:endParaRPr/>
          </a:p>
        </p:txBody>
      </p:sp>
      <p:sp>
        <p:nvSpPr>
          <p:cNvPr id="757" name="Google Shape;757;p96"/>
          <p:cNvSpPr txBox="1"/>
          <p:nvPr>
            <p:ph idx="1" type="body"/>
          </p:nvPr>
        </p:nvSpPr>
        <p:spPr>
          <a:xfrm>
            <a:off x="727650" y="1357525"/>
            <a:ext cx="7688700" cy="3535200"/>
          </a:xfrm>
          <a:prstGeom prst="rect">
            <a:avLst/>
          </a:prstGeom>
        </p:spPr>
        <p:txBody>
          <a:bodyPr anchorCtr="0" anchor="t" bIns="91425" lIns="91425" spcFirstLastPara="1" rIns="91425" wrap="square" tIns="91425">
            <a:noAutofit/>
          </a:bodyPr>
          <a:lstStyle/>
          <a:p>
            <a:pPr indent="0" lvl="0" marL="0" rtl="0" algn="l">
              <a:lnSpc>
                <a:spcPct val="105000"/>
              </a:lnSpc>
              <a:spcBef>
                <a:spcPts val="0"/>
              </a:spcBef>
              <a:spcAft>
                <a:spcPts val="0"/>
              </a:spcAft>
              <a:buNone/>
            </a:pPr>
            <a:r>
              <a:t/>
            </a:r>
            <a:endParaRPr sz="1900"/>
          </a:p>
          <a:p>
            <a:pPr indent="0" lvl="0" marL="0" rtl="0" algn="l">
              <a:lnSpc>
                <a:spcPct val="105000"/>
              </a:lnSpc>
              <a:spcBef>
                <a:spcPts val="0"/>
              </a:spcBef>
              <a:spcAft>
                <a:spcPts val="0"/>
              </a:spcAft>
              <a:buNone/>
            </a:pPr>
            <a:r>
              <a:rPr lang="en" sz="1900"/>
              <a:t>Si unicamente tuvieramos las system calls fork() y wait(). Se </a:t>
            </a:r>
            <a:r>
              <a:rPr lang="en" sz="1900"/>
              <a:t>podrían</a:t>
            </a:r>
            <a:r>
              <a:rPr lang="en" sz="1900"/>
              <a:t> crear procesos que siempre son una copia exacta del padre .... </a:t>
            </a:r>
            <a:r>
              <a:rPr lang="en" sz="1900"/>
              <a:t>sería</a:t>
            </a:r>
            <a:r>
              <a:rPr lang="en" sz="1900"/>
              <a:t> un poco engorroso.</a:t>
            </a:r>
            <a:endParaRPr sz="1900"/>
          </a:p>
          <a:p>
            <a:pPr indent="0" lvl="0" marL="0" rtl="0" algn="l">
              <a:lnSpc>
                <a:spcPct val="105000"/>
              </a:lnSpc>
              <a:spcBef>
                <a:spcPts val="0"/>
              </a:spcBef>
              <a:spcAft>
                <a:spcPts val="0"/>
              </a:spcAft>
              <a:buNone/>
            </a:pPr>
            <a:r>
              <a:t/>
            </a:r>
            <a:endParaRPr sz="1900"/>
          </a:p>
          <a:p>
            <a:pPr indent="0" lvl="0" marL="0" rtl="0" algn="l">
              <a:lnSpc>
                <a:spcPct val="105000"/>
              </a:lnSpc>
              <a:spcBef>
                <a:spcPts val="0"/>
              </a:spcBef>
              <a:spcAft>
                <a:spcPts val="0"/>
              </a:spcAft>
              <a:buNone/>
            </a:pPr>
            <a:r>
              <a:rPr lang="en" sz="1900"/>
              <a:t>... y </a:t>
            </a:r>
            <a:r>
              <a:rPr lang="en" sz="1900"/>
              <a:t>qué</a:t>
            </a:r>
            <a:r>
              <a:rPr lang="en" sz="1900"/>
              <a:t> tal si pudiera cambiar el contenido del hijo...</a:t>
            </a:r>
            <a:endParaRPr sz="1900"/>
          </a:p>
          <a:p>
            <a:pPr indent="0" lvl="0" marL="0" rtl="0" algn="l">
              <a:lnSpc>
                <a:spcPct val="105000"/>
              </a:lnSpc>
              <a:spcBef>
                <a:spcPts val="0"/>
              </a:spcBef>
              <a:spcAft>
                <a:spcPts val="0"/>
              </a:spcAft>
              <a:buNone/>
            </a:pPr>
            <a:r>
              <a:t/>
            </a:r>
            <a:endParaRPr sz="1900"/>
          </a:p>
          <a:p>
            <a:pPr indent="0" lvl="0" marL="0" rtl="0" algn="l">
              <a:lnSpc>
                <a:spcPct val="105000"/>
              </a:lnSpc>
              <a:spcBef>
                <a:spcPts val="0"/>
              </a:spcBef>
              <a:spcAft>
                <a:spcPts val="0"/>
              </a:spcAft>
              <a:buNone/>
            </a:pPr>
            <a:r>
              <a:rPr lang="en" sz="1900"/>
              <a:t> </a:t>
            </a:r>
            <a:endParaRPr sz="1900"/>
          </a:p>
          <a:p>
            <a:pPr indent="0" lvl="0" marL="0" rtl="0" algn="l">
              <a:lnSpc>
                <a:spcPct val="105000"/>
              </a:lnSpc>
              <a:spcBef>
                <a:spcPts val="0"/>
              </a:spcBef>
              <a:spcAft>
                <a:spcPts val="0"/>
              </a:spcAft>
              <a:buNone/>
            </a:pPr>
            <a:r>
              <a:t/>
            </a:r>
            <a:endParaRPr sz="1900"/>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1" name="Shape 761"/>
        <p:cNvGrpSpPr/>
        <p:nvPr/>
      </p:nvGrpSpPr>
      <p:grpSpPr>
        <a:xfrm>
          <a:off x="0" y="0"/>
          <a:ext cx="0" cy="0"/>
          <a:chOff x="0" y="0"/>
          <a:chExt cx="0" cy="0"/>
        </a:xfrm>
      </p:grpSpPr>
      <p:sp>
        <p:nvSpPr>
          <p:cNvPr id="762" name="Google Shape;762;p97"/>
          <p:cNvSpPr txBox="1"/>
          <p:nvPr>
            <p:ph type="title"/>
          </p:nvPr>
        </p:nvSpPr>
        <p:spPr>
          <a:xfrm>
            <a:off x="727650" y="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System Call execve()</a:t>
            </a:r>
            <a:endParaRPr/>
          </a:p>
        </p:txBody>
      </p:sp>
      <p:sp>
        <p:nvSpPr>
          <p:cNvPr id="763" name="Google Shape;763;p97"/>
          <p:cNvSpPr txBox="1"/>
          <p:nvPr>
            <p:ph idx="1" type="body"/>
          </p:nvPr>
        </p:nvSpPr>
        <p:spPr>
          <a:xfrm>
            <a:off x="727650" y="1218200"/>
            <a:ext cx="7688700" cy="3674400"/>
          </a:xfrm>
          <a:prstGeom prst="rect">
            <a:avLst/>
          </a:prstGeom>
        </p:spPr>
        <p:txBody>
          <a:bodyPr anchorCtr="0" anchor="t" bIns="91425" lIns="91425" spcFirstLastPara="1" rIns="91425" wrap="square" tIns="91425">
            <a:noAutofit/>
          </a:bodyPr>
          <a:lstStyle/>
          <a:p>
            <a:pPr indent="0" lvl="0" marL="0" rtl="0" algn="l">
              <a:lnSpc>
                <a:spcPct val="105000"/>
              </a:lnSpc>
              <a:spcBef>
                <a:spcPts val="0"/>
              </a:spcBef>
              <a:spcAft>
                <a:spcPts val="0"/>
              </a:spcAft>
              <a:buNone/>
            </a:pPr>
            <a:r>
              <a:rPr b="1" lang="en" sz="1900"/>
              <a:t>#include &lt;unistd.h&gt;</a:t>
            </a:r>
            <a:endParaRPr b="1" sz="1900"/>
          </a:p>
          <a:p>
            <a:pPr indent="0" lvl="0" marL="0" rtl="0" algn="l">
              <a:lnSpc>
                <a:spcPct val="105000"/>
              </a:lnSpc>
              <a:spcBef>
                <a:spcPts val="0"/>
              </a:spcBef>
              <a:spcAft>
                <a:spcPts val="0"/>
              </a:spcAft>
              <a:buNone/>
            </a:pPr>
            <a:r>
              <a:rPr b="1" lang="en" sz="1900"/>
              <a:t>int execve(const char *pathname, char *const _Nullable argv[],char *const _Nullable envp[]);</a:t>
            </a:r>
            <a:endParaRPr b="1" sz="1900"/>
          </a:p>
          <a:p>
            <a:pPr indent="0" lvl="0" marL="0" rtl="0" algn="l">
              <a:lnSpc>
                <a:spcPct val="105000"/>
              </a:lnSpc>
              <a:spcBef>
                <a:spcPts val="0"/>
              </a:spcBef>
              <a:spcAft>
                <a:spcPts val="0"/>
              </a:spcAft>
              <a:buNone/>
            </a:pPr>
            <a:r>
              <a:t/>
            </a:r>
            <a:endParaRPr sz="1900"/>
          </a:p>
          <a:p>
            <a:pPr indent="0" lvl="0" marL="0" rtl="0" algn="l">
              <a:lnSpc>
                <a:spcPct val="105000"/>
              </a:lnSpc>
              <a:spcBef>
                <a:spcPts val="0"/>
              </a:spcBef>
              <a:spcAft>
                <a:spcPts val="0"/>
              </a:spcAft>
              <a:buNone/>
            </a:pPr>
            <a:r>
              <a:rPr lang="en" sz="1900"/>
              <a:t>execve() ejecuta el programa al que hace referencia el nombre de pathname, con los argumentos que se le envían por argv[]. </a:t>
            </a:r>
            <a:endParaRPr sz="1900"/>
          </a:p>
          <a:p>
            <a:pPr indent="0" lvl="0" marL="0" rtl="0" algn="l">
              <a:lnSpc>
                <a:spcPct val="105000"/>
              </a:lnSpc>
              <a:spcBef>
                <a:spcPts val="0"/>
              </a:spcBef>
              <a:spcAft>
                <a:spcPts val="0"/>
              </a:spcAft>
              <a:buNone/>
            </a:pPr>
            <a:r>
              <a:rPr lang="en" sz="1900"/>
              <a:t>Esto hace que el programa que está ejecutando actualmente por el proceso llamador </a:t>
            </a:r>
            <a:r>
              <a:rPr b="1" lang="en" sz="1900"/>
              <a:t>sea reemplazado por un nuevo programa</a:t>
            </a:r>
            <a:r>
              <a:rPr lang="en" sz="1900"/>
              <a:t>, con una pila, un montón y segmentos de datos (inicializados y no inicializados) recién inicializados.</a:t>
            </a:r>
            <a:endParaRPr sz="1900"/>
          </a:p>
          <a:p>
            <a:pPr indent="0" lvl="0" marL="0" rtl="0" algn="l">
              <a:lnSpc>
                <a:spcPct val="105000"/>
              </a:lnSpc>
              <a:spcBef>
                <a:spcPts val="0"/>
              </a:spcBef>
              <a:spcAft>
                <a:spcPts val="0"/>
              </a:spcAft>
              <a:buNone/>
            </a:pPr>
            <a:r>
              <a:rPr lang="en" sz="1900"/>
              <a:t> </a:t>
            </a:r>
            <a:endParaRPr sz="1900"/>
          </a:p>
          <a:p>
            <a:pPr indent="0" lvl="0" marL="0" rtl="0" algn="l">
              <a:lnSpc>
                <a:spcPct val="105000"/>
              </a:lnSpc>
              <a:spcBef>
                <a:spcPts val="0"/>
              </a:spcBef>
              <a:spcAft>
                <a:spcPts val="0"/>
              </a:spcAft>
              <a:buNone/>
            </a:pPr>
            <a:r>
              <a:t/>
            </a:r>
            <a:endParaRPr sz="1900"/>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7" name="Shape 767"/>
        <p:cNvGrpSpPr/>
        <p:nvPr/>
      </p:nvGrpSpPr>
      <p:grpSpPr>
        <a:xfrm>
          <a:off x="0" y="0"/>
          <a:ext cx="0" cy="0"/>
          <a:chOff x="0" y="0"/>
          <a:chExt cx="0" cy="0"/>
        </a:xfrm>
      </p:grpSpPr>
      <p:sp>
        <p:nvSpPr>
          <p:cNvPr id="768" name="Google Shape;768;p98"/>
          <p:cNvSpPr txBox="1"/>
          <p:nvPr>
            <p:ph type="title"/>
          </p:nvPr>
        </p:nvSpPr>
        <p:spPr>
          <a:xfrm>
            <a:off x="727650" y="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System Call execve()</a:t>
            </a:r>
            <a:endParaRPr/>
          </a:p>
        </p:txBody>
      </p:sp>
      <p:sp>
        <p:nvSpPr>
          <p:cNvPr id="769" name="Google Shape;769;p98"/>
          <p:cNvSpPr txBox="1"/>
          <p:nvPr>
            <p:ph idx="1" type="body"/>
          </p:nvPr>
        </p:nvSpPr>
        <p:spPr>
          <a:xfrm>
            <a:off x="727650" y="1218200"/>
            <a:ext cx="7688700" cy="3674400"/>
          </a:xfrm>
          <a:prstGeom prst="rect">
            <a:avLst/>
          </a:prstGeom>
        </p:spPr>
        <p:txBody>
          <a:bodyPr anchorCtr="0" anchor="t" bIns="91425" lIns="91425" spcFirstLastPara="1" rIns="91425" wrap="square" tIns="91425">
            <a:noAutofit/>
          </a:bodyPr>
          <a:lstStyle/>
          <a:p>
            <a:pPr indent="0" lvl="0" marL="0" rtl="0" algn="l">
              <a:lnSpc>
                <a:spcPct val="105000"/>
              </a:lnSpc>
              <a:spcBef>
                <a:spcPts val="0"/>
              </a:spcBef>
              <a:spcAft>
                <a:spcPts val="0"/>
              </a:spcAft>
              <a:buNone/>
            </a:pPr>
            <a:r>
              <a:rPr lang="en" sz="1900"/>
              <a:t>Ojo que no se crea ningún proceso solo se reemplaza </a:t>
            </a:r>
            <a:endParaRPr sz="1900"/>
          </a:p>
          <a:p>
            <a:pPr indent="0" lvl="0" marL="0" rtl="0" algn="l">
              <a:lnSpc>
                <a:spcPct val="105000"/>
              </a:lnSpc>
              <a:spcBef>
                <a:spcPts val="0"/>
              </a:spcBef>
              <a:spcAft>
                <a:spcPts val="0"/>
              </a:spcAft>
              <a:buNone/>
            </a:pPr>
            <a:r>
              <a:rPr lang="en" sz="1900"/>
              <a:t>Un programa en </a:t>
            </a:r>
            <a:r>
              <a:rPr lang="en" sz="1900"/>
              <a:t>ejecución</a:t>
            </a:r>
            <a:r>
              <a:rPr lang="en" sz="1900"/>
              <a:t> por otro.</a:t>
            </a:r>
            <a:endParaRPr sz="1900"/>
          </a:p>
        </p:txBody>
      </p:sp>
      <p:pic>
        <p:nvPicPr>
          <p:cNvPr id="770" name="Google Shape;770;p98"/>
          <p:cNvPicPr preferRelativeResize="0"/>
          <p:nvPr/>
        </p:nvPicPr>
        <p:blipFill>
          <a:blip r:embed="rId3">
            <a:alphaModFix/>
          </a:blip>
          <a:stretch>
            <a:fillRect/>
          </a:stretch>
        </p:blipFill>
        <p:spPr>
          <a:xfrm>
            <a:off x="3699550" y="2029750"/>
            <a:ext cx="1744900" cy="3113750"/>
          </a:xfrm>
          <a:prstGeom prst="rect">
            <a:avLst/>
          </a:prstGeom>
          <a:noFill/>
          <a:ln>
            <a:noFill/>
          </a:ln>
        </p:spPr>
      </p:pic>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4" name="Shape 774"/>
        <p:cNvGrpSpPr/>
        <p:nvPr/>
      </p:nvGrpSpPr>
      <p:grpSpPr>
        <a:xfrm>
          <a:off x="0" y="0"/>
          <a:ext cx="0" cy="0"/>
          <a:chOff x="0" y="0"/>
          <a:chExt cx="0" cy="0"/>
        </a:xfrm>
      </p:grpSpPr>
      <p:sp>
        <p:nvSpPr>
          <p:cNvPr id="775" name="Google Shape;775;p99"/>
          <p:cNvSpPr txBox="1"/>
          <p:nvPr>
            <p:ph type="title"/>
          </p:nvPr>
        </p:nvSpPr>
        <p:spPr>
          <a:xfrm>
            <a:off x="727650" y="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System Call execve()</a:t>
            </a:r>
            <a:endParaRPr/>
          </a:p>
        </p:txBody>
      </p:sp>
      <p:sp>
        <p:nvSpPr>
          <p:cNvPr id="776" name="Google Shape;776;p99"/>
          <p:cNvSpPr txBox="1"/>
          <p:nvPr>
            <p:ph idx="1" type="body"/>
          </p:nvPr>
        </p:nvSpPr>
        <p:spPr>
          <a:xfrm>
            <a:off x="727650" y="589250"/>
            <a:ext cx="7688700" cy="430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CCCCCC"/>
                </a:solidFill>
                <a:highlight>
                  <a:srgbClr val="FFFFFF"/>
                </a:highlight>
                <a:latin typeface="Consolas"/>
                <a:ea typeface="Consolas"/>
                <a:cs typeface="Consolas"/>
                <a:sym typeface="Consolas"/>
              </a:rPr>
              <a:t>#include&lt;stdio.h&gt;</a:t>
            </a:r>
            <a:br>
              <a:rPr lang="en">
                <a:solidFill>
                  <a:srgbClr val="000000"/>
                </a:solidFill>
                <a:highlight>
                  <a:srgbClr val="FFFFFF"/>
                </a:highlight>
                <a:latin typeface="Consolas"/>
                <a:ea typeface="Consolas"/>
                <a:cs typeface="Consolas"/>
                <a:sym typeface="Consolas"/>
              </a:rPr>
            </a:br>
            <a:r>
              <a:rPr lang="en">
                <a:solidFill>
                  <a:srgbClr val="CCCCCC"/>
                </a:solidFill>
                <a:highlight>
                  <a:srgbClr val="FFFFFF"/>
                </a:highlight>
                <a:latin typeface="Consolas"/>
                <a:ea typeface="Consolas"/>
                <a:cs typeface="Consolas"/>
                <a:sym typeface="Consolas"/>
              </a:rPr>
              <a:t>#include&lt;unistd.h&gt;</a:t>
            </a:r>
            <a:br>
              <a:rPr lang="en">
                <a:solidFill>
                  <a:srgbClr val="000000"/>
                </a:solidFill>
                <a:highlight>
                  <a:srgbClr val="FFFFFF"/>
                </a:highlight>
                <a:latin typeface="Consolas"/>
                <a:ea typeface="Consolas"/>
                <a:cs typeface="Consolas"/>
                <a:sym typeface="Consolas"/>
              </a:rPr>
            </a:br>
            <a:r>
              <a:rPr b="1" lang="en">
                <a:solidFill>
                  <a:srgbClr val="000000"/>
                </a:solidFill>
                <a:highlight>
                  <a:srgbClr val="FFFFFF"/>
                </a:highlight>
                <a:latin typeface="Consolas"/>
                <a:ea typeface="Consolas"/>
                <a:cs typeface="Consolas"/>
                <a:sym typeface="Consolas"/>
              </a:rPr>
              <a:t>int</a:t>
            </a:r>
            <a:r>
              <a:rPr lang="en">
                <a:solidFill>
                  <a:srgbClr val="000000"/>
                </a:solidFill>
                <a:highlight>
                  <a:srgbClr val="FFFFFF"/>
                </a:highlight>
                <a:latin typeface="Consolas"/>
                <a:ea typeface="Consolas"/>
                <a:cs typeface="Consolas"/>
                <a:sym typeface="Consolas"/>
              </a:rPr>
              <a:t> main (){</a:t>
            </a:r>
            <a:br>
              <a:rPr lang="en">
                <a:solidFill>
                  <a:srgbClr val="000000"/>
                </a:solidFill>
                <a:highlight>
                  <a:srgbClr val="FFFFFF"/>
                </a:highlight>
                <a:latin typeface="Consolas"/>
                <a:ea typeface="Consolas"/>
                <a:cs typeface="Consolas"/>
                <a:sym typeface="Consolas"/>
              </a:rPr>
            </a:br>
            <a:r>
              <a:rPr lang="en">
                <a:solidFill>
                  <a:srgbClr val="000000"/>
                </a:solidFill>
                <a:highlight>
                  <a:srgbClr val="FFFFFF"/>
                </a:highlight>
                <a:latin typeface="Consolas"/>
                <a:ea typeface="Consolas"/>
                <a:cs typeface="Consolas"/>
                <a:sym typeface="Consolas"/>
              </a:rPr>
              <a:t> 	</a:t>
            </a:r>
            <a:r>
              <a:rPr b="1" lang="en">
                <a:solidFill>
                  <a:srgbClr val="000000"/>
                </a:solidFill>
                <a:highlight>
                  <a:srgbClr val="FFFFFF"/>
                </a:highlight>
                <a:latin typeface="Consolas"/>
                <a:ea typeface="Consolas"/>
                <a:cs typeface="Consolas"/>
                <a:sym typeface="Consolas"/>
              </a:rPr>
              <a:t>char</a:t>
            </a:r>
            <a:r>
              <a:rPr lang="en">
                <a:solidFill>
                  <a:srgbClr val="000000"/>
                </a:solidFill>
                <a:highlight>
                  <a:srgbClr val="FFFFFF"/>
                </a:highlight>
                <a:latin typeface="Consolas"/>
                <a:ea typeface="Consolas"/>
                <a:cs typeface="Consolas"/>
                <a:sym typeface="Consolas"/>
              </a:rPr>
              <a:t> *argv[3];</a:t>
            </a:r>
            <a:br>
              <a:rPr lang="en">
                <a:solidFill>
                  <a:srgbClr val="000000"/>
                </a:solidFill>
                <a:highlight>
                  <a:srgbClr val="FFFFFF"/>
                </a:highlight>
                <a:latin typeface="Consolas"/>
                <a:ea typeface="Consolas"/>
                <a:cs typeface="Consolas"/>
                <a:sym typeface="Consolas"/>
              </a:rPr>
            </a:br>
            <a:r>
              <a:rPr lang="en">
                <a:solidFill>
                  <a:srgbClr val="000000"/>
                </a:solidFill>
                <a:highlight>
                  <a:srgbClr val="FFFFFF"/>
                </a:highlight>
                <a:latin typeface="Consolas"/>
                <a:ea typeface="Consolas"/>
                <a:cs typeface="Consolas"/>
                <a:sym typeface="Consolas"/>
              </a:rPr>
              <a:t>	argv[0] = </a:t>
            </a:r>
            <a:r>
              <a:rPr lang="en">
                <a:solidFill>
                  <a:srgbClr val="888888"/>
                </a:solidFill>
                <a:highlight>
                  <a:srgbClr val="FFFFFF"/>
                </a:highlight>
                <a:latin typeface="Consolas"/>
                <a:ea typeface="Consolas"/>
                <a:cs typeface="Consolas"/>
                <a:sym typeface="Consolas"/>
              </a:rPr>
              <a:t>"echo"</a:t>
            </a:r>
            <a:r>
              <a:rPr lang="en">
                <a:solidFill>
                  <a:srgbClr val="000000"/>
                </a:solidFill>
                <a:highlight>
                  <a:srgbClr val="FFFFFF"/>
                </a:highlight>
                <a:latin typeface="Consolas"/>
                <a:ea typeface="Consolas"/>
                <a:cs typeface="Consolas"/>
                <a:sym typeface="Consolas"/>
              </a:rPr>
              <a:t>;</a:t>
            </a:r>
            <a:br>
              <a:rPr lang="en">
                <a:solidFill>
                  <a:srgbClr val="000000"/>
                </a:solidFill>
                <a:highlight>
                  <a:srgbClr val="FFFFFF"/>
                </a:highlight>
                <a:latin typeface="Consolas"/>
                <a:ea typeface="Consolas"/>
                <a:cs typeface="Consolas"/>
                <a:sym typeface="Consolas"/>
              </a:rPr>
            </a:br>
            <a:r>
              <a:rPr lang="en">
                <a:solidFill>
                  <a:srgbClr val="000000"/>
                </a:solidFill>
                <a:highlight>
                  <a:srgbClr val="FFFFFF"/>
                </a:highlight>
                <a:latin typeface="Consolas"/>
                <a:ea typeface="Consolas"/>
                <a:cs typeface="Consolas"/>
                <a:sym typeface="Consolas"/>
              </a:rPr>
              <a:t>	argv[1] = </a:t>
            </a:r>
            <a:r>
              <a:rPr lang="en">
                <a:solidFill>
                  <a:srgbClr val="888888"/>
                </a:solidFill>
                <a:highlight>
                  <a:srgbClr val="FFFFFF"/>
                </a:highlight>
                <a:latin typeface="Consolas"/>
                <a:ea typeface="Consolas"/>
                <a:cs typeface="Consolas"/>
                <a:sym typeface="Consolas"/>
              </a:rPr>
              <a:t>"hello"</a:t>
            </a:r>
            <a:r>
              <a:rPr lang="en">
                <a:solidFill>
                  <a:srgbClr val="000000"/>
                </a:solidFill>
                <a:highlight>
                  <a:srgbClr val="FFFFFF"/>
                </a:highlight>
                <a:latin typeface="Consolas"/>
                <a:ea typeface="Consolas"/>
                <a:cs typeface="Consolas"/>
                <a:sym typeface="Consolas"/>
              </a:rPr>
              <a:t>;</a:t>
            </a:r>
            <a:br>
              <a:rPr lang="en">
                <a:solidFill>
                  <a:srgbClr val="000000"/>
                </a:solidFill>
                <a:highlight>
                  <a:srgbClr val="FFFFFF"/>
                </a:highlight>
                <a:latin typeface="Consolas"/>
                <a:ea typeface="Consolas"/>
                <a:cs typeface="Consolas"/>
                <a:sym typeface="Consolas"/>
              </a:rPr>
            </a:br>
            <a:r>
              <a:rPr lang="en">
                <a:solidFill>
                  <a:srgbClr val="000000"/>
                </a:solidFill>
                <a:highlight>
                  <a:srgbClr val="FFFFFF"/>
                </a:highlight>
                <a:latin typeface="Consolas"/>
                <a:ea typeface="Consolas"/>
                <a:cs typeface="Consolas"/>
                <a:sym typeface="Consolas"/>
              </a:rPr>
              <a:t>	argv[2] = 0;</a:t>
            </a:r>
            <a:br>
              <a:rPr lang="en">
                <a:solidFill>
                  <a:srgbClr val="000000"/>
                </a:solidFill>
                <a:highlight>
                  <a:srgbClr val="FFFFFF"/>
                </a:highlight>
                <a:latin typeface="Consolas"/>
                <a:ea typeface="Consolas"/>
                <a:cs typeface="Consolas"/>
                <a:sym typeface="Consolas"/>
              </a:rPr>
            </a:br>
            <a:br>
              <a:rPr lang="en">
                <a:solidFill>
                  <a:srgbClr val="000000"/>
                </a:solidFill>
                <a:highlight>
                  <a:srgbClr val="FFFFFF"/>
                </a:highlight>
                <a:latin typeface="Consolas"/>
                <a:ea typeface="Consolas"/>
                <a:cs typeface="Consolas"/>
                <a:sym typeface="Consolas"/>
              </a:rPr>
            </a:br>
            <a:br>
              <a:rPr lang="en">
                <a:solidFill>
                  <a:srgbClr val="000000"/>
                </a:solidFill>
                <a:highlight>
                  <a:srgbClr val="FFFFFF"/>
                </a:highlight>
                <a:latin typeface="Consolas"/>
                <a:ea typeface="Consolas"/>
                <a:cs typeface="Consolas"/>
                <a:sym typeface="Consolas"/>
              </a:rPr>
            </a:br>
            <a:r>
              <a:rPr lang="en">
                <a:solidFill>
                  <a:srgbClr val="000000"/>
                </a:solidFill>
                <a:highlight>
                  <a:srgbClr val="FFFFFF"/>
                </a:highlight>
                <a:latin typeface="Consolas"/>
                <a:ea typeface="Consolas"/>
                <a:cs typeface="Consolas"/>
                <a:sym typeface="Consolas"/>
              </a:rPr>
              <a:t>    printf(</a:t>
            </a:r>
            <a:r>
              <a:rPr lang="en">
                <a:solidFill>
                  <a:srgbClr val="888888"/>
                </a:solidFill>
                <a:highlight>
                  <a:srgbClr val="FFFFFF"/>
                </a:highlight>
                <a:latin typeface="Consolas"/>
                <a:ea typeface="Consolas"/>
                <a:cs typeface="Consolas"/>
                <a:sym typeface="Consolas"/>
              </a:rPr>
              <a:t>"este es un proceso cuyo pid es: %i \n"</a:t>
            </a:r>
            <a:r>
              <a:rPr lang="en">
                <a:solidFill>
                  <a:srgbClr val="000000"/>
                </a:solidFill>
                <a:highlight>
                  <a:srgbClr val="FFFFFF"/>
                </a:highlight>
                <a:latin typeface="Consolas"/>
                <a:ea typeface="Consolas"/>
                <a:cs typeface="Consolas"/>
                <a:sym typeface="Consolas"/>
              </a:rPr>
              <a:t>,getpid());</a:t>
            </a:r>
            <a:br>
              <a:rPr lang="en">
                <a:solidFill>
                  <a:srgbClr val="000000"/>
                </a:solidFill>
                <a:highlight>
                  <a:srgbClr val="FFFFFF"/>
                </a:highlight>
                <a:latin typeface="Consolas"/>
                <a:ea typeface="Consolas"/>
                <a:cs typeface="Consolas"/>
                <a:sym typeface="Consolas"/>
              </a:rPr>
            </a:br>
            <a:r>
              <a:rPr lang="en">
                <a:solidFill>
                  <a:srgbClr val="000000"/>
                </a:solidFill>
                <a:highlight>
                  <a:srgbClr val="FFFFFF"/>
                </a:highlight>
                <a:latin typeface="Consolas"/>
                <a:ea typeface="Consolas"/>
                <a:cs typeface="Consolas"/>
                <a:sym typeface="Consolas"/>
              </a:rPr>
              <a:t>    printf(</a:t>
            </a:r>
            <a:r>
              <a:rPr lang="en">
                <a:solidFill>
                  <a:srgbClr val="888888"/>
                </a:solidFill>
                <a:highlight>
                  <a:srgbClr val="FFFFFF"/>
                </a:highlight>
                <a:latin typeface="Consolas"/>
                <a:ea typeface="Consolas"/>
                <a:cs typeface="Consolas"/>
                <a:sym typeface="Consolas"/>
              </a:rPr>
              <a:t>"Ahora lo vamos a pisar y hacer que el mismo proceso\n"</a:t>
            </a:r>
            <a:r>
              <a:rPr lang="en">
                <a:solidFill>
                  <a:srgbClr val="000000"/>
                </a:solidFill>
                <a:highlight>
                  <a:srgbClr val="FFFFFF"/>
                </a:highlight>
                <a:latin typeface="Consolas"/>
                <a:ea typeface="Consolas"/>
                <a:cs typeface="Consolas"/>
                <a:sym typeface="Consolas"/>
              </a:rPr>
              <a:t>);</a:t>
            </a:r>
            <a:br>
              <a:rPr lang="en">
                <a:solidFill>
                  <a:srgbClr val="000000"/>
                </a:solidFill>
                <a:highlight>
                  <a:srgbClr val="FFFFFF"/>
                </a:highlight>
                <a:latin typeface="Consolas"/>
                <a:ea typeface="Consolas"/>
                <a:cs typeface="Consolas"/>
                <a:sym typeface="Consolas"/>
              </a:rPr>
            </a:br>
            <a:r>
              <a:rPr lang="en">
                <a:solidFill>
                  <a:srgbClr val="000000"/>
                </a:solidFill>
                <a:highlight>
                  <a:srgbClr val="FFFFFF"/>
                </a:highlight>
                <a:latin typeface="Consolas"/>
                <a:ea typeface="Consolas"/>
                <a:cs typeface="Consolas"/>
                <a:sym typeface="Consolas"/>
              </a:rPr>
              <a:t>    printf(</a:t>
            </a:r>
            <a:r>
              <a:rPr lang="en">
                <a:solidFill>
                  <a:srgbClr val="888888"/>
                </a:solidFill>
                <a:highlight>
                  <a:srgbClr val="FFFFFF"/>
                </a:highlight>
                <a:latin typeface="Consolas"/>
                <a:ea typeface="Consolas"/>
                <a:cs typeface="Consolas"/>
                <a:sym typeface="Consolas"/>
              </a:rPr>
              <a:t>"ejecute un programa perdiendo todo y sustituyendo \n"</a:t>
            </a:r>
            <a:r>
              <a:rPr lang="en">
                <a:solidFill>
                  <a:srgbClr val="000000"/>
                </a:solidFill>
                <a:highlight>
                  <a:srgbClr val="FFFFFF"/>
                </a:highlight>
                <a:latin typeface="Consolas"/>
                <a:ea typeface="Consolas"/>
                <a:cs typeface="Consolas"/>
                <a:sym typeface="Consolas"/>
              </a:rPr>
              <a:t>);</a:t>
            </a:r>
            <a:br>
              <a:rPr lang="en">
                <a:solidFill>
                  <a:srgbClr val="000000"/>
                </a:solidFill>
                <a:highlight>
                  <a:srgbClr val="FFFFFF"/>
                </a:highlight>
                <a:latin typeface="Consolas"/>
                <a:ea typeface="Consolas"/>
                <a:cs typeface="Consolas"/>
                <a:sym typeface="Consolas"/>
              </a:rPr>
            </a:br>
            <a:r>
              <a:rPr lang="en">
                <a:solidFill>
                  <a:srgbClr val="000000"/>
                </a:solidFill>
                <a:highlight>
                  <a:srgbClr val="FFFFFF"/>
                </a:highlight>
                <a:latin typeface="Consolas"/>
                <a:ea typeface="Consolas"/>
                <a:cs typeface="Consolas"/>
                <a:sym typeface="Consolas"/>
              </a:rPr>
              <a:t>    printf(</a:t>
            </a:r>
            <a:r>
              <a:rPr lang="en">
                <a:solidFill>
                  <a:srgbClr val="888888"/>
                </a:solidFill>
                <a:highlight>
                  <a:srgbClr val="FFFFFF"/>
                </a:highlight>
                <a:latin typeface="Consolas"/>
                <a:ea typeface="Consolas"/>
                <a:cs typeface="Consolas"/>
                <a:sym typeface="Consolas"/>
              </a:rPr>
              <a:t>"todo por el nuevo programa que se iniciara a ejecutar \n"</a:t>
            </a:r>
            <a:r>
              <a:rPr lang="en">
                <a:solidFill>
                  <a:srgbClr val="000000"/>
                </a:solidFill>
                <a:highlight>
                  <a:srgbClr val="FFFFFF"/>
                </a:highlight>
                <a:latin typeface="Consolas"/>
                <a:ea typeface="Consolas"/>
                <a:cs typeface="Consolas"/>
                <a:sym typeface="Consolas"/>
              </a:rPr>
              <a:t>);</a:t>
            </a:r>
            <a:br>
              <a:rPr lang="en">
                <a:solidFill>
                  <a:srgbClr val="000000"/>
                </a:solidFill>
                <a:highlight>
                  <a:srgbClr val="FFFFFF"/>
                </a:highlight>
                <a:latin typeface="Consolas"/>
                <a:ea typeface="Consolas"/>
                <a:cs typeface="Consolas"/>
                <a:sym typeface="Consolas"/>
              </a:rPr>
            </a:br>
            <a:br>
              <a:rPr lang="en">
                <a:solidFill>
                  <a:srgbClr val="000000"/>
                </a:solidFill>
                <a:highlight>
                  <a:srgbClr val="FFFFFF"/>
                </a:highlight>
                <a:latin typeface="Consolas"/>
                <a:ea typeface="Consolas"/>
                <a:cs typeface="Consolas"/>
                <a:sym typeface="Consolas"/>
              </a:rPr>
            </a:br>
            <a:r>
              <a:rPr lang="en">
                <a:solidFill>
                  <a:srgbClr val="000000"/>
                </a:solidFill>
                <a:highlight>
                  <a:srgbClr val="FFFFFF"/>
                </a:highlight>
                <a:latin typeface="Consolas"/>
                <a:ea typeface="Consolas"/>
                <a:cs typeface="Consolas"/>
                <a:sym typeface="Consolas"/>
              </a:rPr>
              <a:t>	execve(</a:t>
            </a:r>
            <a:r>
              <a:rPr lang="en">
                <a:solidFill>
                  <a:srgbClr val="888888"/>
                </a:solidFill>
                <a:highlight>
                  <a:srgbClr val="FFFFFF"/>
                </a:highlight>
                <a:latin typeface="Consolas"/>
                <a:ea typeface="Consolas"/>
                <a:cs typeface="Consolas"/>
                <a:sym typeface="Consolas"/>
              </a:rPr>
              <a:t>"/bin/echo"</a:t>
            </a:r>
            <a:r>
              <a:rPr lang="en">
                <a:solidFill>
                  <a:srgbClr val="000000"/>
                </a:solidFill>
                <a:highlight>
                  <a:srgbClr val="FFFFFF"/>
                </a:highlight>
                <a:latin typeface="Consolas"/>
                <a:ea typeface="Consolas"/>
                <a:cs typeface="Consolas"/>
                <a:sym typeface="Consolas"/>
              </a:rPr>
              <a:t>, argv, NULL);</a:t>
            </a:r>
            <a:br>
              <a:rPr lang="en">
                <a:solidFill>
                  <a:srgbClr val="000000"/>
                </a:solidFill>
                <a:highlight>
                  <a:srgbClr val="FFFFFF"/>
                </a:highlight>
                <a:latin typeface="Consolas"/>
                <a:ea typeface="Consolas"/>
                <a:cs typeface="Consolas"/>
                <a:sym typeface="Consolas"/>
              </a:rPr>
            </a:br>
            <a:r>
              <a:rPr lang="en">
                <a:solidFill>
                  <a:srgbClr val="000000"/>
                </a:solidFill>
                <a:highlight>
                  <a:srgbClr val="FFFFFF"/>
                </a:highlight>
                <a:latin typeface="Consolas"/>
                <a:ea typeface="Consolas"/>
                <a:cs typeface="Consolas"/>
                <a:sym typeface="Consolas"/>
              </a:rPr>
              <a:t>    </a:t>
            </a:r>
            <a:br>
              <a:rPr lang="en">
                <a:solidFill>
                  <a:srgbClr val="000000"/>
                </a:solidFill>
                <a:highlight>
                  <a:srgbClr val="FFFFFF"/>
                </a:highlight>
                <a:latin typeface="Consolas"/>
                <a:ea typeface="Consolas"/>
                <a:cs typeface="Consolas"/>
                <a:sym typeface="Consolas"/>
              </a:rPr>
            </a:br>
            <a:r>
              <a:rPr lang="en">
                <a:solidFill>
                  <a:srgbClr val="000000"/>
                </a:solidFill>
                <a:highlight>
                  <a:srgbClr val="FFFFFF"/>
                </a:highlight>
                <a:latin typeface="Consolas"/>
                <a:ea typeface="Consolas"/>
                <a:cs typeface="Consolas"/>
                <a:sym typeface="Consolas"/>
              </a:rPr>
              <a:t>	printf(</a:t>
            </a:r>
            <a:r>
              <a:rPr lang="en">
                <a:solidFill>
                  <a:srgbClr val="888888"/>
                </a:solidFill>
                <a:highlight>
                  <a:srgbClr val="FFFFFF"/>
                </a:highlight>
                <a:latin typeface="Consolas"/>
                <a:ea typeface="Consolas"/>
                <a:cs typeface="Consolas"/>
                <a:sym typeface="Consolas"/>
              </a:rPr>
              <a:t>"exec error\n"</a:t>
            </a:r>
            <a:r>
              <a:rPr lang="en">
                <a:solidFill>
                  <a:srgbClr val="000000"/>
                </a:solidFill>
                <a:highlight>
                  <a:srgbClr val="FFFFFF"/>
                </a:highlight>
                <a:latin typeface="Consolas"/>
                <a:ea typeface="Consolas"/>
                <a:cs typeface="Consolas"/>
                <a:sym typeface="Consolas"/>
              </a:rPr>
              <a:t>);</a:t>
            </a:r>
            <a:br>
              <a:rPr lang="en">
                <a:solidFill>
                  <a:srgbClr val="000000"/>
                </a:solidFill>
                <a:highlight>
                  <a:srgbClr val="FFFFFF"/>
                </a:highlight>
                <a:latin typeface="Consolas"/>
                <a:ea typeface="Consolas"/>
                <a:cs typeface="Consolas"/>
                <a:sym typeface="Consolas"/>
              </a:rPr>
            </a:br>
            <a:r>
              <a:rPr lang="en">
                <a:solidFill>
                  <a:srgbClr val="000000"/>
                </a:solidFill>
                <a:highlight>
                  <a:srgbClr val="FFFFFF"/>
                </a:highlight>
                <a:latin typeface="Consolas"/>
                <a:ea typeface="Consolas"/>
                <a:cs typeface="Consolas"/>
                <a:sym typeface="Consolas"/>
              </a:rPr>
              <a:t>	printf(</a:t>
            </a:r>
            <a:r>
              <a:rPr lang="en">
                <a:solidFill>
                  <a:srgbClr val="888888"/>
                </a:solidFill>
                <a:highlight>
                  <a:srgbClr val="FFFFFF"/>
                </a:highlight>
                <a:latin typeface="Consolas"/>
                <a:ea typeface="Consolas"/>
                <a:cs typeface="Consolas"/>
                <a:sym typeface="Consolas"/>
              </a:rPr>
              <a:t>"esto nunca se ejecuta\n"</a:t>
            </a:r>
            <a:r>
              <a:rPr lang="en">
                <a:solidFill>
                  <a:srgbClr val="000000"/>
                </a:solidFill>
                <a:highlight>
                  <a:srgbClr val="FFFFFF"/>
                </a:highlight>
                <a:latin typeface="Consolas"/>
                <a:ea typeface="Consolas"/>
                <a:cs typeface="Consolas"/>
                <a:sym typeface="Consolas"/>
              </a:rPr>
              <a:t>);</a:t>
            </a:r>
            <a:br>
              <a:rPr lang="en">
                <a:solidFill>
                  <a:srgbClr val="000000"/>
                </a:solidFill>
                <a:highlight>
                  <a:srgbClr val="FFFFFF"/>
                </a:highlight>
                <a:latin typeface="Consolas"/>
                <a:ea typeface="Consolas"/>
                <a:cs typeface="Consolas"/>
                <a:sym typeface="Consolas"/>
              </a:rPr>
            </a:br>
            <a:r>
              <a:rPr lang="en">
                <a:solidFill>
                  <a:srgbClr val="000000"/>
                </a:solidFill>
                <a:highlight>
                  <a:srgbClr val="FFFFFF"/>
                </a:highlight>
                <a:latin typeface="Consolas"/>
                <a:ea typeface="Consolas"/>
                <a:cs typeface="Consolas"/>
                <a:sym typeface="Consolas"/>
              </a:rPr>
              <a:t>}</a:t>
            </a:r>
            <a:endParaRPr>
              <a:solidFill>
                <a:srgbClr val="000000"/>
              </a:solidFill>
              <a:latin typeface="Arial"/>
              <a:ea typeface="Arial"/>
              <a:cs typeface="Arial"/>
              <a:sym typeface="Arial"/>
            </a:endParaRPr>
          </a:p>
          <a:p>
            <a:pPr indent="0" lvl="0" marL="0" rtl="0" algn="l">
              <a:lnSpc>
                <a:spcPct val="105000"/>
              </a:lnSpc>
              <a:spcBef>
                <a:spcPts val="0"/>
              </a:spcBef>
              <a:spcAft>
                <a:spcPts val="0"/>
              </a:spcAft>
              <a:buNone/>
            </a:pPr>
            <a:r>
              <a:t/>
            </a:r>
            <a:endParaRPr sz="2100"/>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0" name="Shape 780"/>
        <p:cNvGrpSpPr/>
        <p:nvPr/>
      </p:nvGrpSpPr>
      <p:grpSpPr>
        <a:xfrm>
          <a:off x="0" y="0"/>
          <a:ext cx="0" cy="0"/>
          <a:chOff x="0" y="0"/>
          <a:chExt cx="0" cy="0"/>
        </a:xfrm>
      </p:grpSpPr>
      <p:sp>
        <p:nvSpPr>
          <p:cNvPr id="781" name="Google Shape;781;p100"/>
          <p:cNvSpPr txBox="1"/>
          <p:nvPr>
            <p:ph type="title"/>
          </p:nvPr>
        </p:nvSpPr>
        <p:spPr>
          <a:xfrm>
            <a:off x="727650" y="53460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System Call execve()</a:t>
            </a:r>
            <a:endParaRPr/>
          </a:p>
        </p:txBody>
      </p:sp>
      <p:sp>
        <p:nvSpPr>
          <p:cNvPr id="782" name="Google Shape;782;p100"/>
          <p:cNvSpPr txBox="1"/>
          <p:nvPr>
            <p:ph idx="1" type="body"/>
          </p:nvPr>
        </p:nvSpPr>
        <p:spPr>
          <a:xfrm>
            <a:off x="727650" y="1218200"/>
            <a:ext cx="7688700" cy="3674400"/>
          </a:xfrm>
          <a:prstGeom prst="rect">
            <a:avLst/>
          </a:prstGeom>
        </p:spPr>
        <p:txBody>
          <a:bodyPr anchorCtr="0" anchor="t" bIns="91425" lIns="91425" spcFirstLastPara="1" rIns="91425" wrap="square" tIns="91425">
            <a:noAutofit/>
          </a:bodyPr>
          <a:lstStyle/>
          <a:p>
            <a:pPr indent="0" lvl="0" marL="0" rtl="0" algn="l">
              <a:lnSpc>
                <a:spcPct val="105000"/>
              </a:lnSpc>
              <a:spcBef>
                <a:spcPts val="0"/>
              </a:spcBef>
              <a:spcAft>
                <a:spcPts val="0"/>
              </a:spcAft>
              <a:buNone/>
            </a:pPr>
            <a:r>
              <a:rPr lang="en" sz="1900"/>
              <a:t>Y si lo combinamos con fork()...</a:t>
            </a:r>
            <a:endParaRPr sz="1900"/>
          </a:p>
          <a:p>
            <a:pPr indent="0" lvl="0" marL="0" rtl="0" algn="l">
              <a:lnSpc>
                <a:spcPct val="105000"/>
              </a:lnSpc>
              <a:spcBef>
                <a:spcPts val="0"/>
              </a:spcBef>
              <a:spcAft>
                <a:spcPts val="0"/>
              </a:spcAft>
              <a:buNone/>
            </a:pPr>
            <a:r>
              <a:t/>
            </a:r>
            <a:endParaRPr sz="1900"/>
          </a:p>
        </p:txBody>
      </p:sp>
      <p:pic>
        <p:nvPicPr>
          <p:cNvPr id="783" name="Google Shape;783;p100"/>
          <p:cNvPicPr preferRelativeResize="0"/>
          <p:nvPr/>
        </p:nvPicPr>
        <p:blipFill>
          <a:blip r:embed="rId3">
            <a:alphaModFix/>
          </a:blip>
          <a:stretch>
            <a:fillRect/>
          </a:stretch>
        </p:blipFill>
        <p:spPr>
          <a:xfrm>
            <a:off x="2615986" y="1704675"/>
            <a:ext cx="3912025" cy="3438825"/>
          </a:xfrm>
          <a:prstGeom prst="rect">
            <a:avLst/>
          </a:prstGeom>
          <a:noFill/>
          <a:ln>
            <a:noFill/>
          </a:ln>
        </p:spPr>
      </p:pic>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7" name="Shape 787"/>
        <p:cNvGrpSpPr/>
        <p:nvPr/>
      </p:nvGrpSpPr>
      <p:grpSpPr>
        <a:xfrm>
          <a:off x="0" y="0"/>
          <a:ext cx="0" cy="0"/>
          <a:chOff x="0" y="0"/>
          <a:chExt cx="0" cy="0"/>
        </a:xfrm>
      </p:grpSpPr>
      <p:sp>
        <p:nvSpPr>
          <p:cNvPr id="788" name="Google Shape;788;p101"/>
          <p:cNvSpPr txBox="1"/>
          <p:nvPr>
            <p:ph type="title"/>
          </p:nvPr>
        </p:nvSpPr>
        <p:spPr>
          <a:xfrm>
            <a:off x="56775" y="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System Call execve()</a:t>
            </a:r>
            <a:endParaRPr/>
          </a:p>
        </p:txBody>
      </p:sp>
      <p:sp>
        <p:nvSpPr>
          <p:cNvPr id="789" name="Google Shape;789;p101"/>
          <p:cNvSpPr txBox="1"/>
          <p:nvPr>
            <p:ph idx="1" type="body"/>
          </p:nvPr>
        </p:nvSpPr>
        <p:spPr>
          <a:xfrm>
            <a:off x="315700" y="535200"/>
            <a:ext cx="7688700" cy="3674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rgbClr val="000000"/>
                </a:solidFill>
                <a:highlight>
                  <a:srgbClr val="FFFFFF"/>
                </a:highlight>
                <a:latin typeface="Consolas"/>
                <a:ea typeface="Consolas"/>
                <a:cs typeface="Consolas"/>
                <a:sym typeface="Consolas"/>
              </a:rPr>
              <a:t>int</a:t>
            </a:r>
            <a:r>
              <a:rPr lang="en" sz="1200">
                <a:solidFill>
                  <a:srgbClr val="000000"/>
                </a:solidFill>
                <a:highlight>
                  <a:srgbClr val="FFFFFF"/>
                </a:highlight>
                <a:latin typeface="Consolas"/>
                <a:ea typeface="Consolas"/>
                <a:cs typeface="Consolas"/>
                <a:sym typeface="Consolas"/>
              </a:rPr>
              <a:t> main (){</a:t>
            </a:r>
            <a:br>
              <a:rPr lang="en" sz="1200">
                <a:solidFill>
                  <a:srgbClr val="000000"/>
                </a:solidFill>
                <a:highlight>
                  <a:srgbClr val="FFFFFF"/>
                </a:highlight>
                <a:latin typeface="Consolas"/>
                <a:ea typeface="Consolas"/>
                <a:cs typeface="Consolas"/>
                <a:sym typeface="Consolas"/>
              </a:rPr>
            </a:br>
            <a:r>
              <a:rPr lang="en" sz="1200">
                <a:solidFill>
                  <a:srgbClr val="000000"/>
                </a:solidFill>
                <a:highlight>
                  <a:srgbClr val="FFFFFF"/>
                </a:highlight>
                <a:latin typeface="Consolas"/>
                <a:ea typeface="Consolas"/>
                <a:cs typeface="Consolas"/>
                <a:sym typeface="Consolas"/>
              </a:rPr>
              <a:t>	</a:t>
            </a:r>
            <a:r>
              <a:rPr b="1" lang="en" sz="1200">
                <a:solidFill>
                  <a:srgbClr val="000000"/>
                </a:solidFill>
                <a:highlight>
                  <a:srgbClr val="FFFFFF"/>
                </a:highlight>
                <a:latin typeface="Consolas"/>
                <a:ea typeface="Consolas"/>
                <a:cs typeface="Consolas"/>
                <a:sym typeface="Consolas"/>
              </a:rPr>
              <a:t>char</a:t>
            </a:r>
            <a:r>
              <a:rPr lang="en" sz="1200">
                <a:solidFill>
                  <a:srgbClr val="000000"/>
                </a:solidFill>
                <a:highlight>
                  <a:srgbClr val="FFFFFF"/>
                </a:highlight>
                <a:latin typeface="Consolas"/>
                <a:ea typeface="Consolas"/>
                <a:cs typeface="Consolas"/>
                <a:sym typeface="Consolas"/>
              </a:rPr>
              <a:t> *argv[3];</a:t>
            </a:r>
            <a:br>
              <a:rPr lang="en" sz="1200">
                <a:solidFill>
                  <a:srgbClr val="000000"/>
                </a:solidFill>
                <a:highlight>
                  <a:srgbClr val="FFFFFF"/>
                </a:highlight>
                <a:latin typeface="Consolas"/>
                <a:ea typeface="Consolas"/>
                <a:cs typeface="Consolas"/>
                <a:sym typeface="Consolas"/>
              </a:rPr>
            </a:br>
            <a:r>
              <a:rPr lang="en" sz="1200">
                <a:solidFill>
                  <a:srgbClr val="000000"/>
                </a:solidFill>
                <a:highlight>
                  <a:srgbClr val="FFFFFF"/>
                </a:highlight>
                <a:latin typeface="Consolas"/>
                <a:ea typeface="Consolas"/>
                <a:cs typeface="Consolas"/>
                <a:sym typeface="Consolas"/>
              </a:rPr>
              <a:t>	</a:t>
            </a:r>
            <a:r>
              <a:rPr b="1" lang="en" sz="1200">
                <a:solidFill>
                  <a:srgbClr val="000000"/>
                </a:solidFill>
                <a:highlight>
                  <a:srgbClr val="FFFFFF"/>
                </a:highlight>
                <a:latin typeface="Consolas"/>
                <a:ea typeface="Consolas"/>
                <a:cs typeface="Consolas"/>
                <a:sym typeface="Consolas"/>
              </a:rPr>
              <a:t>int</a:t>
            </a:r>
            <a:r>
              <a:rPr lang="en" sz="1200">
                <a:solidFill>
                  <a:srgbClr val="000000"/>
                </a:solidFill>
                <a:highlight>
                  <a:srgbClr val="FFFFFF"/>
                </a:highlight>
                <a:latin typeface="Consolas"/>
                <a:ea typeface="Consolas"/>
                <a:cs typeface="Consolas"/>
                <a:sym typeface="Consolas"/>
              </a:rPr>
              <a:t> pid = fork();</a:t>
            </a:r>
            <a:br>
              <a:rPr lang="en" sz="1200">
                <a:solidFill>
                  <a:srgbClr val="000000"/>
                </a:solidFill>
                <a:highlight>
                  <a:srgbClr val="FFFFFF"/>
                </a:highlight>
                <a:latin typeface="Consolas"/>
                <a:ea typeface="Consolas"/>
                <a:cs typeface="Consolas"/>
                <a:sym typeface="Consolas"/>
              </a:rPr>
            </a:br>
            <a:r>
              <a:rPr lang="en" sz="1200">
                <a:solidFill>
                  <a:srgbClr val="000000"/>
                </a:solidFill>
                <a:highlight>
                  <a:srgbClr val="FFFFFF"/>
                </a:highlight>
                <a:latin typeface="Consolas"/>
                <a:ea typeface="Consolas"/>
                <a:cs typeface="Consolas"/>
                <a:sym typeface="Consolas"/>
              </a:rPr>
              <a:t>	</a:t>
            </a:r>
            <a:r>
              <a:rPr b="1" lang="en" sz="1200">
                <a:solidFill>
                  <a:srgbClr val="000000"/>
                </a:solidFill>
                <a:highlight>
                  <a:srgbClr val="FFFFFF"/>
                </a:highlight>
                <a:latin typeface="Consolas"/>
                <a:ea typeface="Consolas"/>
                <a:cs typeface="Consolas"/>
                <a:sym typeface="Consolas"/>
              </a:rPr>
              <a:t>if</a:t>
            </a:r>
            <a:r>
              <a:rPr lang="en" sz="1200">
                <a:solidFill>
                  <a:srgbClr val="000000"/>
                </a:solidFill>
                <a:highlight>
                  <a:srgbClr val="FFFFFF"/>
                </a:highlight>
                <a:latin typeface="Consolas"/>
                <a:ea typeface="Consolas"/>
                <a:cs typeface="Consolas"/>
                <a:sym typeface="Consolas"/>
              </a:rPr>
              <a:t>(pid == 0){</a:t>
            </a:r>
            <a:br>
              <a:rPr lang="en" sz="1200">
                <a:solidFill>
                  <a:srgbClr val="000000"/>
                </a:solidFill>
                <a:highlight>
                  <a:srgbClr val="FFFFFF"/>
                </a:highlight>
                <a:latin typeface="Consolas"/>
                <a:ea typeface="Consolas"/>
                <a:cs typeface="Consolas"/>
                <a:sym typeface="Consolas"/>
              </a:rPr>
            </a:br>
            <a:r>
              <a:rPr lang="en" sz="1200">
                <a:solidFill>
                  <a:srgbClr val="000000"/>
                </a:solidFill>
                <a:highlight>
                  <a:srgbClr val="FFFFFF"/>
                </a:highlight>
                <a:latin typeface="Consolas"/>
                <a:ea typeface="Consolas"/>
                <a:cs typeface="Consolas"/>
                <a:sym typeface="Consolas"/>
              </a:rPr>
              <a:t>    		argv[0] = </a:t>
            </a:r>
            <a:r>
              <a:rPr lang="en" sz="1200">
                <a:solidFill>
                  <a:srgbClr val="888888"/>
                </a:solidFill>
                <a:highlight>
                  <a:srgbClr val="FFFFFF"/>
                </a:highlight>
                <a:latin typeface="Consolas"/>
                <a:ea typeface="Consolas"/>
                <a:cs typeface="Consolas"/>
                <a:sym typeface="Consolas"/>
              </a:rPr>
              <a:t>"echo"</a:t>
            </a:r>
            <a:r>
              <a:rPr lang="en" sz="1200">
                <a:solidFill>
                  <a:srgbClr val="000000"/>
                </a:solidFill>
                <a:highlight>
                  <a:srgbClr val="FFFFFF"/>
                </a:highlight>
                <a:latin typeface="Consolas"/>
                <a:ea typeface="Consolas"/>
                <a:cs typeface="Consolas"/>
                <a:sym typeface="Consolas"/>
              </a:rPr>
              <a:t>;</a:t>
            </a:r>
            <a:br>
              <a:rPr lang="en" sz="1200">
                <a:solidFill>
                  <a:srgbClr val="000000"/>
                </a:solidFill>
                <a:highlight>
                  <a:srgbClr val="FFFFFF"/>
                </a:highlight>
                <a:latin typeface="Consolas"/>
                <a:ea typeface="Consolas"/>
                <a:cs typeface="Consolas"/>
                <a:sym typeface="Consolas"/>
              </a:rPr>
            </a:br>
            <a:r>
              <a:rPr lang="en" sz="1200">
                <a:solidFill>
                  <a:srgbClr val="000000"/>
                </a:solidFill>
                <a:highlight>
                  <a:srgbClr val="FFFFFF"/>
                </a:highlight>
                <a:latin typeface="Consolas"/>
                <a:ea typeface="Consolas"/>
                <a:cs typeface="Consolas"/>
                <a:sym typeface="Consolas"/>
              </a:rPr>
              <a:t>    		argv[1] = </a:t>
            </a:r>
            <a:r>
              <a:rPr lang="en" sz="1200">
                <a:solidFill>
                  <a:srgbClr val="888888"/>
                </a:solidFill>
                <a:highlight>
                  <a:srgbClr val="FFFFFF"/>
                </a:highlight>
                <a:latin typeface="Consolas"/>
                <a:ea typeface="Consolas"/>
                <a:cs typeface="Consolas"/>
                <a:sym typeface="Consolas"/>
              </a:rPr>
              <a:t>"hello yo soy el comando echo!!!"</a:t>
            </a:r>
            <a:r>
              <a:rPr lang="en" sz="1200">
                <a:solidFill>
                  <a:srgbClr val="000000"/>
                </a:solidFill>
                <a:highlight>
                  <a:srgbClr val="FFFFFF"/>
                </a:highlight>
                <a:latin typeface="Consolas"/>
                <a:ea typeface="Consolas"/>
                <a:cs typeface="Consolas"/>
                <a:sym typeface="Consolas"/>
              </a:rPr>
              <a:t>;</a:t>
            </a:r>
            <a:br>
              <a:rPr lang="en" sz="1200">
                <a:solidFill>
                  <a:srgbClr val="000000"/>
                </a:solidFill>
                <a:highlight>
                  <a:srgbClr val="FFFFFF"/>
                </a:highlight>
                <a:latin typeface="Consolas"/>
                <a:ea typeface="Consolas"/>
                <a:cs typeface="Consolas"/>
                <a:sym typeface="Consolas"/>
              </a:rPr>
            </a:br>
            <a:r>
              <a:rPr lang="en" sz="1200">
                <a:solidFill>
                  <a:srgbClr val="000000"/>
                </a:solidFill>
                <a:highlight>
                  <a:srgbClr val="FFFFFF"/>
                </a:highlight>
                <a:latin typeface="Consolas"/>
                <a:ea typeface="Consolas"/>
                <a:cs typeface="Consolas"/>
                <a:sym typeface="Consolas"/>
              </a:rPr>
              <a:t>    		argv[2] = 0;</a:t>
            </a:r>
            <a:br>
              <a:rPr lang="en" sz="1200">
                <a:solidFill>
                  <a:srgbClr val="000000"/>
                </a:solidFill>
                <a:highlight>
                  <a:srgbClr val="FFFFFF"/>
                </a:highlight>
                <a:latin typeface="Consolas"/>
                <a:ea typeface="Consolas"/>
                <a:cs typeface="Consolas"/>
                <a:sym typeface="Consolas"/>
              </a:rPr>
            </a:br>
            <a:r>
              <a:rPr lang="en" sz="1200">
                <a:solidFill>
                  <a:srgbClr val="000000"/>
                </a:solidFill>
                <a:highlight>
                  <a:srgbClr val="FFFFFF"/>
                </a:highlight>
                <a:latin typeface="Consolas"/>
                <a:ea typeface="Consolas"/>
                <a:cs typeface="Consolas"/>
                <a:sym typeface="Consolas"/>
              </a:rPr>
              <a:t>   	 </a:t>
            </a:r>
            <a:br>
              <a:rPr lang="en" sz="1200">
                <a:solidFill>
                  <a:srgbClr val="000000"/>
                </a:solidFill>
                <a:highlight>
                  <a:srgbClr val="FFFFFF"/>
                </a:highlight>
                <a:latin typeface="Consolas"/>
                <a:ea typeface="Consolas"/>
                <a:cs typeface="Consolas"/>
                <a:sym typeface="Consolas"/>
              </a:rPr>
            </a:br>
            <a:r>
              <a:rPr lang="en" sz="1200">
                <a:solidFill>
                  <a:srgbClr val="000000"/>
                </a:solidFill>
                <a:highlight>
                  <a:srgbClr val="FFFFFF"/>
                </a:highlight>
                <a:latin typeface="Consolas"/>
                <a:ea typeface="Consolas"/>
                <a:cs typeface="Consolas"/>
                <a:sym typeface="Consolas"/>
              </a:rPr>
              <a:t>    		execve(</a:t>
            </a:r>
            <a:r>
              <a:rPr lang="en" sz="1200">
                <a:solidFill>
                  <a:srgbClr val="888888"/>
                </a:solidFill>
                <a:highlight>
                  <a:srgbClr val="FFFFFF"/>
                </a:highlight>
                <a:latin typeface="Consolas"/>
                <a:ea typeface="Consolas"/>
                <a:cs typeface="Consolas"/>
                <a:sym typeface="Consolas"/>
              </a:rPr>
              <a:t>"/bin/echo"</a:t>
            </a:r>
            <a:r>
              <a:rPr lang="en" sz="1200">
                <a:solidFill>
                  <a:srgbClr val="000000"/>
                </a:solidFill>
                <a:highlight>
                  <a:srgbClr val="FFFFFF"/>
                </a:highlight>
                <a:latin typeface="Consolas"/>
                <a:ea typeface="Consolas"/>
                <a:cs typeface="Consolas"/>
                <a:sym typeface="Consolas"/>
              </a:rPr>
              <a:t>, argv, NULL);</a:t>
            </a:r>
            <a:br>
              <a:rPr lang="en" sz="1200">
                <a:solidFill>
                  <a:srgbClr val="000000"/>
                </a:solidFill>
                <a:highlight>
                  <a:srgbClr val="FFFFFF"/>
                </a:highlight>
                <a:latin typeface="Consolas"/>
                <a:ea typeface="Consolas"/>
                <a:cs typeface="Consolas"/>
                <a:sym typeface="Consolas"/>
              </a:rPr>
            </a:br>
            <a:r>
              <a:rPr lang="en" sz="1200">
                <a:solidFill>
                  <a:srgbClr val="000000"/>
                </a:solidFill>
                <a:highlight>
                  <a:srgbClr val="FFFFFF"/>
                </a:highlight>
                <a:latin typeface="Consolas"/>
                <a:ea typeface="Consolas"/>
                <a:cs typeface="Consolas"/>
                <a:sym typeface="Consolas"/>
              </a:rPr>
              <a:t>    		printf(</a:t>
            </a:r>
            <a:r>
              <a:rPr lang="en" sz="1200">
                <a:solidFill>
                  <a:srgbClr val="888888"/>
                </a:solidFill>
                <a:highlight>
                  <a:srgbClr val="FFFFFF"/>
                </a:highlight>
                <a:latin typeface="Consolas"/>
                <a:ea typeface="Consolas"/>
                <a:cs typeface="Consolas"/>
                <a:sym typeface="Consolas"/>
              </a:rPr>
              <a:t>"esto no debe ejecutarse\n"</a:t>
            </a:r>
            <a:r>
              <a:rPr lang="en" sz="1200">
                <a:solidFill>
                  <a:srgbClr val="000000"/>
                </a:solidFill>
                <a:highlight>
                  <a:srgbClr val="FFFFFF"/>
                </a:highlight>
                <a:latin typeface="Consolas"/>
                <a:ea typeface="Consolas"/>
                <a:cs typeface="Consolas"/>
                <a:sym typeface="Consolas"/>
              </a:rPr>
              <a:t>);</a:t>
            </a:r>
            <a:br>
              <a:rPr lang="en" sz="1200">
                <a:solidFill>
                  <a:srgbClr val="000000"/>
                </a:solidFill>
                <a:highlight>
                  <a:srgbClr val="FFFFFF"/>
                </a:highlight>
                <a:latin typeface="Consolas"/>
                <a:ea typeface="Consolas"/>
                <a:cs typeface="Consolas"/>
                <a:sym typeface="Consolas"/>
              </a:rPr>
            </a:br>
            <a:r>
              <a:rPr lang="en" sz="1200">
                <a:solidFill>
                  <a:srgbClr val="000000"/>
                </a:solidFill>
                <a:highlight>
                  <a:srgbClr val="FFFFFF"/>
                </a:highlight>
                <a:latin typeface="Consolas"/>
                <a:ea typeface="Consolas"/>
                <a:cs typeface="Consolas"/>
                <a:sym typeface="Consolas"/>
              </a:rPr>
              <a:t>	} </a:t>
            </a:r>
            <a:r>
              <a:rPr b="1" lang="en" sz="1200">
                <a:solidFill>
                  <a:srgbClr val="000000"/>
                </a:solidFill>
                <a:highlight>
                  <a:srgbClr val="FFFFFF"/>
                </a:highlight>
                <a:latin typeface="Consolas"/>
                <a:ea typeface="Consolas"/>
                <a:cs typeface="Consolas"/>
                <a:sym typeface="Consolas"/>
              </a:rPr>
              <a:t>else</a:t>
            </a:r>
            <a:r>
              <a:rPr lang="en" sz="1200">
                <a:solidFill>
                  <a:srgbClr val="000000"/>
                </a:solidFill>
                <a:highlight>
                  <a:srgbClr val="FFFFFF"/>
                </a:highlight>
                <a:latin typeface="Consolas"/>
                <a:ea typeface="Consolas"/>
                <a:cs typeface="Consolas"/>
                <a:sym typeface="Consolas"/>
              </a:rPr>
              <a:t> </a:t>
            </a:r>
            <a:r>
              <a:rPr b="1" lang="en" sz="1200">
                <a:solidFill>
                  <a:srgbClr val="000000"/>
                </a:solidFill>
                <a:highlight>
                  <a:srgbClr val="FFFFFF"/>
                </a:highlight>
                <a:latin typeface="Consolas"/>
                <a:ea typeface="Consolas"/>
                <a:cs typeface="Consolas"/>
                <a:sym typeface="Consolas"/>
              </a:rPr>
              <a:t>if</a:t>
            </a:r>
            <a:r>
              <a:rPr lang="en" sz="1200">
                <a:solidFill>
                  <a:srgbClr val="000000"/>
                </a:solidFill>
                <a:highlight>
                  <a:srgbClr val="FFFFFF"/>
                </a:highlight>
                <a:latin typeface="Consolas"/>
                <a:ea typeface="Consolas"/>
                <a:cs typeface="Consolas"/>
                <a:sym typeface="Consolas"/>
              </a:rPr>
              <a:t>(pid &gt; 0){</a:t>
            </a:r>
            <a:br>
              <a:rPr lang="en" sz="1200">
                <a:solidFill>
                  <a:srgbClr val="000000"/>
                </a:solidFill>
                <a:highlight>
                  <a:srgbClr val="FFFFFF"/>
                </a:highlight>
                <a:latin typeface="Consolas"/>
                <a:ea typeface="Consolas"/>
                <a:cs typeface="Consolas"/>
                <a:sym typeface="Consolas"/>
              </a:rPr>
            </a:br>
            <a:r>
              <a:rPr lang="en" sz="1200">
                <a:solidFill>
                  <a:srgbClr val="000000"/>
                </a:solidFill>
                <a:highlight>
                  <a:srgbClr val="FFFFFF"/>
                </a:highlight>
                <a:latin typeface="Consolas"/>
                <a:ea typeface="Consolas"/>
                <a:cs typeface="Consolas"/>
                <a:sym typeface="Consolas"/>
              </a:rPr>
              <a:t>   	 </a:t>
            </a:r>
            <a:br>
              <a:rPr lang="en" sz="1200">
                <a:solidFill>
                  <a:srgbClr val="000000"/>
                </a:solidFill>
                <a:highlight>
                  <a:srgbClr val="FFFFFF"/>
                </a:highlight>
                <a:latin typeface="Consolas"/>
                <a:ea typeface="Consolas"/>
                <a:cs typeface="Consolas"/>
                <a:sym typeface="Consolas"/>
              </a:rPr>
            </a:br>
            <a:r>
              <a:rPr lang="en" sz="1200">
                <a:solidFill>
                  <a:srgbClr val="000000"/>
                </a:solidFill>
                <a:highlight>
                  <a:srgbClr val="FFFFFF"/>
                </a:highlight>
                <a:latin typeface="Consolas"/>
                <a:ea typeface="Consolas"/>
                <a:cs typeface="Consolas"/>
                <a:sym typeface="Consolas"/>
              </a:rPr>
              <a:t>    	printf(</a:t>
            </a:r>
            <a:r>
              <a:rPr lang="en" sz="1200">
                <a:solidFill>
                  <a:srgbClr val="888888"/>
                </a:solidFill>
                <a:highlight>
                  <a:srgbClr val="FFFFFF"/>
                </a:highlight>
                <a:latin typeface="Consolas"/>
                <a:ea typeface="Consolas"/>
                <a:cs typeface="Consolas"/>
                <a:sym typeface="Consolas"/>
              </a:rPr>
              <a:t>"parent: child=%d\n"</a:t>
            </a:r>
            <a:r>
              <a:rPr lang="en" sz="1200">
                <a:solidFill>
                  <a:srgbClr val="000000"/>
                </a:solidFill>
                <a:highlight>
                  <a:srgbClr val="FFFFFF"/>
                </a:highlight>
                <a:latin typeface="Consolas"/>
                <a:ea typeface="Consolas"/>
                <a:cs typeface="Consolas"/>
                <a:sym typeface="Consolas"/>
              </a:rPr>
              <a:t>, pid);</a:t>
            </a:r>
            <a:br>
              <a:rPr lang="en" sz="1200">
                <a:solidFill>
                  <a:srgbClr val="000000"/>
                </a:solidFill>
                <a:highlight>
                  <a:srgbClr val="FFFFFF"/>
                </a:highlight>
                <a:latin typeface="Consolas"/>
                <a:ea typeface="Consolas"/>
                <a:cs typeface="Consolas"/>
                <a:sym typeface="Consolas"/>
              </a:rPr>
            </a:br>
            <a:r>
              <a:rPr lang="en" sz="1200">
                <a:solidFill>
                  <a:srgbClr val="000000"/>
                </a:solidFill>
                <a:highlight>
                  <a:srgbClr val="FFFFFF"/>
                </a:highlight>
                <a:latin typeface="Consolas"/>
                <a:ea typeface="Consolas"/>
                <a:cs typeface="Consolas"/>
                <a:sym typeface="Consolas"/>
              </a:rPr>
              <a:t>    	pid = wait((</a:t>
            </a:r>
            <a:r>
              <a:rPr b="1" lang="en" sz="1200">
                <a:solidFill>
                  <a:srgbClr val="000000"/>
                </a:solidFill>
                <a:highlight>
                  <a:srgbClr val="FFFFFF"/>
                </a:highlight>
                <a:latin typeface="Consolas"/>
                <a:ea typeface="Consolas"/>
                <a:cs typeface="Consolas"/>
                <a:sym typeface="Consolas"/>
              </a:rPr>
              <a:t>int</a:t>
            </a:r>
            <a:r>
              <a:rPr lang="en" sz="1200">
                <a:solidFill>
                  <a:srgbClr val="000000"/>
                </a:solidFill>
                <a:highlight>
                  <a:srgbClr val="FFFFFF"/>
                </a:highlight>
                <a:latin typeface="Consolas"/>
                <a:ea typeface="Consolas"/>
                <a:cs typeface="Consolas"/>
                <a:sym typeface="Consolas"/>
              </a:rPr>
              <a:t> *) 0);</a:t>
            </a:r>
            <a:br>
              <a:rPr lang="en" sz="1200">
                <a:solidFill>
                  <a:srgbClr val="000000"/>
                </a:solidFill>
                <a:highlight>
                  <a:srgbClr val="FFFFFF"/>
                </a:highlight>
                <a:latin typeface="Consolas"/>
                <a:ea typeface="Consolas"/>
                <a:cs typeface="Consolas"/>
                <a:sym typeface="Consolas"/>
              </a:rPr>
            </a:br>
            <a:r>
              <a:rPr lang="en" sz="1200">
                <a:solidFill>
                  <a:srgbClr val="000000"/>
                </a:solidFill>
                <a:highlight>
                  <a:srgbClr val="FFFFFF"/>
                </a:highlight>
                <a:latin typeface="Consolas"/>
                <a:ea typeface="Consolas"/>
                <a:cs typeface="Consolas"/>
                <a:sym typeface="Consolas"/>
              </a:rPr>
              <a:t>    	printf(</a:t>
            </a:r>
            <a:r>
              <a:rPr lang="en" sz="1200">
                <a:solidFill>
                  <a:srgbClr val="888888"/>
                </a:solidFill>
                <a:highlight>
                  <a:srgbClr val="FFFFFF"/>
                </a:highlight>
                <a:latin typeface="Consolas"/>
                <a:ea typeface="Consolas"/>
                <a:cs typeface="Consolas"/>
                <a:sym typeface="Consolas"/>
              </a:rPr>
              <a:t>"child %d is done\n"</a:t>
            </a:r>
            <a:r>
              <a:rPr lang="en" sz="1200">
                <a:solidFill>
                  <a:srgbClr val="000000"/>
                </a:solidFill>
                <a:highlight>
                  <a:srgbClr val="FFFFFF"/>
                </a:highlight>
                <a:latin typeface="Consolas"/>
                <a:ea typeface="Consolas"/>
                <a:cs typeface="Consolas"/>
                <a:sym typeface="Consolas"/>
              </a:rPr>
              <a:t>, pid);</a:t>
            </a:r>
            <a:br>
              <a:rPr lang="en" sz="1200">
                <a:solidFill>
                  <a:srgbClr val="000000"/>
                </a:solidFill>
                <a:highlight>
                  <a:srgbClr val="FFFFFF"/>
                </a:highlight>
                <a:latin typeface="Consolas"/>
                <a:ea typeface="Consolas"/>
                <a:cs typeface="Consolas"/>
                <a:sym typeface="Consolas"/>
              </a:rPr>
            </a:br>
            <a:r>
              <a:rPr lang="en" sz="1200">
                <a:solidFill>
                  <a:srgbClr val="000000"/>
                </a:solidFill>
                <a:highlight>
                  <a:srgbClr val="FFFFFF"/>
                </a:highlight>
                <a:latin typeface="Consolas"/>
                <a:ea typeface="Consolas"/>
                <a:cs typeface="Consolas"/>
                <a:sym typeface="Consolas"/>
              </a:rPr>
              <a:t>    </a:t>
            </a:r>
            <a:br>
              <a:rPr lang="en" sz="1200">
                <a:solidFill>
                  <a:srgbClr val="000000"/>
                </a:solidFill>
                <a:highlight>
                  <a:srgbClr val="FFFFFF"/>
                </a:highlight>
                <a:latin typeface="Consolas"/>
                <a:ea typeface="Consolas"/>
                <a:cs typeface="Consolas"/>
                <a:sym typeface="Consolas"/>
              </a:rPr>
            </a:br>
            <a:r>
              <a:rPr lang="en" sz="1200">
                <a:solidFill>
                  <a:srgbClr val="000000"/>
                </a:solidFill>
                <a:highlight>
                  <a:srgbClr val="FFFFFF"/>
                </a:highlight>
                <a:latin typeface="Consolas"/>
                <a:ea typeface="Consolas"/>
                <a:cs typeface="Consolas"/>
                <a:sym typeface="Consolas"/>
              </a:rPr>
              <a:t>	} </a:t>
            </a:r>
            <a:r>
              <a:rPr b="1" lang="en" sz="1200">
                <a:solidFill>
                  <a:srgbClr val="000000"/>
                </a:solidFill>
                <a:highlight>
                  <a:srgbClr val="FFFFFF"/>
                </a:highlight>
                <a:latin typeface="Consolas"/>
                <a:ea typeface="Consolas"/>
                <a:cs typeface="Consolas"/>
                <a:sym typeface="Consolas"/>
              </a:rPr>
              <a:t>else</a:t>
            </a:r>
            <a:r>
              <a:rPr lang="en" sz="1200">
                <a:solidFill>
                  <a:srgbClr val="000000"/>
                </a:solidFill>
                <a:highlight>
                  <a:srgbClr val="FFFFFF"/>
                </a:highlight>
                <a:latin typeface="Consolas"/>
                <a:ea typeface="Consolas"/>
                <a:cs typeface="Consolas"/>
                <a:sym typeface="Consolas"/>
              </a:rPr>
              <a:t> {</a:t>
            </a:r>
            <a:br>
              <a:rPr lang="en" sz="1200">
                <a:solidFill>
                  <a:srgbClr val="000000"/>
                </a:solidFill>
                <a:highlight>
                  <a:srgbClr val="FFFFFF"/>
                </a:highlight>
                <a:latin typeface="Consolas"/>
                <a:ea typeface="Consolas"/>
                <a:cs typeface="Consolas"/>
                <a:sym typeface="Consolas"/>
              </a:rPr>
            </a:br>
            <a:r>
              <a:rPr lang="en" sz="1200">
                <a:solidFill>
                  <a:srgbClr val="000000"/>
                </a:solidFill>
                <a:highlight>
                  <a:srgbClr val="FFFFFF"/>
                </a:highlight>
                <a:latin typeface="Consolas"/>
                <a:ea typeface="Consolas"/>
                <a:cs typeface="Consolas"/>
                <a:sym typeface="Consolas"/>
              </a:rPr>
              <a:t>    	printf(</a:t>
            </a:r>
            <a:r>
              <a:rPr lang="en" sz="1200">
                <a:solidFill>
                  <a:srgbClr val="888888"/>
                </a:solidFill>
                <a:highlight>
                  <a:srgbClr val="FFFFFF"/>
                </a:highlight>
                <a:latin typeface="Consolas"/>
                <a:ea typeface="Consolas"/>
                <a:cs typeface="Consolas"/>
                <a:sym typeface="Consolas"/>
              </a:rPr>
              <a:t>"fork error\n"</a:t>
            </a:r>
            <a:r>
              <a:rPr lang="en" sz="1200">
                <a:solidFill>
                  <a:srgbClr val="000000"/>
                </a:solidFill>
                <a:highlight>
                  <a:srgbClr val="FFFFFF"/>
                </a:highlight>
                <a:latin typeface="Consolas"/>
                <a:ea typeface="Consolas"/>
                <a:cs typeface="Consolas"/>
                <a:sym typeface="Consolas"/>
              </a:rPr>
              <a:t>);</a:t>
            </a:r>
            <a:br>
              <a:rPr lang="en" sz="1200">
                <a:solidFill>
                  <a:srgbClr val="000000"/>
                </a:solidFill>
                <a:highlight>
                  <a:srgbClr val="FFFFFF"/>
                </a:highlight>
                <a:latin typeface="Consolas"/>
                <a:ea typeface="Consolas"/>
                <a:cs typeface="Consolas"/>
                <a:sym typeface="Consolas"/>
              </a:rPr>
            </a:br>
            <a:r>
              <a:rPr lang="en" sz="1200">
                <a:solidFill>
                  <a:srgbClr val="000000"/>
                </a:solidFill>
                <a:highlight>
                  <a:srgbClr val="FFFFFF"/>
                </a:highlight>
                <a:latin typeface="Consolas"/>
                <a:ea typeface="Consolas"/>
                <a:cs typeface="Consolas"/>
                <a:sym typeface="Consolas"/>
              </a:rPr>
              <a:t>	}   </a:t>
            </a:r>
            <a:br>
              <a:rPr lang="en" sz="1200">
                <a:solidFill>
                  <a:srgbClr val="000000"/>
                </a:solidFill>
                <a:highlight>
                  <a:srgbClr val="FFFFFF"/>
                </a:highlight>
                <a:latin typeface="Consolas"/>
                <a:ea typeface="Consolas"/>
                <a:cs typeface="Consolas"/>
                <a:sym typeface="Consolas"/>
              </a:rPr>
            </a:br>
            <a:r>
              <a:rPr lang="en" sz="1200">
                <a:solidFill>
                  <a:srgbClr val="000000"/>
                </a:solidFill>
                <a:highlight>
                  <a:srgbClr val="FFFFFF"/>
                </a:highlight>
                <a:latin typeface="Consolas"/>
                <a:ea typeface="Consolas"/>
                <a:cs typeface="Consolas"/>
                <a:sym typeface="Consolas"/>
              </a:rPr>
              <a:t>}</a:t>
            </a:r>
            <a:endParaRPr sz="1200">
              <a:solidFill>
                <a:srgbClr val="000000"/>
              </a:solidFill>
              <a:latin typeface="Arial"/>
              <a:ea typeface="Arial"/>
              <a:cs typeface="Arial"/>
              <a:sym typeface="Arial"/>
            </a:endParaRPr>
          </a:p>
          <a:p>
            <a:pPr indent="0" lvl="0" marL="0" rtl="0" algn="l">
              <a:lnSpc>
                <a:spcPct val="105000"/>
              </a:lnSpc>
              <a:spcBef>
                <a:spcPts val="0"/>
              </a:spcBef>
              <a:spcAft>
                <a:spcPts val="0"/>
              </a:spcAft>
              <a:buNone/>
            </a:pPr>
            <a:r>
              <a:t/>
            </a:r>
            <a:endParaRPr sz="2000"/>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3" name="Shape 793"/>
        <p:cNvGrpSpPr/>
        <p:nvPr/>
      </p:nvGrpSpPr>
      <p:grpSpPr>
        <a:xfrm>
          <a:off x="0" y="0"/>
          <a:ext cx="0" cy="0"/>
          <a:chOff x="0" y="0"/>
          <a:chExt cx="0" cy="0"/>
        </a:xfrm>
      </p:grpSpPr>
      <p:sp>
        <p:nvSpPr>
          <p:cNvPr id="794" name="Google Shape;794;p102"/>
          <p:cNvSpPr txBox="1"/>
          <p:nvPr>
            <p:ph type="title"/>
          </p:nvPr>
        </p:nvSpPr>
        <p:spPr>
          <a:xfrm>
            <a:off x="727650" y="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System Call dup()</a:t>
            </a:r>
            <a:endParaRPr/>
          </a:p>
        </p:txBody>
      </p:sp>
      <p:sp>
        <p:nvSpPr>
          <p:cNvPr id="795" name="Google Shape;795;p102"/>
          <p:cNvSpPr txBox="1"/>
          <p:nvPr>
            <p:ph idx="1" type="body"/>
          </p:nvPr>
        </p:nvSpPr>
        <p:spPr>
          <a:xfrm>
            <a:off x="727650" y="633300"/>
            <a:ext cx="7688700" cy="4259400"/>
          </a:xfrm>
          <a:prstGeom prst="rect">
            <a:avLst/>
          </a:prstGeom>
        </p:spPr>
        <p:txBody>
          <a:bodyPr anchorCtr="0" anchor="t" bIns="91425" lIns="91425" spcFirstLastPara="1" rIns="91425" wrap="square" tIns="91425">
            <a:noAutofit/>
          </a:bodyPr>
          <a:lstStyle/>
          <a:p>
            <a:pPr indent="0" lvl="0" marL="0" rtl="0" algn="l">
              <a:lnSpc>
                <a:spcPct val="105000"/>
              </a:lnSpc>
              <a:spcBef>
                <a:spcPts val="0"/>
              </a:spcBef>
              <a:spcAft>
                <a:spcPts val="0"/>
              </a:spcAft>
              <a:buNone/>
            </a:pPr>
            <a:r>
              <a:rPr lang="en" sz="1900"/>
              <a:t>#include &lt;unistd.h&gt;</a:t>
            </a:r>
            <a:endParaRPr sz="1900"/>
          </a:p>
          <a:p>
            <a:pPr indent="0" lvl="0" marL="0" rtl="0" algn="l">
              <a:lnSpc>
                <a:spcPct val="105000"/>
              </a:lnSpc>
              <a:spcBef>
                <a:spcPts val="0"/>
              </a:spcBef>
              <a:spcAft>
                <a:spcPts val="0"/>
              </a:spcAft>
              <a:buNone/>
            </a:pPr>
            <a:r>
              <a:rPr lang="en" sz="1900"/>
              <a:t>int dup(int fildes);</a:t>
            </a:r>
            <a:endParaRPr sz="1900"/>
          </a:p>
          <a:p>
            <a:pPr indent="0" lvl="0" marL="0" rtl="0" algn="l">
              <a:lnSpc>
                <a:spcPct val="105000"/>
              </a:lnSpc>
              <a:spcBef>
                <a:spcPts val="0"/>
              </a:spcBef>
              <a:spcAft>
                <a:spcPts val="0"/>
              </a:spcAft>
              <a:buNone/>
            </a:pPr>
            <a:r>
              <a:rPr lang="en" sz="1900"/>
              <a:t>int dup2(int fildes, int fildes2);</a:t>
            </a:r>
            <a:endParaRPr sz="1900"/>
          </a:p>
          <a:p>
            <a:pPr indent="0" lvl="0" marL="0" rtl="0" algn="l">
              <a:lnSpc>
                <a:spcPct val="105000"/>
              </a:lnSpc>
              <a:spcBef>
                <a:spcPts val="0"/>
              </a:spcBef>
              <a:spcAft>
                <a:spcPts val="0"/>
              </a:spcAft>
              <a:buNone/>
            </a:pPr>
            <a:r>
              <a:t/>
            </a:r>
            <a:endParaRPr sz="1900"/>
          </a:p>
          <a:p>
            <a:pPr indent="0" lvl="0" marL="0" rtl="0" algn="l">
              <a:lnSpc>
                <a:spcPct val="105000"/>
              </a:lnSpc>
              <a:spcBef>
                <a:spcPts val="0"/>
              </a:spcBef>
              <a:spcAft>
                <a:spcPts val="0"/>
              </a:spcAft>
              <a:buNone/>
            </a:pPr>
            <a:r>
              <a:rPr lang="en" sz="1900"/>
              <a:t>Estas System Calls duplican un file descriptor, el cual puede ser utilizado indiferentemente entre el y el duplicado.</a:t>
            </a:r>
            <a:endParaRPr sz="1900"/>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9" name="Shape 799"/>
        <p:cNvGrpSpPr/>
        <p:nvPr/>
      </p:nvGrpSpPr>
      <p:grpSpPr>
        <a:xfrm>
          <a:off x="0" y="0"/>
          <a:ext cx="0" cy="0"/>
          <a:chOff x="0" y="0"/>
          <a:chExt cx="0" cy="0"/>
        </a:xfrm>
      </p:grpSpPr>
      <p:sp>
        <p:nvSpPr>
          <p:cNvPr id="800" name="Google Shape;800;p103"/>
          <p:cNvSpPr txBox="1"/>
          <p:nvPr>
            <p:ph type="title"/>
          </p:nvPr>
        </p:nvSpPr>
        <p:spPr>
          <a:xfrm>
            <a:off x="727650" y="-49125"/>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System Call dup()</a:t>
            </a:r>
            <a:endParaRPr/>
          </a:p>
        </p:txBody>
      </p:sp>
      <p:sp>
        <p:nvSpPr>
          <p:cNvPr id="801" name="Google Shape;801;p103"/>
          <p:cNvSpPr txBox="1"/>
          <p:nvPr>
            <p:ph idx="1" type="body"/>
          </p:nvPr>
        </p:nvSpPr>
        <p:spPr>
          <a:xfrm>
            <a:off x="727650" y="1357525"/>
            <a:ext cx="7688700" cy="3535200"/>
          </a:xfrm>
          <a:prstGeom prst="rect">
            <a:avLst/>
          </a:prstGeom>
        </p:spPr>
        <p:txBody>
          <a:bodyPr anchorCtr="0" anchor="t" bIns="91425" lIns="91425" spcFirstLastPara="1" rIns="91425" wrap="square" tIns="91425">
            <a:noAutofit/>
          </a:bodyPr>
          <a:lstStyle/>
          <a:p>
            <a:pPr indent="0" lvl="0" marL="0" rtl="0" algn="l">
              <a:lnSpc>
                <a:spcPct val="105000"/>
              </a:lnSpc>
              <a:spcBef>
                <a:spcPts val="0"/>
              </a:spcBef>
              <a:spcAft>
                <a:spcPts val="0"/>
              </a:spcAft>
              <a:buNone/>
            </a:pPr>
            <a:r>
              <a:rPr lang="en" sz="1900"/>
              <a:t>#include &lt;unistd.h&gt;</a:t>
            </a:r>
            <a:endParaRPr sz="1900"/>
          </a:p>
          <a:p>
            <a:pPr indent="0" lvl="0" marL="0" rtl="0" algn="l">
              <a:lnSpc>
                <a:spcPct val="105000"/>
              </a:lnSpc>
              <a:spcBef>
                <a:spcPts val="0"/>
              </a:spcBef>
              <a:spcAft>
                <a:spcPts val="0"/>
              </a:spcAft>
              <a:buNone/>
            </a:pPr>
            <a:r>
              <a:rPr b="1" lang="en" sz="1900"/>
              <a:t>int dup(int fildes);</a:t>
            </a:r>
            <a:endParaRPr b="1" sz="1900"/>
          </a:p>
          <a:p>
            <a:pPr indent="0" lvl="0" marL="0" rtl="0" algn="l">
              <a:lnSpc>
                <a:spcPct val="105000"/>
              </a:lnSpc>
              <a:spcBef>
                <a:spcPts val="0"/>
              </a:spcBef>
              <a:spcAft>
                <a:spcPts val="0"/>
              </a:spcAft>
              <a:buNone/>
            </a:pPr>
            <a:r>
              <a:t/>
            </a:r>
            <a:endParaRPr b="1" sz="1900"/>
          </a:p>
          <a:p>
            <a:pPr indent="0" lvl="0" marL="0" rtl="0" algn="l">
              <a:lnSpc>
                <a:spcPct val="105000"/>
              </a:lnSpc>
              <a:spcBef>
                <a:spcPts val="0"/>
              </a:spcBef>
              <a:spcAft>
                <a:spcPts val="0"/>
              </a:spcAft>
              <a:buNone/>
            </a:pPr>
            <a:r>
              <a:rPr lang="en" sz="1900"/>
              <a:t>dup() retorna un nuevo file descriptor que es copia del enviado como </a:t>
            </a:r>
            <a:r>
              <a:rPr lang="en" sz="1900"/>
              <a:t>parámetro</a:t>
            </a:r>
            <a:r>
              <a:rPr lang="en" sz="1900"/>
              <a:t>, </a:t>
            </a:r>
            <a:r>
              <a:rPr lang="en" sz="1900"/>
              <a:t>obteniendo el primer file descriptor libre que se encuentre en la </a:t>
            </a:r>
            <a:r>
              <a:rPr b="1" lang="en" sz="1900"/>
              <a:t>File Descriptor Table</a:t>
            </a:r>
            <a:r>
              <a:rPr lang="en" sz="1900"/>
              <a:t>.</a:t>
            </a:r>
            <a:endParaRPr sz="1900"/>
          </a:p>
        </p:txBody>
      </p:sp>
      <p:pic>
        <p:nvPicPr>
          <p:cNvPr id="802" name="Google Shape;802;p103"/>
          <p:cNvPicPr preferRelativeResize="0"/>
          <p:nvPr/>
        </p:nvPicPr>
        <p:blipFill>
          <a:blip r:embed="rId3">
            <a:alphaModFix/>
          </a:blip>
          <a:stretch>
            <a:fillRect/>
          </a:stretch>
        </p:blipFill>
        <p:spPr>
          <a:xfrm>
            <a:off x="3510963" y="3568500"/>
            <a:ext cx="4905375" cy="1466850"/>
          </a:xfrm>
          <a:prstGeom prst="rect">
            <a:avLst/>
          </a:prstGeom>
          <a:noFill/>
          <a:ln>
            <a:noFill/>
          </a:ln>
        </p:spPr>
      </p:pic>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6" name="Shape 806"/>
        <p:cNvGrpSpPr/>
        <p:nvPr/>
      </p:nvGrpSpPr>
      <p:grpSpPr>
        <a:xfrm>
          <a:off x="0" y="0"/>
          <a:ext cx="0" cy="0"/>
          <a:chOff x="0" y="0"/>
          <a:chExt cx="0" cy="0"/>
        </a:xfrm>
      </p:grpSpPr>
      <p:sp>
        <p:nvSpPr>
          <p:cNvPr id="807" name="Google Shape;807;p104"/>
          <p:cNvSpPr txBox="1"/>
          <p:nvPr>
            <p:ph type="title"/>
          </p:nvPr>
        </p:nvSpPr>
        <p:spPr>
          <a:xfrm>
            <a:off x="727650" y="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System Call dup()</a:t>
            </a:r>
            <a:endParaRPr/>
          </a:p>
        </p:txBody>
      </p:sp>
      <p:sp>
        <p:nvSpPr>
          <p:cNvPr id="808" name="Google Shape;808;p104"/>
          <p:cNvSpPr txBox="1"/>
          <p:nvPr/>
        </p:nvSpPr>
        <p:spPr>
          <a:xfrm>
            <a:off x="304800" y="304800"/>
            <a:ext cx="3000000" cy="30000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sz="1100"/>
          </a:p>
          <a:p>
            <a:pPr indent="0" lvl="0" marL="0" rtl="0" algn="l">
              <a:lnSpc>
                <a:spcPct val="115000"/>
              </a:lnSpc>
              <a:spcBef>
                <a:spcPts val="0"/>
              </a:spcBef>
              <a:spcAft>
                <a:spcPts val="0"/>
              </a:spcAft>
              <a:buNone/>
            </a:pPr>
            <a:r>
              <a:t/>
            </a:r>
            <a:endParaRPr sz="1100"/>
          </a:p>
        </p:txBody>
      </p:sp>
      <p:graphicFrame>
        <p:nvGraphicFramePr>
          <p:cNvPr id="809" name="Google Shape;809;p104"/>
          <p:cNvGraphicFramePr/>
          <p:nvPr/>
        </p:nvGraphicFramePr>
        <p:xfrm>
          <a:off x="551975" y="1187550"/>
          <a:ext cx="3000000" cy="3000000"/>
        </p:xfrm>
        <a:graphic>
          <a:graphicData uri="http://schemas.openxmlformats.org/drawingml/2006/table">
            <a:tbl>
              <a:tblPr>
                <a:noFill/>
                <a:tableStyleId>{13F75F61-047C-4CFA-BD21-34768C335794}</a:tableStyleId>
              </a:tblPr>
              <a:tblGrid>
                <a:gridCol w="7940075"/>
              </a:tblGrid>
              <a:tr h="2849800">
                <a:tc>
                  <a:txBody>
                    <a:bodyPr/>
                    <a:lstStyle/>
                    <a:p>
                      <a:pPr indent="0" lvl="0" marL="0" rtl="0" algn="l">
                        <a:lnSpc>
                          <a:spcPct val="115000"/>
                        </a:lnSpc>
                        <a:spcBef>
                          <a:spcPts val="0"/>
                        </a:spcBef>
                        <a:spcAft>
                          <a:spcPts val="0"/>
                        </a:spcAft>
                        <a:buNone/>
                      </a:pPr>
                      <a:r>
                        <a:rPr lang="en" sz="1100">
                          <a:solidFill>
                            <a:srgbClr val="CCCCCC"/>
                          </a:solidFill>
                          <a:highlight>
                            <a:srgbClr val="FFFFFF"/>
                          </a:highlight>
                          <a:latin typeface="Consolas"/>
                          <a:ea typeface="Consolas"/>
                          <a:cs typeface="Consolas"/>
                          <a:sym typeface="Consolas"/>
                        </a:rPr>
                        <a:t>#include&lt;stdio.h&gt;</a:t>
                      </a:r>
                      <a:br>
                        <a:rPr lang="en" sz="1100">
                          <a:highlight>
                            <a:srgbClr val="FFFFFF"/>
                          </a:highlight>
                          <a:latin typeface="Consolas"/>
                          <a:ea typeface="Consolas"/>
                          <a:cs typeface="Consolas"/>
                          <a:sym typeface="Consolas"/>
                        </a:rPr>
                      </a:br>
                      <a:r>
                        <a:rPr lang="en" sz="1100">
                          <a:solidFill>
                            <a:srgbClr val="CCCCCC"/>
                          </a:solidFill>
                          <a:highlight>
                            <a:srgbClr val="FFFFFF"/>
                          </a:highlight>
                          <a:latin typeface="Consolas"/>
                          <a:ea typeface="Consolas"/>
                          <a:cs typeface="Consolas"/>
                          <a:sym typeface="Consolas"/>
                        </a:rPr>
                        <a:t>#include&lt;unistd.h&gt;</a:t>
                      </a:r>
                      <a:br>
                        <a:rPr lang="en" sz="1100">
                          <a:highlight>
                            <a:srgbClr val="FFFFFF"/>
                          </a:highlight>
                          <a:latin typeface="Consolas"/>
                          <a:ea typeface="Consolas"/>
                          <a:cs typeface="Consolas"/>
                          <a:sym typeface="Consolas"/>
                        </a:rPr>
                      </a:br>
                      <a:br>
                        <a:rPr lang="en" sz="1100">
                          <a:highlight>
                            <a:srgbClr val="FFFFFF"/>
                          </a:highlight>
                          <a:latin typeface="Consolas"/>
                          <a:ea typeface="Consolas"/>
                          <a:cs typeface="Consolas"/>
                          <a:sym typeface="Consolas"/>
                        </a:rPr>
                      </a:br>
                      <a:br>
                        <a:rPr lang="en" sz="1100">
                          <a:highlight>
                            <a:srgbClr val="FFFFFF"/>
                          </a:highlight>
                          <a:latin typeface="Consolas"/>
                          <a:ea typeface="Consolas"/>
                          <a:cs typeface="Consolas"/>
                          <a:sym typeface="Consolas"/>
                        </a:rPr>
                      </a:br>
                      <a:r>
                        <a:rPr b="1" lang="en" sz="1100">
                          <a:highlight>
                            <a:srgbClr val="FFFFFF"/>
                          </a:highlight>
                          <a:latin typeface="Consolas"/>
                          <a:ea typeface="Consolas"/>
                          <a:cs typeface="Consolas"/>
                          <a:sym typeface="Consolas"/>
                        </a:rPr>
                        <a:t>int</a:t>
                      </a:r>
                      <a:r>
                        <a:rPr lang="en" sz="1100">
                          <a:highlight>
                            <a:srgbClr val="FFFFFF"/>
                          </a:highlight>
                          <a:latin typeface="Consolas"/>
                          <a:ea typeface="Consolas"/>
                          <a:cs typeface="Consolas"/>
                          <a:sym typeface="Consolas"/>
                        </a:rPr>
                        <a:t> main (){</a:t>
                      </a:r>
                      <a:br>
                        <a:rPr lang="en" sz="1100">
                          <a:highlight>
                            <a:srgbClr val="FFFFFF"/>
                          </a:highlight>
                          <a:latin typeface="Consolas"/>
                          <a:ea typeface="Consolas"/>
                          <a:cs typeface="Consolas"/>
                          <a:sym typeface="Consolas"/>
                        </a:rPr>
                      </a:br>
                      <a:r>
                        <a:rPr lang="en" sz="1100">
                          <a:highlight>
                            <a:srgbClr val="FFFFFF"/>
                          </a:highlight>
                          <a:latin typeface="Consolas"/>
                          <a:ea typeface="Consolas"/>
                          <a:cs typeface="Consolas"/>
                          <a:sym typeface="Consolas"/>
                        </a:rPr>
                        <a:t>    </a:t>
                      </a:r>
                      <a:br>
                        <a:rPr lang="en" sz="1100">
                          <a:highlight>
                            <a:srgbClr val="FFFFFF"/>
                          </a:highlight>
                          <a:latin typeface="Consolas"/>
                          <a:ea typeface="Consolas"/>
                          <a:cs typeface="Consolas"/>
                          <a:sym typeface="Consolas"/>
                        </a:rPr>
                      </a:br>
                      <a:r>
                        <a:rPr lang="en" sz="1100">
                          <a:highlight>
                            <a:srgbClr val="FFFFFF"/>
                          </a:highlight>
                          <a:latin typeface="Consolas"/>
                          <a:ea typeface="Consolas"/>
                          <a:cs typeface="Consolas"/>
                          <a:sym typeface="Consolas"/>
                        </a:rPr>
                        <a:t>	</a:t>
                      </a:r>
                      <a:r>
                        <a:rPr b="1" lang="en" sz="1100">
                          <a:highlight>
                            <a:srgbClr val="FFFFFF"/>
                          </a:highlight>
                          <a:latin typeface="Consolas"/>
                          <a:ea typeface="Consolas"/>
                          <a:cs typeface="Consolas"/>
                          <a:sym typeface="Consolas"/>
                        </a:rPr>
                        <a:t>int</a:t>
                      </a:r>
                      <a:r>
                        <a:rPr lang="en" sz="1100">
                          <a:highlight>
                            <a:srgbClr val="FFFFFF"/>
                          </a:highlight>
                          <a:latin typeface="Consolas"/>
                          <a:ea typeface="Consolas"/>
                          <a:cs typeface="Consolas"/>
                          <a:sym typeface="Consolas"/>
                        </a:rPr>
                        <a:t> dup_fd;</a:t>
                      </a:r>
                      <a:br>
                        <a:rPr lang="en" sz="1100">
                          <a:highlight>
                            <a:srgbClr val="FFFFFF"/>
                          </a:highlight>
                          <a:latin typeface="Consolas"/>
                          <a:ea typeface="Consolas"/>
                          <a:cs typeface="Consolas"/>
                          <a:sym typeface="Consolas"/>
                        </a:rPr>
                      </a:br>
                      <a:r>
                        <a:rPr lang="en" sz="1100">
                          <a:highlight>
                            <a:srgbClr val="FFFFFF"/>
                          </a:highlight>
                          <a:latin typeface="Consolas"/>
                          <a:ea typeface="Consolas"/>
                          <a:cs typeface="Consolas"/>
                          <a:sym typeface="Consolas"/>
                        </a:rPr>
                        <a:t>	</a:t>
                      </a:r>
                      <a:r>
                        <a:rPr b="1" lang="en" sz="1100">
                          <a:highlight>
                            <a:srgbClr val="FFFFFF"/>
                          </a:highlight>
                          <a:latin typeface="Consolas"/>
                          <a:ea typeface="Consolas"/>
                          <a:cs typeface="Consolas"/>
                          <a:sym typeface="Consolas"/>
                        </a:rPr>
                        <a:t>char</a:t>
                      </a:r>
                      <a:r>
                        <a:rPr lang="en" sz="1100">
                          <a:highlight>
                            <a:srgbClr val="FFFFFF"/>
                          </a:highlight>
                          <a:latin typeface="Consolas"/>
                          <a:ea typeface="Consolas"/>
                          <a:cs typeface="Consolas"/>
                          <a:sym typeface="Consolas"/>
                        </a:rPr>
                        <a:t> msg1[]=</a:t>
                      </a:r>
                      <a:r>
                        <a:rPr lang="en" sz="1100">
                          <a:solidFill>
                            <a:srgbClr val="888888"/>
                          </a:solidFill>
                          <a:highlight>
                            <a:srgbClr val="FFFFFF"/>
                          </a:highlight>
                          <a:latin typeface="Consolas"/>
                          <a:ea typeface="Consolas"/>
                          <a:cs typeface="Consolas"/>
                          <a:sym typeface="Consolas"/>
                        </a:rPr>
                        <a:t>"Se escribe en el stdout\n"</a:t>
                      </a:r>
                      <a:r>
                        <a:rPr lang="en" sz="1100">
                          <a:highlight>
                            <a:srgbClr val="FFFFFF"/>
                          </a:highlight>
                          <a:latin typeface="Consolas"/>
                          <a:ea typeface="Consolas"/>
                          <a:cs typeface="Consolas"/>
                          <a:sym typeface="Consolas"/>
                        </a:rPr>
                        <a:t>;</a:t>
                      </a:r>
                      <a:br>
                        <a:rPr lang="en" sz="1100">
                          <a:highlight>
                            <a:srgbClr val="FFFFFF"/>
                          </a:highlight>
                          <a:latin typeface="Consolas"/>
                          <a:ea typeface="Consolas"/>
                          <a:cs typeface="Consolas"/>
                          <a:sym typeface="Consolas"/>
                        </a:rPr>
                      </a:br>
                      <a:r>
                        <a:rPr lang="en" sz="1100">
                          <a:highlight>
                            <a:srgbClr val="FFFFFF"/>
                          </a:highlight>
                          <a:latin typeface="Consolas"/>
                          <a:ea typeface="Consolas"/>
                          <a:cs typeface="Consolas"/>
                          <a:sym typeface="Consolas"/>
                        </a:rPr>
                        <a:t>	</a:t>
                      </a:r>
                      <a:r>
                        <a:rPr b="1" lang="en" sz="1100">
                          <a:highlight>
                            <a:srgbClr val="FFFFFF"/>
                          </a:highlight>
                          <a:latin typeface="Consolas"/>
                          <a:ea typeface="Consolas"/>
                          <a:cs typeface="Consolas"/>
                          <a:sym typeface="Consolas"/>
                        </a:rPr>
                        <a:t>char</a:t>
                      </a:r>
                      <a:r>
                        <a:rPr lang="en" sz="1100">
                          <a:highlight>
                            <a:srgbClr val="FFFFFF"/>
                          </a:highlight>
                          <a:latin typeface="Consolas"/>
                          <a:ea typeface="Consolas"/>
                          <a:cs typeface="Consolas"/>
                          <a:sym typeface="Consolas"/>
                        </a:rPr>
                        <a:t> msg3[]=</a:t>
                      </a:r>
                      <a:r>
                        <a:rPr lang="en" sz="1100">
                          <a:solidFill>
                            <a:srgbClr val="888888"/>
                          </a:solidFill>
                          <a:highlight>
                            <a:srgbClr val="FFFFFF"/>
                          </a:highlight>
                          <a:latin typeface="Consolas"/>
                          <a:ea typeface="Consolas"/>
                          <a:cs typeface="Consolas"/>
                          <a:sym typeface="Consolas"/>
                        </a:rPr>
                        <a:t>"se escribe desde el file descriptor duplicado\n"</a:t>
                      </a:r>
                      <a:r>
                        <a:rPr lang="en" sz="1100">
                          <a:highlight>
                            <a:srgbClr val="FFFFFF"/>
                          </a:highlight>
                          <a:latin typeface="Consolas"/>
                          <a:ea typeface="Consolas"/>
                          <a:cs typeface="Consolas"/>
                          <a:sym typeface="Consolas"/>
                        </a:rPr>
                        <a:t>;</a:t>
                      </a:r>
                      <a:br>
                        <a:rPr lang="en" sz="1100">
                          <a:highlight>
                            <a:srgbClr val="FFFFFF"/>
                          </a:highlight>
                          <a:latin typeface="Consolas"/>
                          <a:ea typeface="Consolas"/>
                          <a:cs typeface="Consolas"/>
                          <a:sym typeface="Consolas"/>
                        </a:rPr>
                      </a:br>
                      <a:br>
                        <a:rPr lang="en" sz="1100">
                          <a:highlight>
                            <a:srgbClr val="FFFFFF"/>
                          </a:highlight>
                          <a:latin typeface="Consolas"/>
                          <a:ea typeface="Consolas"/>
                          <a:cs typeface="Consolas"/>
                          <a:sym typeface="Consolas"/>
                        </a:rPr>
                      </a:br>
                      <a:r>
                        <a:rPr lang="en" sz="1100">
                          <a:highlight>
                            <a:srgbClr val="FFFFFF"/>
                          </a:highlight>
                          <a:latin typeface="Consolas"/>
                          <a:ea typeface="Consolas"/>
                          <a:cs typeface="Consolas"/>
                          <a:sym typeface="Consolas"/>
                        </a:rPr>
                        <a:t>	dup_fd=dup(1);</a:t>
                      </a:r>
                      <a:br>
                        <a:rPr lang="en" sz="1100">
                          <a:highlight>
                            <a:srgbClr val="FFFFFF"/>
                          </a:highlight>
                          <a:latin typeface="Consolas"/>
                          <a:ea typeface="Consolas"/>
                          <a:cs typeface="Consolas"/>
                          <a:sym typeface="Consolas"/>
                        </a:rPr>
                      </a:br>
                      <a:r>
                        <a:rPr lang="en" sz="1100">
                          <a:highlight>
                            <a:srgbClr val="FFFFFF"/>
                          </a:highlight>
                          <a:latin typeface="Consolas"/>
                          <a:ea typeface="Consolas"/>
                          <a:cs typeface="Consolas"/>
                          <a:sym typeface="Consolas"/>
                        </a:rPr>
                        <a:t>	printf(</a:t>
                      </a:r>
                      <a:r>
                        <a:rPr lang="en" sz="1100">
                          <a:solidFill>
                            <a:srgbClr val="888888"/>
                          </a:solidFill>
                          <a:highlight>
                            <a:srgbClr val="FFFFFF"/>
                          </a:highlight>
                          <a:latin typeface="Consolas"/>
                          <a:ea typeface="Consolas"/>
                          <a:cs typeface="Consolas"/>
                          <a:sym typeface="Consolas"/>
                        </a:rPr>
                        <a:t>"dup_fd: %i\n"</a:t>
                      </a:r>
                      <a:r>
                        <a:rPr lang="en" sz="1100">
                          <a:highlight>
                            <a:srgbClr val="FFFFFF"/>
                          </a:highlight>
                          <a:latin typeface="Consolas"/>
                          <a:ea typeface="Consolas"/>
                          <a:cs typeface="Consolas"/>
                          <a:sym typeface="Consolas"/>
                        </a:rPr>
                        <a:t>,dup_fd);</a:t>
                      </a:r>
                      <a:br>
                        <a:rPr lang="en" sz="1100">
                          <a:highlight>
                            <a:srgbClr val="FFFFFF"/>
                          </a:highlight>
                          <a:latin typeface="Consolas"/>
                          <a:ea typeface="Consolas"/>
                          <a:cs typeface="Consolas"/>
                          <a:sym typeface="Consolas"/>
                        </a:rPr>
                      </a:br>
                      <a:r>
                        <a:rPr lang="en" sz="1100">
                          <a:highlight>
                            <a:srgbClr val="FFFFFF"/>
                          </a:highlight>
                          <a:latin typeface="Consolas"/>
                          <a:ea typeface="Consolas"/>
                          <a:cs typeface="Consolas"/>
                          <a:sym typeface="Consolas"/>
                        </a:rPr>
                        <a:t>	write(1,msg1,</a:t>
                      </a:r>
                      <a:r>
                        <a:rPr b="1" lang="en" sz="1100">
                          <a:highlight>
                            <a:srgbClr val="FFFFFF"/>
                          </a:highlight>
                          <a:latin typeface="Consolas"/>
                          <a:ea typeface="Consolas"/>
                          <a:cs typeface="Consolas"/>
                          <a:sym typeface="Consolas"/>
                        </a:rPr>
                        <a:t>sizeof</a:t>
                      </a:r>
                      <a:r>
                        <a:rPr lang="en" sz="1100">
                          <a:highlight>
                            <a:srgbClr val="FFFFFF"/>
                          </a:highlight>
                          <a:latin typeface="Consolas"/>
                          <a:ea typeface="Consolas"/>
                          <a:cs typeface="Consolas"/>
                          <a:sym typeface="Consolas"/>
                        </a:rPr>
                        <a:t>(msg1)-1);</a:t>
                      </a:r>
                      <a:br>
                        <a:rPr lang="en" sz="1100">
                          <a:highlight>
                            <a:srgbClr val="FFFFFF"/>
                          </a:highlight>
                          <a:latin typeface="Consolas"/>
                          <a:ea typeface="Consolas"/>
                          <a:cs typeface="Consolas"/>
                          <a:sym typeface="Consolas"/>
                        </a:rPr>
                      </a:br>
                      <a:r>
                        <a:rPr lang="en" sz="1100">
                          <a:highlight>
                            <a:srgbClr val="FFFFFF"/>
                          </a:highlight>
                          <a:latin typeface="Consolas"/>
                          <a:ea typeface="Consolas"/>
                          <a:cs typeface="Consolas"/>
                          <a:sym typeface="Consolas"/>
                        </a:rPr>
                        <a:t>    write(dup_fd,msg3,</a:t>
                      </a:r>
                      <a:r>
                        <a:rPr b="1" lang="en" sz="1100">
                          <a:highlight>
                            <a:srgbClr val="FFFFFF"/>
                          </a:highlight>
                          <a:latin typeface="Consolas"/>
                          <a:ea typeface="Consolas"/>
                          <a:cs typeface="Consolas"/>
                          <a:sym typeface="Consolas"/>
                        </a:rPr>
                        <a:t>sizeof</a:t>
                      </a:r>
                      <a:r>
                        <a:rPr lang="en" sz="1100">
                          <a:highlight>
                            <a:srgbClr val="FFFFFF"/>
                          </a:highlight>
                          <a:latin typeface="Consolas"/>
                          <a:ea typeface="Consolas"/>
                          <a:cs typeface="Consolas"/>
                          <a:sym typeface="Consolas"/>
                        </a:rPr>
                        <a:t>(msg3)-1);</a:t>
                      </a:r>
                      <a:br>
                        <a:rPr lang="en" sz="1100">
                          <a:highlight>
                            <a:srgbClr val="FFFFFF"/>
                          </a:highlight>
                          <a:latin typeface="Consolas"/>
                          <a:ea typeface="Consolas"/>
                          <a:cs typeface="Consolas"/>
                          <a:sym typeface="Consolas"/>
                        </a:rPr>
                      </a:br>
                      <a:r>
                        <a:rPr lang="en" sz="1100">
                          <a:highlight>
                            <a:srgbClr val="FFFFFF"/>
                          </a:highlight>
                          <a:latin typeface="Consolas"/>
                          <a:ea typeface="Consolas"/>
                          <a:cs typeface="Consolas"/>
                          <a:sym typeface="Consolas"/>
                        </a:rPr>
                        <a:t>	close(dup_fd);</a:t>
                      </a:r>
                      <a:br>
                        <a:rPr lang="en" sz="1100">
                          <a:highlight>
                            <a:srgbClr val="FFFFFF"/>
                          </a:highlight>
                          <a:latin typeface="Consolas"/>
                          <a:ea typeface="Consolas"/>
                          <a:cs typeface="Consolas"/>
                          <a:sym typeface="Consolas"/>
                        </a:rPr>
                      </a:br>
                      <a:r>
                        <a:rPr lang="en" sz="1100">
                          <a:highlight>
                            <a:srgbClr val="FFFFFF"/>
                          </a:highlight>
                          <a:latin typeface="Consolas"/>
                          <a:ea typeface="Consolas"/>
                          <a:cs typeface="Consolas"/>
                          <a:sym typeface="Consolas"/>
                        </a:rPr>
                        <a:t>    </a:t>
                      </a:r>
                      <a:br>
                        <a:rPr lang="en" sz="1100">
                          <a:highlight>
                            <a:srgbClr val="FFFFFF"/>
                          </a:highlight>
                          <a:latin typeface="Consolas"/>
                          <a:ea typeface="Consolas"/>
                          <a:cs typeface="Consolas"/>
                          <a:sym typeface="Consolas"/>
                        </a:rPr>
                      </a:br>
                      <a:r>
                        <a:rPr lang="en" sz="1100">
                          <a:highlight>
                            <a:srgbClr val="FFFFFF"/>
                          </a:highlight>
                          <a:latin typeface="Consolas"/>
                          <a:ea typeface="Consolas"/>
                          <a:cs typeface="Consolas"/>
                          <a:sym typeface="Consolas"/>
                        </a:rPr>
                        <a:t>	write (1, msg1, </a:t>
                      </a:r>
                      <a:r>
                        <a:rPr b="1" lang="en" sz="1100">
                          <a:highlight>
                            <a:srgbClr val="FFFFFF"/>
                          </a:highlight>
                          <a:latin typeface="Consolas"/>
                          <a:ea typeface="Consolas"/>
                          <a:cs typeface="Consolas"/>
                          <a:sym typeface="Consolas"/>
                        </a:rPr>
                        <a:t>sizeof</a:t>
                      </a:r>
                      <a:r>
                        <a:rPr lang="en" sz="1100">
                          <a:highlight>
                            <a:srgbClr val="FFFFFF"/>
                          </a:highlight>
                          <a:latin typeface="Consolas"/>
                          <a:ea typeface="Consolas"/>
                          <a:cs typeface="Consolas"/>
                          <a:sym typeface="Consolas"/>
                        </a:rPr>
                        <a:t>(msg1)-1);</a:t>
                      </a:r>
                      <a:br>
                        <a:rPr lang="en" sz="1100">
                          <a:highlight>
                            <a:srgbClr val="FFFFFF"/>
                          </a:highlight>
                          <a:latin typeface="Consolas"/>
                          <a:ea typeface="Consolas"/>
                          <a:cs typeface="Consolas"/>
                          <a:sym typeface="Consolas"/>
                        </a:rPr>
                      </a:br>
                      <a:r>
                        <a:rPr lang="en" sz="1100">
                          <a:highlight>
                            <a:srgbClr val="FFFFFF"/>
                          </a:highlight>
                          <a:latin typeface="Consolas"/>
                          <a:ea typeface="Consolas"/>
                          <a:cs typeface="Consolas"/>
                          <a:sym typeface="Consolas"/>
                        </a:rPr>
                        <a:t>}</a:t>
                      </a:r>
                      <a:endParaRPr sz="1100"/>
                    </a:p>
                  </a:txBody>
                  <a:tcPr marT="63500" marB="63500" marR="63500" marL="63500">
                    <a:solidFill>
                      <a:srgbClr val="FFFFFF"/>
                    </a:solidFill>
                  </a:tcPr>
                </a:tc>
              </a:tr>
            </a:tbl>
          </a:graphicData>
        </a:graphic>
      </p:graphicFrame>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3" name="Shape 813"/>
        <p:cNvGrpSpPr/>
        <p:nvPr/>
      </p:nvGrpSpPr>
      <p:grpSpPr>
        <a:xfrm>
          <a:off x="0" y="0"/>
          <a:ext cx="0" cy="0"/>
          <a:chOff x="0" y="0"/>
          <a:chExt cx="0" cy="0"/>
        </a:xfrm>
      </p:grpSpPr>
      <p:sp>
        <p:nvSpPr>
          <p:cNvPr id="814" name="Google Shape;814;p105"/>
          <p:cNvSpPr txBox="1"/>
          <p:nvPr>
            <p:ph type="title"/>
          </p:nvPr>
        </p:nvSpPr>
        <p:spPr>
          <a:xfrm>
            <a:off x="727650" y="-491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System Call dup()</a:t>
            </a:r>
            <a:endParaRPr/>
          </a:p>
        </p:txBody>
      </p:sp>
      <p:sp>
        <p:nvSpPr>
          <p:cNvPr id="815" name="Google Shape;815;p105"/>
          <p:cNvSpPr txBox="1"/>
          <p:nvPr>
            <p:ph idx="1" type="body"/>
          </p:nvPr>
        </p:nvSpPr>
        <p:spPr>
          <a:xfrm>
            <a:off x="727650" y="1357525"/>
            <a:ext cx="7688700" cy="3535200"/>
          </a:xfrm>
          <a:prstGeom prst="rect">
            <a:avLst/>
          </a:prstGeom>
        </p:spPr>
        <p:txBody>
          <a:bodyPr anchorCtr="0" anchor="t" bIns="91425" lIns="91425" spcFirstLastPara="1" rIns="91425" wrap="square" tIns="91425">
            <a:noAutofit/>
          </a:bodyPr>
          <a:lstStyle/>
          <a:p>
            <a:pPr indent="0" lvl="0" marL="0" rtl="0" algn="l">
              <a:lnSpc>
                <a:spcPct val="105000"/>
              </a:lnSpc>
              <a:spcBef>
                <a:spcPts val="0"/>
              </a:spcBef>
              <a:spcAft>
                <a:spcPts val="0"/>
              </a:spcAft>
              <a:buNone/>
            </a:pPr>
            <a:r>
              <a:t/>
            </a:r>
            <a:endParaRPr sz="1900"/>
          </a:p>
        </p:txBody>
      </p:sp>
      <p:pic>
        <p:nvPicPr>
          <p:cNvPr id="816" name="Google Shape;816;p105"/>
          <p:cNvPicPr preferRelativeResize="0"/>
          <p:nvPr/>
        </p:nvPicPr>
        <p:blipFill>
          <a:blip r:embed="rId3">
            <a:alphaModFix/>
          </a:blip>
          <a:stretch>
            <a:fillRect/>
          </a:stretch>
        </p:blipFill>
        <p:spPr>
          <a:xfrm>
            <a:off x="2015624" y="1104638"/>
            <a:ext cx="4700225" cy="4040975"/>
          </a:xfrm>
          <a:prstGeom prst="rect">
            <a:avLst/>
          </a:prstGeom>
          <a:noFill/>
          <a:ln>
            <a:noFill/>
          </a:ln>
        </p:spPr>
      </p:pic>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0" name="Shape 820"/>
        <p:cNvGrpSpPr/>
        <p:nvPr/>
      </p:nvGrpSpPr>
      <p:grpSpPr>
        <a:xfrm>
          <a:off x="0" y="0"/>
          <a:ext cx="0" cy="0"/>
          <a:chOff x="0" y="0"/>
          <a:chExt cx="0" cy="0"/>
        </a:xfrm>
      </p:grpSpPr>
      <p:pic>
        <p:nvPicPr>
          <p:cNvPr descr="Just what is a pipeline in the computer science sense? We asked Computer Science guru Professor Brian Kernighan&#10;&#10;Why Asimov's Laws of Robotics Don't Work: https://youtu.be/7PKx3kS7f4A &#10;Brian Kerninghan on Bell Labs: https://youtu.be/QFK6RG47bww&#10;Don Knuth on Email: https://youtu.be/QS8qwMna8_o &#10;Computer That Changed Everything: https://youtu.be/6LYRgrqJgDc&#10;&#10;http://www.facebook.com/computerphile&#10;https://twitter.com/computer_phile&#10;&#10;This video was filmed and edited by Sean Riley.&#10;&#10;Computer Science at the University of Nottingham: http://bit.ly/nottscomputer&#10;&#10;Computerphile is a sister project to Brady Haran's Numberphile. More at http://www.bradyharan.com" id="821" name="Google Shape;821;p106" title="Unix Pipeline (Brian Kernighan) - Computerphile">
            <a:hlinkClick r:id="rId3"/>
          </p:cNvPr>
          <p:cNvPicPr preferRelativeResize="0"/>
          <p:nvPr/>
        </p:nvPicPr>
        <p:blipFill>
          <a:blip r:embed="rId4">
            <a:alphaModFix/>
          </a:blip>
          <a:stretch>
            <a:fillRect/>
          </a:stretch>
        </p:blipFill>
        <p:spPr>
          <a:xfrm>
            <a:off x="1366600" y="707413"/>
            <a:ext cx="6628750" cy="3728675"/>
          </a:xfrm>
          <a:prstGeom prst="rect">
            <a:avLst/>
          </a:prstGeom>
          <a:noFill/>
          <a:ln>
            <a:noFill/>
          </a:ln>
        </p:spPr>
      </p:pic>
      <p:sp>
        <p:nvSpPr>
          <p:cNvPr id="822" name="Google Shape;822;p106"/>
          <p:cNvSpPr txBox="1"/>
          <p:nvPr>
            <p:ph type="title"/>
          </p:nvPr>
        </p:nvSpPr>
        <p:spPr>
          <a:xfrm>
            <a:off x="727650" y="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Pipelines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1"/>
                                        </p:tgtEl>
                                        <p:attrNameLst>
                                          <p:attrName>style.visibility</p:attrName>
                                        </p:attrNameLst>
                                      </p:cBhvr>
                                      <p:to>
                                        <p:strVal val="visible"/>
                                      </p:to>
                                    </p:set>
                                    <p:animEffect filter="fade" transition="in">
                                      <p:cBhvr>
                                        <p:cTn dur="1000"/>
                                        <p:tgtEl>
                                          <p:spTgt spid="82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6" name="Shape 826"/>
        <p:cNvGrpSpPr/>
        <p:nvPr/>
      </p:nvGrpSpPr>
      <p:grpSpPr>
        <a:xfrm>
          <a:off x="0" y="0"/>
          <a:ext cx="0" cy="0"/>
          <a:chOff x="0" y="0"/>
          <a:chExt cx="0" cy="0"/>
        </a:xfrm>
      </p:grpSpPr>
      <p:sp>
        <p:nvSpPr>
          <p:cNvPr id="827" name="Google Shape;827;p107"/>
          <p:cNvSpPr txBox="1"/>
          <p:nvPr>
            <p:ph type="title"/>
          </p:nvPr>
        </p:nvSpPr>
        <p:spPr>
          <a:xfrm>
            <a:off x="727650" y="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System Call pipe()</a:t>
            </a:r>
            <a:endParaRPr/>
          </a:p>
        </p:txBody>
      </p:sp>
      <p:sp>
        <p:nvSpPr>
          <p:cNvPr id="828" name="Google Shape;828;p107"/>
          <p:cNvSpPr txBox="1"/>
          <p:nvPr>
            <p:ph idx="1" type="body"/>
          </p:nvPr>
        </p:nvSpPr>
        <p:spPr>
          <a:xfrm>
            <a:off x="727650" y="1357525"/>
            <a:ext cx="7688700" cy="3535200"/>
          </a:xfrm>
          <a:prstGeom prst="rect">
            <a:avLst/>
          </a:prstGeom>
        </p:spPr>
        <p:txBody>
          <a:bodyPr anchorCtr="0" anchor="t" bIns="91425" lIns="91425" spcFirstLastPara="1" rIns="91425" wrap="square" tIns="91425">
            <a:noAutofit/>
          </a:bodyPr>
          <a:lstStyle/>
          <a:p>
            <a:pPr indent="0" lvl="0" marL="0" rtl="0" algn="l">
              <a:lnSpc>
                <a:spcPct val="105000"/>
              </a:lnSpc>
              <a:spcBef>
                <a:spcPts val="0"/>
              </a:spcBef>
              <a:spcAft>
                <a:spcPts val="0"/>
              </a:spcAft>
              <a:buNone/>
            </a:pPr>
            <a:r>
              <a:rPr lang="en" sz="1900"/>
              <a:t>#include &lt;unistd.h&gt;</a:t>
            </a:r>
            <a:endParaRPr sz="1900"/>
          </a:p>
          <a:p>
            <a:pPr indent="0" lvl="0" marL="0" rtl="0" algn="l">
              <a:lnSpc>
                <a:spcPct val="105000"/>
              </a:lnSpc>
              <a:spcBef>
                <a:spcPts val="0"/>
              </a:spcBef>
              <a:spcAft>
                <a:spcPts val="0"/>
              </a:spcAft>
              <a:buNone/>
            </a:pPr>
            <a:r>
              <a:rPr lang="en" sz="1900"/>
              <a:t>int pipe(int pipefd[2]);</a:t>
            </a:r>
            <a:endParaRPr sz="1900"/>
          </a:p>
          <a:p>
            <a:pPr indent="0" lvl="0" marL="0" rtl="0" algn="l">
              <a:lnSpc>
                <a:spcPct val="105000"/>
              </a:lnSpc>
              <a:spcBef>
                <a:spcPts val="0"/>
              </a:spcBef>
              <a:spcAft>
                <a:spcPts val="0"/>
              </a:spcAft>
              <a:buNone/>
            </a:pPr>
            <a:r>
              <a:t/>
            </a:r>
            <a:endParaRPr sz="1900"/>
          </a:p>
          <a:p>
            <a:pPr indent="0" lvl="0" marL="0" rtl="0" algn="l">
              <a:lnSpc>
                <a:spcPct val="105000"/>
              </a:lnSpc>
              <a:spcBef>
                <a:spcPts val="0"/>
              </a:spcBef>
              <a:spcAft>
                <a:spcPts val="0"/>
              </a:spcAft>
              <a:buNone/>
            </a:pPr>
            <a:r>
              <a:rPr lang="en" sz="1900"/>
              <a:t>Un pipe es un </a:t>
            </a:r>
            <a:r>
              <a:rPr b="1" lang="en" sz="1900"/>
              <a:t>pequeño buffer en el kernel</a:t>
            </a:r>
            <a:r>
              <a:rPr lang="en" sz="1900"/>
              <a:t> expuesto a los procesos como un par de files descriptors, uno para escritura y otro para lectura. Al escribir datos en el extremo el pipe hace que estos estén disponibles en el otro extremo para ser leídos.</a:t>
            </a:r>
            <a:endParaRPr sz="1900"/>
          </a:p>
          <a:p>
            <a:pPr indent="0" lvl="0" marL="0" rtl="0" algn="l">
              <a:lnSpc>
                <a:spcPct val="105000"/>
              </a:lnSpc>
              <a:spcBef>
                <a:spcPts val="0"/>
              </a:spcBef>
              <a:spcAft>
                <a:spcPts val="0"/>
              </a:spcAft>
              <a:buNone/>
            </a:pPr>
            <a:r>
              <a:t/>
            </a:r>
            <a:endParaRPr sz="1900"/>
          </a:p>
          <a:p>
            <a:pPr indent="0" lvl="0" marL="0" rtl="0" algn="ctr">
              <a:lnSpc>
                <a:spcPct val="105000"/>
              </a:lnSpc>
              <a:spcBef>
                <a:spcPts val="0"/>
              </a:spcBef>
              <a:spcAft>
                <a:spcPts val="0"/>
              </a:spcAft>
              <a:buNone/>
            </a:pPr>
            <a:r>
              <a:rPr b="1" lang="en" sz="1900"/>
              <a:t>ES UN CANAL UNIDIRECCIONAL!!!</a:t>
            </a:r>
            <a:endParaRPr b="1" sz="1900"/>
          </a:p>
        </p:txBody>
      </p:sp>
      <p:pic>
        <p:nvPicPr>
          <p:cNvPr id="829" name="Google Shape;829;p107"/>
          <p:cNvPicPr preferRelativeResize="0"/>
          <p:nvPr/>
        </p:nvPicPr>
        <p:blipFill>
          <a:blip r:embed="rId3">
            <a:alphaModFix/>
          </a:blip>
          <a:stretch>
            <a:fillRect/>
          </a:stretch>
        </p:blipFill>
        <p:spPr>
          <a:xfrm>
            <a:off x="6034550" y="90300"/>
            <a:ext cx="3015287" cy="1047150"/>
          </a:xfrm>
          <a:prstGeom prst="rect">
            <a:avLst/>
          </a:prstGeom>
          <a:noFill/>
          <a:ln>
            <a:noFill/>
          </a:ln>
        </p:spPr>
      </p:pic>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3" name="Shape 833"/>
        <p:cNvGrpSpPr/>
        <p:nvPr/>
      </p:nvGrpSpPr>
      <p:grpSpPr>
        <a:xfrm>
          <a:off x="0" y="0"/>
          <a:ext cx="0" cy="0"/>
          <a:chOff x="0" y="0"/>
          <a:chExt cx="0" cy="0"/>
        </a:xfrm>
      </p:grpSpPr>
      <p:sp>
        <p:nvSpPr>
          <p:cNvPr id="834" name="Google Shape;834;p108"/>
          <p:cNvSpPr txBox="1"/>
          <p:nvPr>
            <p:ph type="title"/>
          </p:nvPr>
        </p:nvSpPr>
        <p:spPr>
          <a:xfrm>
            <a:off x="727650" y="-71175"/>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System Call pipe()</a:t>
            </a:r>
            <a:endParaRPr/>
          </a:p>
        </p:txBody>
      </p:sp>
      <p:sp>
        <p:nvSpPr>
          <p:cNvPr id="835" name="Google Shape;835;p108"/>
          <p:cNvSpPr txBox="1"/>
          <p:nvPr>
            <p:ph idx="1" type="body"/>
          </p:nvPr>
        </p:nvSpPr>
        <p:spPr>
          <a:xfrm>
            <a:off x="586400" y="2805225"/>
            <a:ext cx="1567800" cy="825900"/>
          </a:xfrm>
          <a:prstGeom prst="rect">
            <a:avLst/>
          </a:prstGeom>
        </p:spPr>
        <p:txBody>
          <a:bodyPr anchorCtr="0" anchor="t" bIns="91425" lIns="91425" spcFirstLastPara="1" rIns="91425" wrap="square" tIns="91425">
            <a:noAutofit/>
          </a:bodyPr>
          <a:lstStyle/>
          <a:p>
            <a:pPr indent="0" lvl="0" marL="0" rtl="0" algn="l">
              <a:lnSpc>
                <a:spcPct val="105000"/>
              </a:lnSpc>
              <a:spcBef>
                <a:spcPts val="0"/>
              </a:spcBef>
              <a:spcAft>
                <a:spcPts val="0"/>
              </a:spcAft>
              <a:buNone/>
            </a:pPr>
            <a:r>
              <a:rPr lang="en" sz="1900"/>
              <a:t>escribo</a:t>
            </a:r>
            <a:endParaRPr sz="1900"/>
          </a:p>
          <a:p>
            <a:pPr indent="0" lvl="0" marL="0" rtl="0" algn="l">
              <a:lnSpc>
                <a:spcPct val="105000"/>
              </a:lnSpc>
              <a:spcBef>
                <a:spcPts val="0"/>
              </a:spcBef>
              <a:spcAft>
                <a:spcPts val="0"/>
              </a:spcAft>
              <a:buNone/>
            </a:pPr>
            <a:r>
              <a:rPr lang="en" sz="1900"/>
              <a:t>pipefd[1]</a:t>
            </a:r>
            <a:endParaRPr sz="1900"/>
          </a:p>
          <a:p>
            <a:pPr indent="0" lvl="0" marL="0" rtl="0" algn="l">
              <a:lnSpc>
                <a:spcPct val="105000"/>
              </a:lnSpc>
              <a:spcBef>
                <a:spcPts val="0"/>
              </a:spcBef>
              <a:spcAft>
                <a:spcPts val="0"/>
              </a:spcAft>
              <a:buNone/>
            </a:pPr>
            <a:r>
              <a:t/>
            </a:r>
            <a:endParaRPr sz="1900"/>
          </a:p>
        </p:txBody>
      </p:sp>
      <p:pic>
        <p:nvPicPr>
          <p:cNvPr id="836" name="Google Shape;836;p108"/>
          <p:cNvPicPr preferRelativeResize="0"/>
          <p:nvPr/>
        </p:nvPicPr>
        <p:blipFill>
          <a:blip r:embed="rId3">
            <a:alphaModFix/>
          </a:blip>
          <a:stretch>
            <a:fillRect/>
          </a:stretch>
        </p:blipFill>
        <p:spPr>
          <a:xfrm>
            <a:off x="6034550" y="90300"/>
            <a:ext cx="3015287" cy="1047150"/>
          </a:xfrm>
          <a:prstGeom prst="rect">
            <a:avLst/>
          </a:prstGeom>
          <a:noFill/>
          <a:ln>
            <a:noFill/>
          </a:ln>
        </p:spPr>
      </p:pic>
      <p:pic>
        <p:nvPicPr>
          <p:cNvPr id="837" name="Google Shape;837;p108"/>
          <p:cNvPicPr preferRelativeResize="0"/>
          <p:nvPr/>
        </p:nvPicPr>
        <p:blipFill>
          <a:blip r:embed="rId3">
            <a:alphaModFix/>
          </a:blip>
          <a:stretch>
            <a:fillRect/>
          </a:stretch>
        </p:blipFill>
        <p:spPr>
          <a:xfrm>
            <a:off x="2295525" y="2571750"/>
            <a:ext cx="4552950" cy="1581150"/>
          </a:xfrm>
          <a:prstGeom prst="rect">
            <a:avLst/>
          </a:prstGeom>
          <a:noFill/>
          <a:ln>
            <a:noFill/>
          </a:ln>
        </p:spPr>
      </p:pic>
      <p:sp>
        <p:nvSpPr>
          <p:cNvPr id="838" name="Google Shape;838;p108"/>
          <p:cNvSpPr txBox="1"/>
          <p:nvPr>
            <p:ph idx="1" type="body"/>
          </p:nvPr>
        </p:nvSpPr>
        <p:spPr>
          <a:xfrm>
            <a:off x="6989800" y="2805225"/>
            <a:ext cx="1567800" cy="825900"/>
          </a:xfrm>
          <a:prstGeom prst="rect">
            <a:avLst/>
          </a:prstGeom>
        </p:spPr>
        <p:txBody>
          <a:bodyPr anchorCtr="0" anchor="t" bIns="91425" lIns="91425" spcFirstLastPara="1" rIns="91425" wrap="square" tIns="91425">
            <a:noAutofit/>
          </a:bodyPr>
          <a:lstStyle/>
          <a:p>
            <a:pPr indent="0" lvl="0" marL="0" rtl="0" algn="l">
              <a:lnSpc>
                <a:spcPct val="105000"/>
              </a:lnSpc>
              <a:spcBef>
                <a:spcPts val="0"/>
              </a:spcBef>
              <a:spcAft>
                <a:spcPts val="0"/>
              </a:spcAft>
              <a:buNone/>
            </a:pPr>
            <a:r>
              <a:rPr lang="en" sz="1900"/>
              <a:t>leo</a:t>
            </a:r>
            <a:endParaRPr sz="1900"/>
          </a:p>
          <a:p>
            <a:pPr indent="0" lvl="0" marL="0" rtl="0" algn="l">
              <a:lnSpc>
                <a:spcPct val="105000"/>
              </a:lnSpc>
              <a:spcBef>
                <a:spcPts val="0"/>
              </a:spcBef>
              <a:spcAft>
                <a:spcPts val="0"/>
              </a:spcAft>
              <a:buNone/>
            </a:pPr>
            <a:r>
              <a:rPr lang="en" sz="1900"/>
              <a:t>pipefd[0]</a:t>
            </a:r>
            <a:endParaRPr sz="1900"/>
          </a:p>
        </p:txBody>
      </p:sp>
      <p:sp>
        <p:nvSpPr>
          <p:cNvPr id="839" name="Google Shape;839;p108"/>
          <p:cNvSpPr txBox="1"/>
          <p:nvPr>
            <p:ph idx="1" type="body"/>
          </p:nvPr>
        </p:nvSpPr>
        <p:spPr>
          <a:xfrm>
            <a:off x="1091900" y="1462850"/>
            <a:ext cx="3159900" cy="825900"/>
          </a:xfrm>
          <a:prstGeom prst="rect">
            <a:avLst/>
          </a:prstGeom>
        </p:spPr>
        <p:txBody>
          <a:bodyPr anchorCtr="0" anchor="t" bIns="91425" lIns="91425" spcFirstLastPara="1" rIns="91425" wrap="square" tIns="91425">
            <a:noAutofit/>
          </a:bodyPr>
          <a:lstStyle/>
          <a:p>
            <a:pPr indent="0" lvl="0" marL="0" rtl="0" algn="l">
              <a:lnSpc>
                <a:spcPct val="105000"/>
              </a:lnSpc>
              <a:spcBef>
                <a:spcPts val="0"/>
              </a:spcBef>
              <a:spcAft>
                <a:spcPts val="0"/>
              </a:spcAft>
              <a:buNone/>
            </a:pPr>
            <a:r>
              <a:rPr lang="en" sz="1900"/>
              <a:t>Int </a:t>
            </a:r>
            <a:r>
              <a:rPr lang="en" sz="1900"/>
              <a:t>pipefd[2]</a:t>
            </a:r>
            <a:endParaRPr sz="1900"/>
          </a:p>
          <a:p>
            <a:pPr indent="0" lvl="0" marL="0" rtl="0" algn="l">
              <a:lnSpc>
                <a:spcPct val="105000"/>
              </a:lnSpc>
              <a:spcBef>
                <a:spcPts val="0"/>
              </a:spcBef>
              <a:spcAft>
                <a:spcPts val="0"/>
              </a:spcAft>
              <a:buNone/>
            </a:pPr>
            <a:r>
              <a:t/>
            </a:r>
            <a:endParaRPr sz="1900"/>
          </a:p>
        </p:txBody>
      </p:sp>
      <p:cxnSp>
        <p:nvCxnSpPr>
          <p:cNvPr id="840" name="Google Shape;840;p108"/>
          <p:cNvCxnSpPr/>
          <p:nvPr/>
        </p:nvCxnSpPr>
        <p:spPr>
          <a:xfrm flipH="1" rot="10800000">
            <a:off x="1440300" y="2521350"/>
            <a:ext cx="5693700" cy="111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4" name="Shape 844"/>
        <p:cNvGrpSpPr/>
        <p:nvPr/>
      </p:nvGrpSpPr>
      <p:grpSpPr>
        <a:xfrm>
          <a:off x="0" y="0"/>
          <a:ext cx="0" cy="0"/>
          <a:chOff x="0" y="0"/>
          <a:chExt cx="0" cy="0"/>
        </a:xfrm>
      </p:grpSpPr>
      <p:sp>
        <p:nvSpPr>
          <p:cNvPr id="845" name="Google Shape;845;p109"/>
          <p:cNvSpPr txBox="1"/>
          <p:nvPr>
            <p:ph type="title"/>
          </p:nvPr>
        </p:nvSpPr>
        <p:spPr>
          <a:xfrm>
            <a:off x="727650" y="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System Call pipe()</a:t>
            </a:r>
            <a:endParaRPr/>
          </a:p>
        </p:txBody>
      </p:sp>
      <p:pic>
        <p:nvPicPr>
          <p:cNvPr id="846" name="Google Shape;846;p109"/>
          <p:cNvPicPr preferRelativeResize="0"/>
          <p:nvPr/>
        </p:nvPicPr>
        <p:blipFill>
          <a:blip r:embed="rId3">
            <a:alphaModFix/>
          </a:blip>
          <a:stretch>
            <a:fillRect/>
          </a:stretch>
        </p:blipFill>
        <p:spPr>
          <a:xfrm>
            <a:off x="6034550" y="90300"/>
            <a:ext cx="3015287" cy="1047150"/>
          </a:xfrm>
          <a:prstGeom prst="rect">
            <a:avLst/>
          </a:prstGeom>
          <a:noFill/>
          <a:ln>
            <a:noFill/>
          </a:ln>
        </p:spPr>
      </p:pic>
      <p:sp>
        <p:nvSpPr>
          <p:cNvPr id="847" name="Google Shape;847;p109"/>
          <p:cNvSpPr txBox="1"/>
          <p:nvPr>
            <p:ph idx="1" type="body"/>
          </p:nvPr>
        </p:nvSpPr>
        <p:spPr>
          <a:xfrm>
            <a:off x="727650" y="1357525"/>
            <a:ext cx="7688700" cy="3535200"/>
          </a:xfrm>
          <a:prstGeom prst="rect">
            <a:avLst/>
          </a:prstGeom>
        </p:spPr>
        <p:txBody>
          <a:bodyPr anchorCtr="0" anchor="t" bIns="91425" lIns="91425" spcFirstLastPara="1" rIns="91425" wrap="square" tIns="91425">
            <a:noAutofit/>
          </a:bodyPr>
          <a:lstStyle/>
          <a:p>
            <a:pPr indent="0" lvl="0" marL="0" rtl="0" algn="ctr">
              <a:lnSpc>
                <a:spcPct val="105000"/>
              </a:lnSpc>
              <a:spcBef>
                <a:spcPts val="0"/>
              </a:spcBef>
              <a:spcAft>
                <a:spcPts val="0"/>
              </a:spcAft>
              <a:buNone/>
            </a:pPr>
            <a:r>
              <a:rPr lang="en" sz="1900"/>
              <a:t>Puedo hacer que dos procesos compartan </a:t>
            </a:r>
            <a:r>
              <a:rPr lang="en" sz="1900"/>
              <a:t>información</a:t>
            </a:r>
            <a:r>
              <a:rPr lang="en" sz="1900"/>
              <a:t>.</a:t>
            </a:r>
            <a:endParaRPr b="1" sz="1900"/>
          </a:p>
        </p:txBody>
      </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1" name="Shape 851"/>
        <p:cNvGrpSpPr/>
        <p:nvPr/>
      </p:nvGrpSpPr>
      <p:grpSpPr>
        <a:xfrm>
          <a:off x="0" y="0"/>
          <a:ext cx="0" cy="0"/>
          <a:chOff x="0" y="0"/>
          <a:chExt cx="0" cy="0"/>
        </a:xfrm>
      </p:grpSpPr>
      <p:sp>
        <p:nvSpPr>
          <p:cNvPr id="852" name="Google Shape;852;p110"/>
          <p:cNvSpPr txBox="1"/>
          <p:nvPr>
            <p:ph type="title"/>
          </p:nvPr>
        </p:nvSpPr>
        <p:spPr>
          <a:xfrm>
            <a:off x="727650" y="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System Call pipe()</a:t>
            </a:r>
            <a:endParaRPr/>
          </a:p>
        </p:txBody>
      </p:sp>
      <p:pic>
        <p:nvPicPr>
          <p:cNvPr id="853" name="Google Shape;853;p110"/>
          <p:cNvPicPr preferRelativeResize="0"/>
          <p:nvPr/>
        </p:nvPicPr>
        <p:blipFill>
          <a:blip r:embed="rId3">
            <a:alphaModFix/>
          </a:blip>
          <a:stretch>
            <a:fillRect/>
          </a:stretch>
        </p:blipFill>
        <p:spPr>
          <a:xfrm>
            <a:off x="2108788" y="568891"/>
            <a:ext cx="4926425" cy="4005725"/>
          </a:xfrm>
          <a:prstGeom prst="rect">
            <a:avLst/>
          </a:prstGeom>
          <a:noFill/>
          <a:ln>
            <a:noFill/>
          </a:ln>
        </p:spPr>
      </p:pic>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7" name="Shape 857"/>
        <p:cNvGrpSpPr/>
        <p:nvPr/>
      </p:nvGrpSpPr>
      <p:grpSpPr>
        <a:xfrm>
          <a:off x="0" y="0"/>
          <a:ext cx="0" cy="0"/>
          <a:chOff x="0" y="0"/>
          <a:chExt cx="0" cy="0"/>
        </a:xfrm>
      </p:grpSpPr>
      <p:sp>
        <p:nvSpPr>
          <p:cNvPr id="858" name="Google Shape;858;p111"/>
          <p:cNvSpPr txBox="1"/>
          <p:nvPr>
            <p:ph type="title"/>
          </p:nvPr>
        </p:nvSpPr>
        <p:spPr>
          <a:xfrm>
            <a:off x="727650" y="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System Call pipe()</a:t>
            </a:r>
            <a:endParaRPr/>
          </a:p>
        </p:txBody>
      </p:sp>
      <p:pic>
        <p:nvPicPr>
          <p:cNvPr id="859" name="Google Shape;859;p111"/>
          <p:cNvPicPr preferRelativeResize="0"/>
          <p:nvPr/>
        </p:nvPicPr>
        <p:blipFill>
          <a:blip r:embed="rId3">
            <a:alphaModFix/>
          </a:blip>
          <a:stretch>
            <a:fillRect/>
          </a:stretch>
        </p:blipFill>
        <p:spPr>
          <a:xfrm>
            <a:off x="1554450" y="791453"/>
            <a:ext cx="6035100" cy="3778497"/>
          </a:xfrm>
          <a:prstGeom prst="rect">
            <a:avLst/>
          </a:prstGeom>
          <a:noFill/>
          <a:ln>
            <a:noFill/>
          </a:ln>
        </p:spPr>
      </p:pic>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3" name="Shape 863"/>
        <p:cNvGrpSpPr/>
        <p:nvPr/>
      </p:nvGrpSpPr>
      <p:grpSpPr>
        <a:xfrm>
          <a:off x="0" y="0"/>
          <a:ext cx="0" cy="0"/>
          <a:chOff x="0" y="0"/>
          <a:chExt cx="0" cy="0"/>
        </a:xfrm>
      </p:grpSpPr>
      <p:sp>
        <p:nvSpPr>
          <p:cNvPr id="864" name="Google Shape;864;p112"/>
          <p:cNvSpPr txBox="1"/>
          <p:nvPr>
            <p:ph type="title"/>
          </p:nvPr>
        </p:nvSpPr>
        <p:spPr>
          <a:xfrm>
            <a:off x="727650" y="-49125"/>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System Call pipe()</a:t>
            </a:r>
            <a:endParaRPr/>
          </a:p>
        </p:txBody>
      </p:sp>
      <p:pic>
        <p:nvPicPr>
          <p:cNvPr id="865" name="Google Shape;865;p112"/>
          <p:cNvPicPr preferRelativeResize="0"/>
          <p:nvPr/>
        </p:nvPicPr>
        <p:blipFill>
          <a:blip r:embed="rId3">
            <a:alphaModFix/>
          </a:blip>
          <a:stretch>
            <a:fillRect/>
          </a:stretch>
        </p:blipFill>
        <p:spPr>
          <a:xfrm>
            <a:off x="1387850" y="794200"/>
            <a:ext cx="5829026" cy="3767225"/>
          </a:xfrm>
          <a:prstGeom prst="rect">
            <a:avLst/>
          </a:prstGeom>
          <a:noFill/>
          <a:ln>
            <a:noFill/>
          </a:ln>
        </p:spPr>
      </p:pic>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9" name="Shape 869"/>
        <p:cNvGrpSpPr/>
        <p:nvPr/>
      </p:nvGrpSpPr>
      <p:grpSpPr>
        <a:xfrm>
          <a:off x="0" y="0"/>
          <a:ext cx="0" cy="0"/>
          <a:chOff x="0" y="0"/>
          <a:chExt cx="0" cy="0"/>
        </a:xfrm>
      </p:grpSpPr>
      <p:sp>
        <p:nvSpPr>
          <p:cNvPr id="870" name="Google Shape;870;p113"/>
          <p:cNvSpPr txBox="1"/>
          <p:nvPr>
            <p:ph type="title"/>
          </p:nvPr>
        </p:nvSpPr>
        <p:spPr>
          <a:xfrm>
            <a:off x="727650" y="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System Call pipe()</a:t>
            </a:r>
            <a:endParaRPr/>
          </a:p>
        </p:txBody>
      </p:sp>
      <p:sp>
        <p:nvSpPr>
          <p:cNvPr id="871" name="Google Shape;871;p113"/>
          <p:cNvSpPr txBox="1"/>
          <p:nvPr>
            <p:ph idx="1" type="body"/>
          </p:nvPr>
        </p:nvSpPr>
        <p:spPr>
          <a:xfrm>
            <a:off x="727650" y="535200"/>
            <a:ext cx="8020200" cy="4357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rgbClr val="000000"/>
                </a:solidFill>
                <a:latin typeface="Arial"/>
                <a:ea typeface="Arial"/>
                <a:cs typeface="Arial"/>
                <a:sym typeface="Arial"/>
              </a:rPr>
              <a:t>int p[2];</a:t>
            </a:r>
            <a:endParaRPr sz="1500">
              <a:solidFill>
                <a:srgbClr val="000000"/>
              </a:solidFill>
              <a:latin typeface="Arial"/>
              <a:ea typeface="Arial"/>
              <a:cs typeface="Arial"/>
              <a:sym typeface="Arial"/>
            </a:endParaRPr>
          </a:p>
          <a:p>
            <a:pPr indent="0" lvl="0" marL="0" rtl="0" algn="l">
              <a:spcBef>
                <a:spcPts val="0"/>
              </a:spcBef>
              <a:spcAft>
                <a:spcPts val="0"/>
              </a:spcAft>
              <a:buNone/>
            </a:pPr>
            <a:r>
              <a:rPr lang="en" sz="1500">
                <a:solidFill>
                  <a:srgbClr val="000000"/>
                </a:solidFill>
                <a:latin typeface="Arial"/>
                <a:ea typeface="Arial"/>
                <a:cs typeface="Arial"/>
                <a:sym typeface="Arial"/>
              </a:rPr>
              <a:t>char *argv[2];</a:t>
            </a:r>
            <a:endParaRPr sz="1500">
              <a:solidFill>
                <a:srgbClr val="000000"/>
              </a:solidFill>
              <a:latin typeface="Arial"/>
              <a:ea typeface="Arial"/>
              <a:cs typeface="Arial"/>
              <a:sym typeface="Arial"/>
            </a:endParaRPr>
          </a:p>
          <a:p>
            <a:pPr indent="0" lvl="0" marL="0" rtl="0" algn="l">
              <a:spcBef>
                <a:spcPts val="0"/>
              </a:spcBef>
              <a:spcAft>
                <a:spcPts val="0"/>
              </a:spcAft>
              <a:buNone/>
            </a:pPr>
            <a:r>
              <a:rPr lang="en" sz="1500">
                <a:solidFill>
                  <a:srgbClr val="000000"/>
                </a:solidFill>
                <a:latin typeface="Arial"/>
                <a:ea typeface="Arial"/>
                <a:cs typeface="Arial"/>
                <a:sym typeface="Arial"/>
              </a:rPr>
              <a:t>argv[0] = "wc";</a:t>
            </a:r>
            <a:endParaRPr sz="1500">
              <a:solidFill>
                <a:srgbClr val="000000"/>
              </a:solidFill>
              <a:latin typeface="Arial"/>
              <a:ea typeface="Arial"/>
              <a:cs typeface="Arial"/>
              <a:sym typeface="Arial"/>
            </a:endParaRPr>
          </a:p>
          <a:p>
            <a:pPr indent="0" lvl="0" marL="0" rtl="0" algn="l">
              <a:spcBef>
                <a:spcPts val="0"/>
              </a:spcBef>
              <a:spcAft>
                <a:spcPts val="0"/>
              </a:spcAft>
              <a:buNone/>
            </a:pPr>
            <a:r>
              <a:rPr lang="en" sz="1500">
                <a:solidFill>
                  <a:srgbClr val="000000"/>
                </a:solidFill>
                <a:latin typeface="Arial"/>
                <a:ea typeface="Arial"/>
                <a:cs typeface="Arial"/>
                <a:sym typeface="Arial"/>
              </a:rPr>
              <a:t>argv[1] = 0;</a:t>
            </a:r>
            <a:endParaRPr sz="1500">
              <a:solidFill>
                <a:srgbClr val="000000"/>
              </a:solidFill>
              <a:latin typeface="Arial"/>
              <a:ea typeface="Arial"/>
              <a:cs typeface="Arial"/>
              <a:sym typeface="Arial"/>
            </a:endParaRPr>
          </a:p>
          <a:p>
            <a:pPr indent="0" lvl="0" marL="0" rtl="0" algn="l">
              <a:spcBef>
                <a:spcPts val="0"/>
              </a:spcBef>
              <a:spcAft>
                <a:spcPts val="0"/>
              </a:spcAft>
              <a:buNone/>
            </a:pPr>
            <a:r>
              <a:rPr lang="en" sz="1500">
                <a:solidFill>
                  <a:srgbClr val="000000"/>
                </a:solidFill>
                <a:latin typeface="Arial"/>
                <a:ea typeface="Arial"/>
                <a:cs typeface="Arial"/>
                <a:sym typeface="Arial"/>
              </a:rPr>
              <a:t>pipe(p);</a:t>
            </a:r>
            <a:endParaRPr sz="1500">
              <a:solidFill>
                <a:srgbClr val="000000"/>
              </a:solidFill>
              <a:latin typeface="Arial"/>
              <a:ea typeface="Arial"/>
              <a:cs typeface="Arial"/>
              <a:sym typeface="Arial"/>
            </a:endParaRPr>
          </a:p>
          <a:p>
            <a:pPr indent="0" lvl="0" marL="0" rtl="0" algn="l">
              <a:spcBef>
                <a:spcPts val="0"/>
              </a:spcBef>
              <a:spcAft>
                <a:spcPts val="0"/>
              </a:spcAft>
              <a:buNone/>
            </a:pPr>
            <a:r>
              <a:rPr lang="en" sz="1500">
                <a:solidFill>
                  <a:srgbClr val="000000"/>
                </a:solidFill>
                <a:latin typeface="Arial"/>
                <a:ea typeface="Arial"/>
                <a:cs typeface="Arial"/>
                <a:sym typeface="Arial"/>
              </a:rPr>
              <a:t>if(fork() == 0) {</a:t>
            </a:r>
            <a:endParaRPr sz="1500">
              <a:solidFill>
                <a:srgbClr val="000000"/>
              </a:solidFill>
              <a:latin typeface="Arial"/>
              <a:ea typeface="Arial"/>
              <a:cs typeface="Arial"/>
              <a:sym typeface="Arial"/>
            </a:endParaRPr>
          </a:p>
          <a:p>
            <a:pPr indent="457200" lvl="0" marL="0" rtl="0" algn="l">
              <a:spcBef>
                <a:spcPts val="0"/>
              </a:spcBef>
              <a:spcAft>
                <a:spcPts val="0"/>
              </a:spcAft>
              <a:buNone/>
            </a:pPr>
            <a:r>
              <a:rPr lang="en" sz="1500">
                <a:solidFill>
                  <a:srgbClr val="000000"/>
                </a:solidFill>
                <a:latin typeface="Arial"/>
                <a:ea typeface="Arial"/>
                <a:cs typeface="Arial"/>
                <a:sym typeface="Arial"/>
              </a:rPr>
              <a:t>close(0);</a:t>
            </a:r>
            <a:endParaRPr sz="1500">
              <a:solidFill>
                <a:srgbClr val="000000"/>
              </a:solidFill>
              <a:latin typeface="Arial"/>
              <a:ea typeface="Arial"/>
              <a:cs typeface="Arial"/>
              <a:sym typeface="Arial"/>
            </a:endParaRPr>
          </a:p>
          <a:p>
            <a:pPr indent="457200" lvl="0" marL="0" rtl="0" algn="l">
              <a:spcBef>
                <a:spcPts val="0"/>
              </a:spcBef>
              <a:spcAft>
                <a:spcPts val="0"/>
              </a:spcAft>
              <a:buNone/>
            </a:pPr>
            <a:r>
              <a:rPr lang="en" sz="1500">
                <a:solidFill>
                  <a:srgbClr val="000000"/>
                </a:solidFill>
                <a:latin typeface="Arial"/>
                <a:ea typeface="Arial"/>
                <a:cs typeface="Arial"/>
                <a:sym typeface="Arial"/>
              </a:rPr>
              <a:t>dup(p[0]);</a:t>
            </a:r>
            <a:endParaRPr sz="1500">
              <a:solidFill>
                <a:srgbClr val="000000"/>
              </a:solidFill>
              <a:latin typeface="Arial"/>
              <a:ea typeface="Arial"/>
              <a:cs typeface="Arial"/>
              <a:sym typeface="Arial"/>
            </a:endParaRPr>
          </a:p>
          <a:p>
            <a:pPr indent="457200" lvl="0" marL="0" rtl="0" algn="l">
              <a:spcBef>
                <a:spcPts val="0"/>
              </a:spcBef>
              <a:spcAft>
                <a:spcPts val="0"/>
              </a:spcAft>
              <a:buNone/>
            </a:pPr>
            <a:r>
              <a:rPr lang="en" sz="1500">
                <a:solidFill>
                  <a:srgbClr val="000000"/>
                </a:solidFill>
                <a:latin typeface="Arial"/>
                <a:ea typeface="Arial"/>
                <a:cs typeface="Arial"/>
                <a:sym typeface="Arial"/>
              </a:rPr>
              <a:t>close(p[0]);</a:t>
            </a:r>
            <a:endParaRPr sz="1500">
              <a:solidFill>
                <a:srgbClr val="000000"/>
              </a:solidFill>
              <a:latin typeface="Arial"/>
              <a:ea typeface="Arial"/>
              <a:cs typeface="Arial"/>
              <a:sym typeface="Arial"/>
            </a:endParaRPr>
          </a:p>
          <a:p>
            <a:pPr indent="457200" lvl="0" marL="0" rtl="0" algn="l">
              <a:spcBef>
                <a:spcPts val="0"/>
              </a:spcBef>
              <a:spcAft>
                <a:spcPts val="0"/>
              </a:spcAft>
              <a:buNone/>
            </a:pPr>
            <a:r>
              <a:rPr lang="en" sz="1500">
                <a:solidFill>
                  <a:srgbClr val="000000"/>
                </a:solidFill>
                <a:latin typeface="Arial"/>
                <a:ea typeface="Arial"/>
                <a:cs typeface="Arial"/>
                <a:sym typeface="Arial"/>
              </a:rPr>
              <a:t>close(p[1]);</a:t>
            </a:r>
            <a:endParaRPr sz="1500">
              <a:solidFill>
                <a:srgbClr val="000000"/>
              </a:solidFill>
              <a:latin typeface="Arial"/>
              <a:ea typeface="Arial"/>
              <a:cs typeface="Arial"/>
              <a:sym typeface="Arial"/>
            </a:endParaRPr>
          </a:p>
          <a:p>
            <a:pPr indent="457200" lvl="0" marL="0" rtl="0" algn="l">
              <a:spcBef>
                <a:spcPts val="0"/>
              </a:spcBef>
              <a:spcAft>
                <a:spcPts val="0"/>
              </a:spcAft>
              <a:buNone/>
            </a:pPr>
            <a:r>
              <a:rPr lang="en" sz="1500">
                <a:solidFill>
                  <a:srgbClr val="000000"/>
                </a:solidFill>
                <a:latin typeface="Arial"/>
                <a:ea typeface="Arial"/>
                <a:cs typeface="Arial"/>
                <a:sym typeface="Arial"/>
              </a:rPr>
              <a:t>exec("/bin/wc", argv);</a:t>
            </a:r>
            <a:endParaRPr sz="1500">
              <a:solidFill>
                <a:srgbClr val="000000"/>
              </a:solidFill>
              <a:latin typeface="Arial"/>
              <a:ea typeface="Arial"/>
              <a:cs typeface="Arial"/>
              <a:sym typeface="Arial"/>
            </a:endParaRPr>
          </a:p>
          <a:p>
            <a:pPr indent="0" lvl="0" marL="0" rtl="0" algn="l">
              <a:spcBef>
                <a:spcPts val="0"/>
              </a:spcBef>
              <a:spcAft>
                <a:spcPts val="0"/>
              </a:spcAft>
              <a:buNone/>
            </a:pPr>
            <a:r>
              <a:rPr lang="en" sz="1500">
                <a:solidFill>
                  <a:srgbClr val="000000"/>
                </a:solidFill>
                <a:latin typeface="Arial"/>
                <a:ea typeface="Arial"/>
                <a:cs typeface="Arial"/>
                <a:sym typeface="Arial"/>
              </a:rPr>
              <a:t>} else {</a:t>
            </a:r>
            <a:endParaRPr sz="1500">
              <a:solidFill>
                <a:srgbClr val="000000"/>
              </a:solidFill>
              <a:latin typeface="Arial"/>
              <a:ea typeface="Arial"/>
              <a:cs typeface="Arial"/>
              <a:sym typeface="Arial"/>
            </a:endParaRPr>
          </a:p>
          <a:p>
            <a:pPr indent="457200" lvl="0" marL="0" rtl="0" algn="l">
              <a:spcBef>
                <a:spcPts val="0"/>
              </a:spcBef>
              <a:spcAft>
                <a:spcPts val="0"/>
              </a:spcAft>
              <a:buNone/>
            </a:pPr>
            <a:r>
              <a:rPr lang="en" sz="1500">
                <a:solidFill>
                  <a:srgbClr val="000000"/>
                </a:solidFill>
                <a:latin typeface="Arial"/>
                <a:ea typeface="Arial"/>
                <a:cs typeface="Arial"/>
                <a:sym typeface="Arial"/>
              </a:rPr>
              <a:t>close(p[0]);</a:t>
            </a:r>
            <a:endParaRPr sz="1500">
              <a:solidFill>
                <a:srgbClr val="000000"/>
              </a:solidFill>
              <a:latin typeface="Arial"/>
              <a:ea typeface="Arial"/>
              <a:cs typeface="Arial"/>
              <a:sym typeface="Arial"/>
            </a:endParaRPr>
          </a:p>
          <a:p>
            <a:pPr indent="457200" lvl="0" marL="0" rtl="0" algn="l">
              <a:spcBef>
                <a:spcPts val="0"/>
              </a:spcBef>
              <a:spcAft>
                <a:spcPts val="0"/>
              </a:spcAft>
              <a:buNone/>
            </a:pPr>
            <a:r>
              <a:rPr lang="en" sz="1500">
                <a:solidFill>
                  <a:srgbClr val="000000"/>
                </a:solidFill>
                <a:latin typeface="Arial"/>
                <a:ea typeface="Arial"/>
                <a:cs typeface="Arial"/>
                <a:sym typeface="Arial"/>
              </a:rPr>
              <a:t>write(p[1], "hello world\n", 12);</a:t>
            </a:r>
            <a:endParaRPr sz="1500">
              <a:solidFill>
                <a:srgbClr val="000000"/>
              </a:solidFill>
              <a:latin typeface="Arial"/>
              <a:ea typeface="Arial"/>
              <a:cs typeface="Arial"/>
              <a:sym typeface="Arial"/>
            </a:endParaRPr>
          </a:p>
          <a:p>
            <a:pPr indent="457200" lvl="0" marL="0" rtl="0" algn="l">
              <a:spcBef>
                <a:spcPts val="0"/>
              </a:spcBef>
              <a:spcAft>
                <a:spcPts val="0"/>
              </a:spcAft>
              <a:buNone/>
            </a:pPr>
            <a:r>
              <a:rPr lang="en" sz="1500">
                <a:solidFill>
                  <a:srgbClr val="000000"/>
                </a:solidFill>
                <a:latin typeface="Arial"/>
                <a:ea typeface="Arial"/>
                <a:cs typeface="Arial"/>
                <a:sym typeface="Arial"/>
              </a:rPr>
              <a:t>close(p[1]);</a:t>
            </a:r>
            <a:endParaRPr sz="1500">
              <a:solidFill>
                <a:srgbClr val="000000"/>
              </a:solidFill>
              <a:latin typeface="Arial"/>
              <a:ea typeface="Arial"/>
              <a:cs typeface="Arial"/>
              <a:sym typeface="Arial"/>
            </a:endParaRPr>
          </a:p>
          <a:p>
            <a:pPr indent="0" lvl="0" marL="0" rtl="0" algn="l">
              <a:spcBef>
                <a:spcPts val="0"/>
              </a:spcBef>
              <a:spcAft>
                <a:spcPts val="0"/>
              </a:spcAft>
              <a:buNone/>
            </a:pPr>
            <a:r>
              <a:rPr lang="en" sz="1500">
                <a:solidFill>
                  <a:srgbClr val="000000"/>
                </a:solidFill>
                <a:latin typeface="Arial"/>
                <a:ea typeface="Arial"/>
                <a:cs typeface="Arial"/>
                <a:sym typeface="Arial"/>
              </a:rPr>
              <a:t>}</a:t>
            </a:r>
            <a:endParaRPr sz="2300"/>
          </a:p>
        </p:txBody>
      </p:sp>
      <p:pic>
        <p:nvPicPr>
          <p:cNvPr id="872" name="Google Shape;872;p113"/>
          <p:cNvPicPr preferRelativeResize="0"/>
          <p:nvPr/>
        </p:nvPicPr>
        <p:blipFill>
          <a:blip r:embed="rId3">
            <a:alphaModFix/>
          </a:blip>
          <a:stretch>
            <a:fillRect/>
          </a:stretch>
        </p:blipFill>
        <p:spPr>
          <a:xfrm>
            <a:off x="6034550" y="90300"/>
            <a:ext cx="3015287" cy="10471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